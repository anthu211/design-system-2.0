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2" r:id="rId4"/>
  </p:sldMasterIdLst>
  <p:notesMasterIdLst>
    <p:notesMasterId r:id="rId13"/>
  </p:notesMasterIdLst>
  <p:sldIdLst>
    <p:sldId id="256" r:id="rId12"/>
    <p:sldId id="257" r:id="rId11"/>
    <p:sldId id="258" r:id="rId10"/>
    <p:sldId id="259" r:id="rId9"/>
    <p:sldId id="260" r:id="rId8"/>
    <p:sldId id="261" r:id="rId7"/>
    <p:sldId id="262" r:id="rId6"/>
    <p:sldId id="263" r:id="rId5"/>
    <p:sldId id="264" r:id="rId20"/>
    <p:sldId id="265" r:id="rId21"/>
    <p:sldId id="266" r:id="rId22"/>
    <p:sldId id="267" r:id="rId23"/>
    <p:sldId id="268" r:id="rId24"/>
  </p:sldIdLst>
  <p:sldSz cx="9144000" cy="5715000" type="screen16x10"/>
  <p:notesSz cx="6889750" cy="10021888"/>
  <p:defaultTextStyle>
    <a:defPPr>
      <a:defRPr lang="en-US"/>
    </a:defPPr>
    <a:lvl1pPr marL="0" algn="l" defTabSz="713203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1pPr>
    <a:lvl2pPr marL="356602" algn="l" defTabSz="713203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2pPr>
    <a:lvl3pPr marL="713203" algn="l" defTabSz="713203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3pPr>
    <a:lvl4pPr marL="1069805" algn="l" defTabSz="713203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4pPr>
    <a:lvl5pPr marL="1426407" algn="l" defTabSz="713203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5pPr>
    <a:lvl6pPr marL="1783009" algn="l" defTabSz="713203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6pPr>
    <a:lvl7pPr marL="2139610" algn="l" defTabSz="713203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7pPr>
    <a:lvl8pPr marL="2496212" algn="l" defTabSz="713203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8pPr>
    <a:lvl9pPr marL="2852814" algn="l" defTabSz="713203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2880" userDrawn="1">
          <p15:clr>
            <a:srgbClr val="A4A3A4"/>
          </p15:clr>
        </p15:guide>
        <p15:guide id="4" pos="5432" userDrawn="1">
          <p15:clr>
            <a:srgbClr val="A4A3A4"/>
          </p15:clr>
        </p15:guide>
        <p15:guide id="5" orient="horz" pos="2707" userDrawn="1">
          <p15:clr>
            <a:srgbClr val="A4A3A4"/>
          </p15:clr>
        </p15:guide>
        <p15:guide id="6" orient="horz" pos="1256" userDrawn="1">
          <p15:clr>
            <a:srgbClr val="A4A3A4"/>
          </p15:clr>
        </p15:guide>
        <p15:guide id="7" pos="190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mma East" initials="EE" lastIdx="20" clrIdx="0"/>
  <p:cmAuthor id="2" name="Emma East" initials="EE [2]" lastIdx="1" clrIdx="1"/>
  <p:cmAuthor id="3" name="Mike O'Keeffe" initials="MO" lastIdx="29" clrIdx="2"/>
  <p:cmAuthor id="4" name="Paul Stokes" initials="PS" lastIdx="202" clrIdx="3"/>
  <p:cmAuthor id="5" name="Arun Raj" initials="AR" lastIdx="9" clrIdx="4">
    <p:extLst>
      <p:ext uri="{19B8F6BF-5375-455C-9EA6-DF929625EA0E}">
        <p15:presenceInfo xmlns:p15="http://schemas.microsoft.com/office/powerpoint/2012/main" userId="Arun Raj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5B30"/>
    <a:srgbClr val="BB4728"/>
    <a:srgbClr val="372355"/>
    <a:srgbClr val="3C2352"/>
    <a:srgbClr val="3C2A5D"/>
    <a:srgbClr val="2E1B4D"/>
    <a:srgbClr val="2D144A"/>
    <a:srgbClr val="C4C6CE"/>
    <a:srgbClr val="4D2E58"/>
    <a:srgbClr val="2D134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" v="103" dt="2019-06-27T06:42:17.703"/>
    <p1510:client id="{1054EA8C-9AAC-49E9-8A85-CBC0B340ABD9}" v="40" dt="2019-06-27T12:52:27.332"/>
  </p1510:revLst>
</p1510:revInfo>
</file>

<file path=ppt/tableStyles.xml><?xml version="1.0" encoding="utf-8"?>
<a:tblStyleLst xmlns:a="http://schemas.openxmlformats.org/drawingml/2006/main" def="{5C22544A-7EE6-4342-B048-85BDC9FD1C3A}"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1086" y="84"/>
      </p:cViewPr>
      <p:guideLst>
        <p:guide pos="2880"/>
        <p:guide pos="5432"/>
        <p:guide orient="horz" pos="2707"/>
        <p:guide orient="horz" pos="1256"/>
        <p:guide pos="1905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8.xml"/><Relationship Id="rId6" Type="http://schemas.openxmlformats.org/officeDocument/2006/relationships/slide" Target="slides/slide7.xml"/><Relationship Id="rId7" Type="http://schemas.openxmlformats.org/officeDocument/2006/relationships/slide" Target="slides/slide6.xml"/><Relationship Id="rId8" Type="http://schemas.openxmlformats.org/officeDocument/2006/relationships/slide" Target="slides/slide5.xml"/><Relationship Id="rId9" Type="http://schemas.openxmlformats.org/officeDocument/2006/relationships/slide" Target="slides/slide4.xml"/><Relationship Id="rId10" Type="http://schemas.openxmlformats.org/officeDocument/2006/relationships/slide" Target="slides/slide3.xml"/><Relationship Id="rId11" Type="http://schemas.openxmlformats.org/officeDocument/2006/relationships/slide" Target="slides/slide2.xml"/><Relationship Id="rId12" Type="http://schemas.openxmlformats.org/officeDocument/2006/relationships/slide" Target="slides/slide1.xml"/><Relationship Id="rId13" Type="http://schemas.openxmlformats.org/officeDocument/2006/relationships/notesMaster" Target="notesMasters/notesMaster1.xml"/><Relationship Id="rId14" Type="http://schemas.openxmlformats.org/officeDocument/2006/relationships/commentAuthors" Target="commentAuthors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microsoft.com/office/2015/10/relationships/revisionInfo" Target="revisionInfo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4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02597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r">
              <a:defRPr sz="1300"/>
            </a:lvl1pPr>
          </a:lstStyle>
          <a:p>
            <a:fld id="{0D0ED99C-E00C-3945-A651-583B2D9306ED}" type="datetimeFigureOut">
              <a:rPr lang="en-US" smtClean="0"/>
              <a:t>5/26/2020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39775" y="1252538"/>
            <a:ext cx="5410200" cy="33829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34" tIns="48317" rIns="96634" bIns="48317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8975" y="4823034"/>
            <a:ext cx="5511800" cy="3946118"/>
          </a:xfrm>
          <a:prstGeom prst="rect">
            <a:avLst/>
          </a:prstGeom>
        </p:spPr>
        <p:txBody>
          <a:bodyPr vert="horz" lIns="96634" tIns="48317" rIns="96634" bIns="48317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02597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r">
              <a:defRPr sz="1300"/>
            </a:lvl1pPr>
          </a:lstStyle>
          <a:p>
            <a:fld id="{FF0F3C4B-44AC-2046-A5F0-E54D0CB862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3597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1pPr>
    <a:lvl2pPr marL="356616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2pPr>
    <a:lvl3pPr marL="713232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3pPr>
    <a:lvl4pPr marL="1069848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4pPr>
    <a:lvl5pPr marL="1426464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5pPr>
    <a:lvl6pPr marL="1783080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6pPr>
    <a:lvl7pPr marL="2139696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7pPr>
    <a:lvl8pPr marL="2496312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8pPr>
    <a:lvl9pPr marL="2852928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Relationship Id="rId3" Type="http://schemas.openxmlformats.org/officeDocument/2006/relationships/image" Target="../media/image1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Relationship Id="rId3" Type="http://schemas.openxmlformats.org/officeDocument/2006/relationships/image" Target="../media/image1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Relationship Id="rId3" Type="http://schemas.openxmlformats.org/officeDocument/2006/relationships/image" Target="../media/image1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Relationship Id="rId3" Type="http://schemas.openxmlformats.org/officeDocument/2006/relationships/image" Target="../media/image1.emf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Relationship Id="rId3" Type="http://schemas.openxmlformats.org/officeDocument/2006/relationships/image" Target="../media/image1.em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Relationship Id="rId3" Type="http://schemas.openxmlformats.org/officeDocument/2006/relationships/image" Target="../media/image1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Relationship Id="rId3" Type="http://schemas.openxmlformats.org/officeDocument/2006/relationships/image" Target="../media/image1.emf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Relationship Id="rId3" Type="http://schemas.openxmlformats.org/officeDocument/2006/relationships/image" Target="../media/image1.emf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Relationship Id="rId3" Type="http://schemas.openxmlformats.org/officeDocument/2006/relationships/image" Target="../media/image1.emf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Relationship Id="rId3" Type="http://schemas.openxmlformats.org/officeDocument/2006/relationships/image" Target="../media/image1.emf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Relationship Id="rId3" Type="http://schemas.openxmlformats.org/officeDocument/2006/relationships/image" Target="../media/image1.emf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Relationship Id="rId3" Type="http://schemas.openxmlformats.org/officeDocument/2006/relationships/image" Target="../media/image1.emf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839796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4_Custom Layout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alphaModFix amt="15000"/>
          </a:blip>
          <a:srcRect l="3012" r="3012"/>
          <a:stretch/>
        </p:blipFill>
        <p:spPr>
          <a:xfrm>
            <a:off x="0" y="0"/>
            <a:ext cx="9144000" cy="5715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39F7263-D850-46CB-A8C7-2A99B7CD614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15000"/>
          </a:blip>
          <a:srcRect l="3012" r="3012"/>
          <a:stretch/>
        </p:blipFill>
        <p:spPr>
          <a:xfrm>
            <a:off x="0" y="0"/>
            <a:ext cx="9144000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30836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>
            <a:alphaModFix amt="10000"/>
          </a:blip>
          <a:srcRect l="3012" r="3012"/>
          <a:stretch/>
        </p:blipFill>
        <p:spPr>
          <a:xfrm>
            <a:off x="0" y="0"/>
            <a:ext cx="9144000" cy="57150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>
            <a:biLevel thresh="7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9309" y="184286"/>
            <a:ext cx="484088" cy="484088"/>
          </a:xfrm>
          <a:prstGeom prst="rect">
            <a:avLst/>
          </a:prstGeom>
        </p:spPr>
      </p:pic>
      <p:sp>
        <p:nvSpPr>
          <p:cNvPr id="11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832820" y="5140417"/>
            <a:ext cx="993348" cy="304271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713329" y="1604169"/>
            <a:ext cx="7687721" cy="250666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ts val="4000"/>
              </a:lnSpc>
              <a:spcBef>
                <a:spcPts val="0"/>
              </a:spcBef>
              <a:spcAft>
                <a:spcPts val="400"/>
              </a:spcAft>
              <a:buNone/>
              <a:defRPr sz="3800" b="1" spc="150" baseline="0">
                <a:solidFill>
                  <a:schemeClr val="tx2"/>
                </a:solidFill>
              </a:defRPr>
            </a:lvl1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This is a call out or section slide. Calibri Bold, 38pt.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80F6CD7-F9AD-49DB-83E3-2D7A38F2572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10000"/>
          </a:blip>
          <a:srcRect l="3012" r="3012"/>
          <a:stretch/>
        </p:blipFill>
        <p:spPr>
          <a:xfrm>
            <a:off x="0" y="0"/>
            <a:ext cx="9144000" cy="5715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5C26A29-B2AE-49C4-88C1-6CA813DD8E5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biLevel thresh="7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9309" y="184286"/>
            <a:ext cx="484088" cy="484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63883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Custom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2">
            <a:alphaModFix amt="35000"/>
          </a:blip>
          <a:srcRect l="3012" r="3012"/>
          <a:stretch/>
        </p:blipFill>
        <p:spPr>
          <a:xfrm>
            <a:off x="0" y="0"/>
            <a:ext cx="9144000" cy="5715000"/>
          </a:xfrm>
          <a:prstGeom prst="rect">
            <a:avLst/>
          </a:prstGeom>
        </p:spPr>
      </p:pic>
      <p:sp>
        <p:nvSpPr>
          <p:cNvPr id="7" name="Text Placehold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713330" y="1604169"/>
            <a:ext cx="7687720" cy="250666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ts val="4600"/>
              </a:lnSpc>
              <a:spcBef>
                <a:spcPts val="0"/>
              </a:spcBef>
              <a:spcAft>
                <a:spcPts val="400"/>
              </a:spcAft>
              <a:buNone/>
              <a:defRPr sz="4400" b="1" spc="150" baseline="0">
                <a:solidFill>
                  <a:schemeClr val="tx2"/>
                </a:solidFill>
              </a:defRPr>
            </a:lvl1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This is a call out or section slide. Calibri Bold, 44pt.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biLevel thresh="7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9309" y="184286"/>
            <a:ext cx="484088" cy="484088"/>
          </a:xfrm>
          <a:prstGeom prst="rect">
            <a:avLst/>
          </a:prstGeom>
        </p:spPr>
      </p:pic>
      <p:sp>
        <p:nvSpPr>
          <p:cNvPr id="1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832820" y="5140417"/>
            <a:ext cx="993348" cy="304271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BEB813C-0413-4BDA-858D-BAD7ADC6CCC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5000"/>
          </a:blip>
          <a:srcRect l="3012" r="3012"/>
          <a:stretch/>
        </p:blipFill>
        <p:spPr>
          <a:xfrm>
            <a:off x="0" y="0"/>
            <a:ext cx="9144000" cy="5715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037D52B-9E30-4CB7-BC1F-1CA36557594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biLevel thresh="7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9309" y="184286"/>
            <a:ext cx="484088" cy="484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39979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7_Custom Layou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2">
            <a:alphaModFix amt="25000"/>
          </a:blip>
          <a:srcRect l="3012" r="3012"/>
          <a:stretch/>
        </p:blipFill>
        <p:spPr>
          <a:xfrm>
            <a:off x="0" y="0"/>
            <a:ext cx="9144000" cy="5715000"/>
          </a:xfrm>
          <a:prstGeom prst="rect">
            <a:avLst/>
          </a:prstGeom>
        </p:spPr>
      </p:pic>
      <p:sp>
        <p:nvSpPr>
          <p:cNvPr id="7" name="Text Placehold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713330" y="1604169"/>
            <a:ext cx="7680576" cy="250666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ts val="4000"/>
              </a:lnSpc>
              <a:spcBef>
                <a:spcPts val="0"/>
              </a:spcBef>
              <a:spcAft>
                <a:spcPts val="400"/>
              </a:spcAft>
              <a:buNone/>
              <a:defRPr sz="3800" b="1" spc="150" baseline="0">
                <a:solidFill>
                  <a:schemeClr val="tx2"/>
                </a:solidFill>
              </a:defRPr>
            </a:lvl1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This is a call out or section slide. Calibri Bold, 38pt.</a:t>
            </a:r>
          </a:p>
        </p:txBody>
      </p:sp>
      <p:sp>
        <p:nvSpPr>
          <p:cNvPr id="1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832820" y="5140417"/>
            <a:ext cx="993348" cy="30427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 cstate="print">
            <a:biLevel thresh="7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9309" y="184286"/>
            <a:ext cx="484088" cy="48408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3F12F8B-6510-4C54-A77C-0FBB4767E18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25000"/>
          </a:blip>
          <a:srcRect l="3012" r="3012"/>
          <a:stretch/>
        </p:blipFill>
        <p:spPr>
          <a:xfrm>
            <a:off x="0" y="0"/>
            <a:ext cx="9144000" cy="5715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761C7AE-3D6C-47E9-95E5-9CC83760674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biLevel thresh="7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9309" y="184286"/>
            <a:ext cx="484088" cy="484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36253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9_Custom Layout">
    <p:bg>
      <p:bgPr>
        <a:solidFill>
          <a:srgbClr val="C4C6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2">
            <a:alphaModFix amt="20000"/>
          </a:blip>
          <a:srcRect l="3012" r="3012"/>
          <a:stretch/>
        </p:blipFill>
        <p:spPr>
          <a:xfrm>
            <a:off x="0" y="0"/>
            <a:ext cx="9144000" cy="5715000"/>
          </a:xfrm>
          <a:prstGeom prst="rect">
            <a:avLst/>
          </a:prstGeom>
        </p:spPr>
      </p:pic>
      <p:sp>
        <p:nvSpPr>
          <p:cNvPr id="7" name="Text Placehold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713330" y="1604169"/>
            <a:ext cx="7687720" cy="250666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ts val="4600"/>
              </a:lnSpc>
              <a:spcBef>
                <a:spcPts val="0"/>
              </a:spcBef>
              <a:spcAft>
                <a:spcPts val="400"/>
              </a:spcAft>
              <a:buNone/>
              <a:defRPr sz="4400" b="1" spc="150" baseline="0">
                <a:solidFill>
                  <a:schemeClr val="tx2"/>
                </a:solidFill>
              </a:defRPr>
            </a:lvl1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This is a call out or section slide. Calibri Bold, 44pt.</a:t>
            </a:r>
          </a:p>
        </p:txBody>
      </p:sp>
      <p:sp>
        <p:nvSpPr>
          <p:cNvPr id="1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832820" y="5140417"/>
            <a:ext cx="993348" cy="30427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 cstate="print">
            <a:biLevel thresh="7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9309" y="184286"/>
            <a:ext cx="484088" cy="48408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EF96E16-75DF-42C0-86F2-BADBF8CEF42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20000"/>
          </a:blip>
          <a:srcRect l="3012" r="3012"/>
          <a:stretch/>
        </p:blipFill>
        <p:spPr>
          <a:xfrm>
            <a:off x="0" y="0"/>
            <a:ext cx="9144000" cy="5715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9971C46-CB60-4BCE-A4E9-BE1F0C30C11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biLevel thresh="7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9309" y="184286"/>
            <a:ext cx="484088" cy="484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5325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6_Custom Layout">
    <p:bg>
      <p:bgPr>
        <a:solidFill>
          <a:srgbClr val="BB47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2">
            <a:alphaModFix amt="25000"/>
          </a:blip>
          <a:srcRect l="3012" r="3012"/>
          <a:stretch/>
        </p:blipFill>
        <p:spPr>
          <a:xfrm>
            <a:off x="0" y="0"/>
            <a:ext cx="9144000" cy="5715000"/>
          </a:xfrm>
          <a:prstGeom prst="rect">
            <a:avLst/>
          </a:prstGeom>
        </p:spPr>
      </p:pic>
      <p:sp>
        <p:nvSpPr>
          <p:cNvPr id="8" name="Text Placehold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713330" y="1604169"/>
            <a:ext cx="7687720" cy="250666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ts val="3400"/>
              </a:lnSpc>
              <a:spcBef>
                <a:spcPts val="0"/>
              </a:spcBef>
              <a:spcAft>
                <a:spcPts val="400"/>
              </a:spcAft>
              <a:buNone/>
              <a:defRPr sz="3200" b="1" spc="150" baseline="0">
                <a:solidFill>
                  <a:schemeClr val="tx2"/>
                </a:solidFill>
              </a:defRPr>
            </a:lvl1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This is a call out or section slide. Calibri Bold, 32pt.</a:t>
            </a:r>
          </a:p>
        </p:txBody>
      </p:sp>
      <p:sp>
        <p:nvSpPr>
          <p:cNvPr id="9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832820" y="5140417"/>
            <a:ext cx="993348" cy="30427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 cstate="print">
            <a:biLevel thresh="7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9309" y="184286"/>
            <a:ext cx="484088" cy="48408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DCF05A5-58A7-4AED-BFE9-CBDCBDB7442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25000"/>
          </a:blip>
          <a:srcRect l="3012" r="3012"/>
          <a:stretch/>
        </p:blipFill>
        <p:spPr>
          <a:xfrm>
            <a:off x="0" y="0"/>
            <a:ext cx="9144000" cy="5715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7A20834-563F-46A6-AFE6-49EF2BA188E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biLevel thresh="7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9309" y="184286"/>
            <a:ext cx="484088" cy="484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59501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8_Custom Layout">
    <p:bg>
      <p:bgPr>
        <a:solidFill>
          <a:srgbClr val="D25B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2">
            <a:alphaModFix amt="20000"/>
          </a:blip>
          <a:srcRect l="3012" r="3012"/>
          <a:stretch/>
        </p:blipFill>
        <p:spPr>
          <a:xfrm>
            <a:off x="0" y="0"/>
            <a:ext cx="9144000" cy="5715000"/>
          </a:xfrm>
          <a:prstGeom prst="rect">
            <a:avLst/>
          </a:prstGeom>
        </p:spPr>
      </p:pic>
      <p:sp>
        <p:nvSpPr>
          <p:cNvPr id="8" name="Text Placehold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713330" y="1604169"/>
            <a:ext cx="7687720" cy="250666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ts val="3400"/>
              </a:lnSpc>
              <a:spcBef>
                <a:spcPts val="0"/>
              </a:spcBef>
              <a:spcAft>
                <a:spcPts val="400"/>
              </a:spcAft>
              <a:buNone/>
              <a:defRPr sz="3200" b="1" spc="150" baseline="0">
                <a:solidFill>
                  <a:schemeClr val="tx2"/>
                </a:solidFill>
              </a:defRPr>
            </a:lvl1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This is a call out or section slide. Calibri Bold, 32pt.</a:t>
            </a:r>
          </a:p>
        </p:txBody>
      </p:sp>
      <p:sp>
        <p:nvSpPr>
          <p:cNvPr id="9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832820" y="5140417"/>
            <a:ext cx="993348" cy="30427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 cstate="print">
            <a:biLevel thresh="7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9309" y="184286"/>
            <a:ext cx="484088" cy="48408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1AA7EC7-6E1D-4D32-9D61-4EE4F7CCD41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20000"/>
          </a:blip>
          <a:srcRect l="3012" r="3012"/>
          <a:stretch/>
        </p:blipFill>
        <p:spPr>
          <a:xfrm>
            <a:off x="0" y="0"/>
            <a:ext cx="9144000" cy="5715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80B41BE-196D-45F5-A22D-F3BB1F848B2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biLevel thresh="7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9309" y="184286"/>
            <a:ext cx="484088" cy="484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14029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832820" y="5140417"/>
            <a:ext cx="993348" cy="304271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4471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with Title (1 lin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3239" y="298346"/>
            <a:ext cx="8137524" cy="321204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1800" spc="30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666750"/>
            <a:ext cx="91440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832820" y="5140417"/>
            <a:ext cx="993348" cy="304271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86C47BA-7B25-486A-811F-D5551BC1F8E0}"/>
              </a:ext>
            </a:extLst>
          </p:cNvPr>
          <p:cNvCxnSpPr/>
          <p:nvPr userDrawn="1"/>
        </p:nvCxnSpPr>
        <p:spPr>
          <a:xfrm>
            <a:off x="0" y="666750"/>
            <a:ext cx="91440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48602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(1 line) and Content (1 colum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3239" y="298346"/>
            <a:ext cx="8137524" cy="321204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1800" spc="30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2" hasCustomPrompt="1"/>
          </p:nvPr>
        </p:nvSpPr>
        <p:spPr>
          <a:xfrm>
            <a:off x="503237" y="1039643"/>
            <a:ext cx="8135746" cy="36337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  <a:defRPr sz="12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04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792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080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368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title style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666750"/>
            <a:ext cx="91440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832820" y="5140417"/>
            <a:ext cx="993348" cy="304271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35ABD28-D1F9-4D11-87C8-ED5613F19283}"/>
              </a:ext>
            </a:extLst>
          </p:cNvPr>
          <p:cNvCxnSpPr/>
          <p:nvPr userDrawn="1"/>
        </p:nvCxnSpPr>
        <p:spPr>
          <a:xfrm>
            <a:off x="0" y="666750"/>
            <a:ext cx="91440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27704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(1 line) and Bullets (1 colum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3239" y="298346"/>
            <a:ext cx="8137524" cy="321204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1800" spc="30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2"/>
          </p:nvPr>
        </p:nvSpPr>
        <p:spPr>
          <a:xfrm>
            <a:off x="503237" y="1039643"/>
            <a:ext cx="8135746" cy="3633787"/>
          </a:xfrm>
          <a:prstGeom prst="rect">
            <a:avLst/>
          </a:prstGeom>
        </p:spPr>
        <p:txBody>
          <a:bodyPr lIns="0" tIns="0" rIns="0" bIns="0"/>
          <a:lstStyle>
            <a:lvl1pPr marL="216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2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04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792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080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368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666750"/>
            <a:ext cx="91440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832820" y="5140417"/>
            <a:ext cx="993348" cy="304271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0C3CE63-6C87-4464-9A8D-3325DEFD2BAE}"/>
              </a:ext>
            </a:extLst>
          </p:cNvPr>
          <p:cNvCxnSpPr/>
          <p:nvPr userDrawn="1"/>
        </p:nvCxnSpPr>
        <p:spPr>
          <a:xfrm>
            <a:off x="0" y="666750"/>
            <a:ext cx="91440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39272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(2 lines) and Content (1 colum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6"/>
          <p:cNvSpPr>
            <a:spLocks noGrp="1"/>
          </p:cNvSpPr>
          <p:nvPr>
            <p:ph type="body" sz="quarter" idx="12"/>
          </p:nvPr>
        </p:nvSpPr>
        <p:spPr>
          <a:xfrm>
            <a:off x="503237" y="1305214"/>
            <a:ext cx="8135746" cy="336821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  <a:defRPr sz="12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04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792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080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368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503239" y="298345"/>
            <a:ext cx="8137524" cy="591341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1800" spc="30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br>
              <a:rPr lang="en-US"/>
            </a:br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948308"/>
            <a:ext cx="91440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832820" y="5140417"/>
            <a:ext cx="993348" cy="304271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AE0F392-D41B-44B9-A94B-7B6283F6882A}"/>
              </a:ext>
            </a:extLst>
          </p:cNvPr>
          <p:cNvCxnSpPr/>
          <p:nvPr userDrawn="1"/>
        </p:nvCxnSpPr>
        <p:spPr>
          <a:xfrm>
            <a:off x="0" y="948308"/>
            <a:ext cx="91440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29379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(2 lines) and Bullets (1 colum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503239" y="298345"/>
            <a:ext cx="8137524" cy="591341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1800" spc="30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br>
              <a:rPr lang="en-US"/>
            </a:br>
            <a:endParaRPr lang="en-US"/>
          </a:p>
        </p:txBody>
      </p:sp>
      <p:sp>
        <p:nvSpPr>
          <p:cNvPr id="6" name="Text Placeholder 16"/>
          <p:cNvSpPr>
            <a:spLocks noGrp="1"/>
          </p:cNvSpPr>
          <p:nvPr>
            <p:ph type="body" sz="quarter" idx="12"/>
          </p:nvPr>
        </p:nvSpPr>
        <p:spPr>
          <a:xfrm>
            <a:off x="503237" y="1305213"/>
            <a:ext cx="8135746" cy="3368217"/>
          </a:xfrm>
          <a:prstGeom prst="rect">
            <a:avLst/>
          </a:prstGeom>
        </p:spPr>
        <p:txBody>
          <a:bodyPr lIns="0" tIns="0" rIns="0" bIns="0"/>
          <a:lstStyle>
            <a:lvl1pPr marL="216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2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04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792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080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368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0" y="948308"/>
            <a:ext cx="91440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832820" y="5140417"/>
            <a:ext cx="993348" cy="304271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A39A111-8C38-4DE3-B29E-9AC541E80C1A}"/>
              </a:ext>
            </a:extLst>
          </p:cNvPr>
          <p:cNvCxnSpPr/>
          <p:nvPr userDrawn="1"/>
        </p:nvCxnSpPr>
        <p:spPr>
          <a:xfrm>
            <a:off x="0" y="948308"/>
            <a:ext cx="91440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51353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(1 line) and Content (2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6"/>
          <p:cNvSpPr>
            <a:spLocks noGrp="1"/>
          </p:cNvSpPr>
          <p:nvPr>
            <p:ph type="body" sz="quarter" idx="12"/>
          </p:nvPr>
        </p:nvSpPr>
        <p:spPr>
          <a:xfrm>
            <a:off x="503237" y="1039643"/>
            <a:ext cx="3928721" cy="36337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  <a:defRPr sz="12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04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792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080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368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503239" y="298346"/>
            <a:ext cx="8137524" cy="321204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1800" spc="30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16"/>
          <p:cNvSpPr>
            <a:spLocks noGrp="1"/>
          </p:cNvSpPr>
          <p:nvPr>
            <p:ph type="body" sz="quarter" idx="15"/>
          </p:nvPr>
        </p:nvSpPr>
        <p:spPr>
          <a:xfrm>
            <a:off x="4712043" y="1039643"/>
            <a:ext cx="3928721" cy="36337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  <a:defRPr sz="12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04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792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080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368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1" name="Straight Connector 10"/>
          <p:cNvCxnSpPr/>
          <p:nvPr/>
        </p:nvCxnSpPr>
        <p:spPr>
          <a:xfrm>
            <a:off x="0" y="666750"/>
            <a:ext cx="91440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832820" y="5140417"/>
            <a:ext cx="993348" cy="304271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31E1B30-7DBF-4DDF-B453-3DB67ACD6373}"/>
              </a:ext>
            </a:extLst>
          </p:cNvPr>
          <p:cNvCxnSpPr/>
          <p:nvPr userDrawn="1"/>
        </p:nvCxnSpPr>
        <p:spPr>
          <a:xfrm>
            <a:off x="0" y="666750"/>
            <a:ext cx="91440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80159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(1 line) and Bullets (2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16"/>
          <p:cNvSpPr>
            <a:spLocks noGrp="1"/>
          </p:cNvSpPr>
          <p:nvPr>
            <p:ph type="body" sz="quarter" idx="16"/>
          </p:nvPr>
        </p:nvSpPr>
        <p:spPr>
          <a:xfrm>
            <a:off x="503239" y="1039643"/>
            <a:ext cx="3928721" cy="3633787"/>
          </a:xfrm>
          <a:prstGeom prst="rect">
            <a:avLst/>
          </a:prstGeom>
        </p:spPr>
        <p:txBody>
          <a:bodyPr lIns="0" tIns="0" rIns="0" bIns="0"/>
          <a:lstStyle>
            <a:lvl1pPr marL="216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2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04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792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080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368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6"/>
          <p:cNvSpPr>
            <a:spLocks noGrp="1"/>
          </p:cNvSpPr>
          <p:nvPr>
            <p:ph type="body" sz="quarter" idx="17"/>
          </p:nvPr>
        </p:nvSpPr>
        <p:spPr>
          <a:xfrm>
            <a:off x="4710262" y="1039643"/>
            <a:ext cx="3928721" cy="3633787"/>
          </a:xfrm>
          <a:prstGeom prst="rect">
            <a:avLst/>
          </a:prstGeom>
        </p:spPr>
        <p:txBody>
          <a:bodyPr lIns="0" tIns="0" rIns="0" bIns="0"/>
          <a:lstStyle>
            <a:lvl1pPr marL="216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2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04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792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080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368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503239" y="298346"/>
            <a:ext cx="8137524" cy="321204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1800" spc="30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66750"/>
            <a:ext cx="91440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832820" y="5140417"/>
            <a:ext cx="993348" cy="304271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3A9DDEB-34D7-4956-9F1F-47CFA4BD2F19}"/>
              </a:ext>
            </a:extLst>
          </p:cNvPr>
          <p:cNvCxnSpPr/>
          <p:nvPr userDrawn="1"/>
        </p:nvCxnSpPr>
        <p:spPr>
          <a:xfrm>
            <a:off x="0" y="666750"/>
            <a:ext cx="91440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82886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(2 lines) and Content (2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6"/>
          <p:cNvSpPr>
            <a:spLocks noGrp="1"/>
          </p:cNvSpPr>
          <p:nvPr>
            <p:ph type="body" sz="quarter" idx="16"/>
          </p:nvPr>
        </p:nvSpPr>
        <p:spPr>
          <a:xfrm>
            <a:off x="503235" y="1318263"/>
            <a:ext cx="3928721" cy="335516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  <a:defRPr sz="12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04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792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080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368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16"/>
          <p:cNvSpPr>
            <a:spLocks noGrp="1"/>
          </p:cNvSpPr>
          <p:nvPr>
            <p:ph type="body" sz="quarter" idx="15"/>
          </p:nvPr>
        </p:nvSpPr>
        <p:spPr>
          <a:xfrm>
            <a:off x="4712043" y="1318263"/>
            <a:ext cx="3928721" cy="335516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  <a:defRPr sz="12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04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792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080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368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503239" y="298345"/>
            <a:ext cx="8137524" cy="591341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1800" spc="30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br>
              <a:rPr lang="en-US"/>
            </a:br>
            <a:endParaRPr lang="en-US"/>
          </a:p>
        </p:txBody>
      </p:sp>
      <p:cxnSp>
        <p:nvCxnSpPr>
          <p:cNvPr id="12" name="Straight Connector 11"/>
          <p:cNvCxnSpPr/>
          <p:nvPr/>
        </p:nvCxnSpPr>
        <p:spPr>
          <a:xfrm>
            <a:off x="0" y="948308"/>
            <a:ext cx="91440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832820" y="5140417"/>
            <a:ext cx="993348" cy="304271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26589DA-881A-4B60-8DBE-4F60CF289009}"/>
              </a:ext>
            </a:extLst>
          </p:cNvPr>
          <p:cNvCxnSpPr/>
          <p:nvPr userDrawn="1"/>
        </p:nvCxnSpPr>
        <p:spPr>
          <a:xfrm>
            <a:off x="0" y="948308"/>
            <a:ext cx="91440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764399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(2 lines) and Bullets (2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6"/>
          <p:cNvSpPr>
            <a:spLocks noGrp="1"/>
          </p:cNvSpPr>
          <p:nvPr>
            <p:ph type="body" sz="quarter" idx="18"/>
          </p:nvPr>
        </p:nvSpPr>
        <p:spPr>
          <a:xfrm>
            <a:off x="4710262" y="1318263"/>
            <a:ext cx="3928721" cy="3355167"/>
          </a:xfrm>
          <a:prstGeom prst="rect">
            <a:avLst/>
          </a:prstGeom>
        </p:spPr>
        <p:txBody>
          <a:bodyPr lIns="0" tIns="0" rIns="0" bIns="0"/>
          <a:lstStyle>
            <a:lvl1pPr marL="216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2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04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792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080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368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503239" y="298345"/>
            <a:ext cx="8137524" cy="591341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1800" spc="30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br>
              <a:rPr lang="en-US"/>
            </a:br>
            <a:endParaRPr lang="en-US"/>
          </a:p>
        </p:txBody>
      </p:sp>
      <p:sp>
        <p:nvSpPr>
          <p:cNvPr id="7" name="Text Placeholder 16"/>
          <p:cNvSpPr>
            <a:spLocks noGrp="1"/>
          </p:cNvSpPr>
          <p:nvPr>
            <p:ph type="body" sz="quarter" idx="17"/>
          </p:nvPr>
        </p:nvSpPr>
        <p:spPr>
          <a:xfrm>
            <a:off x="503237" y="1318263"/>
            <a:ext cx="3928721" cy="3355167"/>
          </a:xfrm>
          <a:prstGeom prst="rect">
            <a:avLst/>
          </a:prstGeom>
        </p:spPr>
        <p:txBody>
          <a:bodyPr lIns="0" tIns="0" rIns="0" bIns="0"/>
          <a:lstStyle>
            <a:lvl1pPr marL="216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2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04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792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080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368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0" y="948308"/>
            <a:ext cx="91440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832820" y="5140417"/>
            <a:ext cx="993348" cy="304271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24CC0B6-7C06-41FD-8C57-85D562AE1A13}"/>
              </a:ext>
            </a:extLst>
          </p:cNvPr>
          <p:cNvCxnSpPr/>
          <p:nvPr userDrawn="1"/>
        </p:nvCxnSpPr>
        <p:spPr>
          <a:xfrm>
            <a:off x="0" y="948308"/>
            <a:ext cx="91440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683875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(1 line) and Content (3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503239" y="298346"/>
            <a:ext cx="8137524" cy="321204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1800" spc="30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-13960" y="666750"/>
            <a:ext cx="915796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6"/>
          <p:cNvSpPr>
            <a:spLocks noGrp="1"/>
          </p:cNvSpPr>
          <p:nvPr>
            <p:ph type="body" sz="quarter" idx="12"/>
          </p:nvPr>
        </p:nvSpPr>
        <p:spPr>
          <a:xfrm>
            <a:off x="503238" y="1039643"/>
            <a:ext cx="2524600" cy="36337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  <a:defRPr sz="12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04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792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080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368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16"/>
          <p:cNvSpPr>
            <a:spLocks noGrp="1"/>
          </p:cNvSpPr>
          <p:nvPr>
            <p:ph type="body" sz="quarter" idx="15"/>
          </p:nvPr>
        </p:nvSpPr>
        <p:spPr>
          <a:xfrm>
            <a:off x="3308364" y="1039643"/>
            <a:ext cx="2524602" cy="36337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  <a:defRPr sz="12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04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792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080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368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16"/>
          <p:cNvSpPr>
            <a:spLocks noGrp="1"/>
          </p:cNvSpPr>
          <p:nvPr>
            <p:ph type="body" sz="quarter" idx="17"/>
          </p:nvPr>
        </p:nvSpPr>
        <p:spPr>
          <a:xfrm>
            <a:off x="6113492" y="1039643"/>
            <a:ext cx="2524602" cy="36337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  <a:defRPr sz="12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04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792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080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368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832820" y="5140417"/>
            <a:ext cx="993348" cy="304271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E0D84CC-10B4-495D-B517-E4597995CA87}"/>
              </a:ext>
            </a:extLst>
          </p:cNvPr>
          <p:cNvCxnSpPr/>
          <p:nvPr userDrawn="1"/>
        </p:nvCxnSpPr>
        <p:spPr>
          <a:xfrm>
            <a:off x="-13960" y="666750"/>
            <a:ext cx="915796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781591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(1 line) and Bullets (3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503239" y="298346"/>
            <a:ext cx="8137524" cy="321204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1800" spc="30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16"/>
          <p:cNvSpPr>
            <a:spLocks noGrp="1"/>
          </p:cNvSpPr>
          <p:nvPr>
            <p:ph type="body" sz="quarter" idx="16"/>
          </p:nvPr>
        </p:nvSpPr>
        <p:spPr>
          <a:xfrm>
            <a:off x="503237" y="1039643"/>
            <a:ext cx="2524601" cy="3633787"/>
          </a:xfrm>
          <a:prstGeom prst="rect">
            <a:avLst/>
          </a:prstGeom>
        </p:spPr>
        <p:txBody>
          <a:bodyPr lIns="0" tIns="0" rIns="0" bIns="0"/>
          <a:lstStyle>
            <a:lvl1pPr marL="216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2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04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792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080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368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16"/>
          <p:cNvSpPr>
            <a:spLocks noGrp="1"/>
          </p:cNvSpPr>
          <p:nvPr>
            <p:ph type="body" sz="quarter" idx="19"/>
          </p:nvPr>
        </p:nvSpPr>
        <p:spPr>
          <a:xfrm>
            <a:off x="6114458" y="1039643"/>
            <a:ext cx="2524602" cy="3633787"/>
          </a:xfrm>
          <a:prstGeom prst="rect">
            <a:avLst/>
          </a:prstGeom>
        </p:spPr>
        <p:txBody>
          <a:bodyPr lIns="0" tIns="0" rIns="0" bIns="0"/>
          <a:lstStyle>
            <a:lvl1pPr marL="216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2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04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792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080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368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6"/>
          <p:cNvSpPr>
            <a:spLocks noGrp="1"/>
          </p:cNvSpPr>
          <p:nvPr>
            <p:ph type="body" sz="quarter" idx="20"/>
          </p:nvPr>
        </p:nvSpPr>
        <p:spPr>
          <a:xfrm>
            <a:off x="3308364" y="1039643"/>
            <a:ext cx="2524602" cy="3633787"/>
          </a:xfrm>
          <a:prstGeom prst="rect">
            <a:avLst/>
          </a:prstGeom>
        </p:spPr>
        <p:txBody>
          <a:bodyPr lIns="0" tIns="0" rIns="0" bIns="0"/>
          <a:lstStyle>
            <a:lvl1pPr marL="216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2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04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792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080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368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Straight Connector 10"/>
          <p:cNvCxnSpPr/>
          <p:nvPr/>
        </p:nvCxnSpPr>
        <p:spPr>
          <a:xfrm>
            <a:off x="0" y="666750"/>
            <a:ext cx="91440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832820" y="5140417"/>
            <a:ext cx="993348" cy="304271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251B985-9C02-461D-82AC-B5FC5A1FF650}"/>
              </a:ext>
            </a:extLst>
          </p:cNvPr>
          <p:cNvCxnSpPr/>
          <p:nvPr userDrawn="1"/>
        </p:nvCxnSpPr>
        <p:spPr>
          <a:xfrm>
            <a:off x="0" y="666750"/>
            <a:ext cx="91440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239891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(2 lines) and Content (3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503239" y="298345"/>
            <a:ext cx="8137524" cy="591341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1800" spc="30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br>
              <a:rPr lang="en-US"/>
            </a:br>
            <a:endParaRPr lang="en-US"/>
          </a:p>
        </p:txBody>
      </p:sp>
      <p:sp>
        <p:nvSpPr>
          <p:cNvPr id="10" name="Text Placeholder 16"/>
          <p:cNvSpPr>
            <a:spLocks noGrp="1"/>
          </p:cNvSpPr>
          <p:nvPr>
            <p:ph type="body" sz="quarter" idx="12"/>
          </p:nvPr>
        </p:nvSpPr>
        <p:spPr>
          <a:xfrm>
            <a:off x="503238" y="1318263"/>
            <a:ext cx="2524600" cy="335516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  <a:defRPr sz="12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04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792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080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368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16"/>
          <p:cNvSpPr>
            <a:spLocks noGrp="1"/>
          </p:cNvSpPr>
          <p:nvPr>
            <p:ph type="body" sz="quarter" idx="15"/>
          </p:nvPr>
        </p:nvSpPr>
        <p:spPr>
          <a:xfrm>
            <a:off x="3308364" y="1318263"/>
            <a:ext cx="2524602" cy="335516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  <a:defRPr sz="12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04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792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080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368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Text Placeholder 16"/>
          <p:cNvSpPr>
            <a:spLocks noGrp="1"/>
          </p:cNvSpPr>
          <p:nvPr>
            <p:ph type="body" sz="quarter" idx="17"/>
          </p:nvPr>
        </p:nvSpPr>
        <p:spPr>
          <a:xfrm>
            <a:off x="6113492" y="1318263"/>
            <a:ext cx="2524602" cy="335516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  <a:defRPr sz="12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04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792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080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368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5" name="Straight Connector 14"/>
          <p:cNvCxnSpPr/>
          <p:nvPr/>
        </p:nvCxnSpPr>
        <p:spPr>
          <a:xfrm>
            <a:off x="0" y="948308"/>
            <a:ext cx="91440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832820" y="5140417"/>
            <a:ext cx="993348" cy="304271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F50A5F2-7FD8-417A-B612-D0E00FE1C120}"/>
              </a:ext>
            </a:extLst>
          </p:cNvPr>
          <p:cNvCxnSpPr/>
          <p:nvPr userDrawn="1"/>
        </p:nvCxnSpPr>
        <p:spPr>
          <a:xfrm>
            <a:off x="0" y="948308"/>
            <a:ext cx="91440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625603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(2 lines) and Bullets (3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503239" y="298345"/>
            <a:ext cx="8137524" cy="591341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1800" spc="30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br>
              <a:rPr lang="en-US"/>
            </a:br>
            <a:endParaRPr lang="en-US"/>
          </a:p>
        </p:txBody>
      </p:sp>
      <p:sp>
        <p:nvSpPr>
          <p:cNvPr id="14" name="Text Placeholder 16"/>
          <p:cNvSpPr>
            <a:spLocks noGrp="1"/>
          </p:cNvSpPr>
          <p:nvPr>
            <p:ph type="body" sz="quarter" idx="16"/>
          </p:nvPr>
        </p:nvSpPr>
        <p:spPr>
          <a:xfrm>
            <a:off x="503237" y="1318263"/>
            <a:ext cx="2524601" cy="3355167"/>
          </a:xfrm>
          <a:prstGeom prst="rect">
            <a:avLst/>
          </a:prstGeom>
        </p:spPr>
        <p:txBody>
          <a:bodyPr lIns="0" tIns="0" rIns="0" bIns="0"/>
          <a:lstStyle>
            <a:lvl1pPr marL="216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2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04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792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080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368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6"/>
          <p:cNvSpPr>
            <a:spLocks noGrp="1"/>
          </p:cNvSpPr>
          <p:nvPr>
            <p:ph type="body" sz="quarter" idx="19"/>
          </p:nvPr>
        </p:nvSpPr>
        <p:spPr>
          <a:xfrm>
            <a:off x="6114458" y="1318263"/>
            <a:ext cx="2524602" cy="3355167"/>
          </a:xfrm>
          <a:prstGeom prst="rect">
            <a:avLst/>
          </a:prstGeom>
        </p:spPr>
        <p:txBody>
          <a:bodyPr lIns="0" tIns="0" rIns="0" bIns="0"/>
          <a:lstStyle>
            <a:lvl1pPr marL="216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2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04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792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080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368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6"/>
          <p:cNvSpPr>
            <a:spLocks noGrp="1"/>
          </p:cNvSpPr>
          <p:nvPr>
            <p:ph type="body" sz="quarter" idx="20"/>
          </p:nvPr>
        </p:nvSpPr>
        <p:spPr>
          <a:xfrm>
            <a:off x="3308364" y="1318263"/>
            <a:ext cx="2524602" cy="3355167"/>
          </a:xfrm>
          <a:prstGeom prst="rect">
            <a:avLst/>
          </a:prstGeom>
        </p:spPr>
        <p:txBody>
          <a:bodyPr lIns="0" tIns="0" rIns="0" bIns="0"/>
          <a:lstStyle>
            <a:lvl1pPr marL="216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2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04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792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080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368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Straight Connector 10"/>
          <p:cNvCxnSpPr/>
          <p:nvPr/>
        </p:nvCxnSpPr>
        <p:spPr>
          <a:xfrm>
            <a:off x="0" y="948308"/>
            <a:ext cx="91440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832820" y="5140417"/>
            <a:ext cx="993348" cy="304271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4C0E48D-ECF2-4181-84DD-8EFEAA2F2A53}"/>
              </a:ext>
            </a:extLst>
          </p:cNvPr>
          <p:cNvCxnSpPr/>
          <p:nvPr userDrawn="1"/>
        </p:nvCxnSpPr>
        <p:spPr>
          <a:xfrm>
            <a:off x="0" y="948308"/>
            <a:ext cx="91440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202647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(1 line) and Content (2/3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503239" y="298346"/>
            <a:ext cx="8137524" cy="321204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1800" spc="30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16"/>
          <p:cNvSpPr>
            <a:spLocks noGrp="1"/>
          </p:cNvSpPr>
          <p:nvPr>
            <p:ph type="body" sz="quarter" idx="15"/>
          </p:nvPr>
        </p:nvSpPr>
        <p:spPr>
          <a:xfrm>
            <a:off x="503237" y="1039643"/>
            <a:ext cx="5329729" cy="36337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  <a:defRPr sz="12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04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792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080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368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16"/>
          <p:cNvSpPr>
            <a:spLocks noGrp="1"/>
          </p:cNvSpPr>
          <p:nvPr>
            <p:ph type="body" sz="quarter" idx="17"/>
          </p:nvPr>
        </p:nvSpPr>
        <p:spPr>
          <a:xfrm>
            <a:off x="6113492" y="1039643"/>
            <a:ext cx="2524602" cy="36337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  <a:defRPr sz="12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04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792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080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368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2" name="Straight Connector 11"/>
          <p:cNvCxnSpPr/>
          <p:nvPr/>
        </p:nvCxnSpPr>
        <p:spPr>
          <a:xfrm>
            <a:off x="0" y="666750"/>
            <a:ext cx="91440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832820" y="5140417"/>
            <a:ext cx="993348" cy="304271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182A1D6-3903-4501-BF23-2175C996C7A6}"/>
              </a:ext>
            </a:extLst>
          </p:cNvPr>
          <p:cNvCxnSpPr/>
          <p:nvPr userDrawn="1"/>
        </p:nvCxnSpPr>
        <p:spPr>
          <a:xfrm>
            <a:off x="0" y="666750"/>
            <a:ext cx="91440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15483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(1 line) and Bullets (2/3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503239" y="298346"/>
            <a:ext cx="8137524" cy="321204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1800" spc="30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16"/>
          <p:cNvSpPr>
            <a:spLocks noGrp="1"/>
          </p:cNvSpPr>
          <p:nvPr>
            <p:ph type="body" sz="quarter" idx="19"/>
          </p:nvPr>
        </p:nvSpPr>
        <p:spPr>
          <a:xfrm>
            <a:off x="6114458" y="1039643"/>
            <a:ext cx="2524602" cy="3633787"/>
          </a:xfrm>
          <a:prstGeom prst="rect">
            <a:avLst/>
          </a:prstGeom>
        </p:spPr>
        <p:txBody>
          <a:bodyPr lIns="0" tIns="0" rIns="0" bIns="0"/>
          <a:lstStyle>
            <a:lvl1pPr marL="216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2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04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792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080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368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6"/>
          <p:cNvSpPr>
            <a:spLocks noGrp="1"/>
          </p:cNvSpPr>
          <p:nvPr>
            <p:ph type="body" sz="quarter" idx="20"/>
          </p:nvPr>
        </p:nvSpPr>
        <p:spPr>
          <a:xfrm>
            <a:off x="502271" y="1039643"/>
            <a:ext cx="5330695" cy="3633787"/>
          </a:xfrm>
          <a:prstGeom prst="rect">
            <a:avLst/>
          </a:prstGeom>
        </p:spPr>
        <p:txBody>
          <a:bodyPr lIns="0" tIns="0" rIns="0" bIns="0"/>
          <a:lstStyle>
            <a:lvl1pPr marL="216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2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04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792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080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368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Straight Connector 10"/>
          <p:cNvCxnSpPr/>
          <p:nvPr/>
        </p:nvCxnSpPr>
        <p:spPr>
          <a:xfrm>
            <a:off x="0" y="666750"/>
            <a:ext cx="91440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832820" y="5140417"/>
            <a:ext cx="993348" cy="304271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8088D43-097D-4BB5-8DBA-7303624EA96F}"/>
              </a:ext>
            </a:extLst>
          </p:cNvPr>
          <p:cNvCxnSpPr/>
          <p:nvPr userDrawn="1"/>
        </p:nvCxnSpPr>
        <p:spPr>
          <a:xfrm>
            <a:off x="0" y="666750"/>
            <a:ext cx="91440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102133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(2 lines) and Content (2/3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503239" y="298345"/>
            <a:ext cx="8137524" cy="591341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1800" spc="30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br>
              <a:rPr lang="en-US"/>
            </a:br>
            <a:endParaRPr lang="en-US"/>
          </a:p>
        </p:txBody>
      </p:sp>
      <p:sp>
        <p:nvSpPr>
          <p:cNvPr id="7" name="Text Placeholder 16"/>
          <p:cNvSpPr>
            <a:spLocks noGrp="1"/>
          </p:cNvSpPr>
          <p:nvPr>
            <p:ph type="body" sz="quarter" idx="15"/>
          </p:nvPr>
        </p:nvSpPr>
        <p:spPr>
          <a:xfrm>
            <a:off x="503239" y="1318263"/>
            <a:ext cx="5329729" cy="335516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  <a:defRPr sz="12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04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792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080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368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16"/>
          <p:cNvSpPr>
            <a:spLocks noGrp="1"/>
          </p:cNvSpPr>
          <p:nvPr>
            <p:ph type="body" sz="quarter" idx="17"/>
          </p:nvPr>
        </p:nvSpPr>
        <p:spPr>
          <a:xfrm>
            <a:off x="6113492" y="1318263"/>
            <a:ext cx="2524602" cy="335516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  <a:defRPr sz="12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04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792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080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368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948308"/>
            <a:ext cx="91440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832820" y="5140417"/>
            <a:ext cx="993348" cy="304271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E3F8469-CCA6-4CF8-BDF7-BA8FB8E62757}"/>
              </a:ext>
            </a:extLst>
          </p:cNvPr>
          <p:cNvCxnSpPr/>
          <p:nvPr userDrawn="1"/>
        </p:nvCxnSpPr>
        <p:spPr>
          <a:xfrm>
            <a:off x="0" y="948308"/>
            <a:ext cx="91440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088882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(2 lines) and Bullets (2/3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503239" y="298345"/>
            <a:ext cx="8137524" cy="591341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1800" spc="30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br>
              <a:rPr lang="en-US"/>
            </a:br>
            <a:endParaRPr lang="en-US"/>
          </a:p>
        </p:txBody>
      </p:sp>
      <p:sp>
        <p:nvSpPr>
          <p:cNvPr id="8" name="Text Placeholder 16"/>
          <p:cNvSpPr>
            <a:spLocks noGrp="1"/>
          </p:cNvSpPr>
          <p:nvPr>
            <p:ph type="body" sz="quarter" idx="19"/>
          </p:nvPr>
        </p:nvSpPr>
        <p:spPr>
          <a:xfrm>
            <a:off x="6114458" y="1318263"/>
            <a:ext cx="2524602" cy="3355167"/>
          </a:xfrm>
          <a:prstGeom prst="rect">
            <a:avLst/>
          </a:prstGeom>
        </p:spPr>
        <p:txBody>
          <a:bodyPr lIns="0" tIns="0" rIns="0" bIns="0"/>
          <a:lstStyle>
            <a:lvl1pPr marL="216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2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04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792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080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368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16"/>
          <p:cNvSpPr>
            <a:spLocks noGrp="1"/>
          </p:cNvSpPr>
          <p:nvPr>
            <p:ph type="body" sz="quarter" idx="20"/>
          </p:nvPr>
        </p:nvSpPr>
        <p:spPr>
          <a:xfrm>
            <a:off x="502271" y="1318263"/>
            <a:ext cx="5330695" cy="3355167"/>
          </a:xfrm>
          <a:prstGeom prst="rect">
            <a:avLst/>
          </a:prstGeom>
        </p:spPr>
        <p:txBody>
          <a:bodyPr lIns="0" tIns="0" rIns="0" bIns="0"/>
          <a:lstStyle>
            <a:lvl1pPr marL="216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2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04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792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080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368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0" y="948308"/>
            <a:ext cx="91440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832820" y="5140417"/>
            <a:ext cx="993348" cy="304271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A21035F-2498-4DF2-8AC9-D69A816A370C}"/>
              </a:ext>
            </a:extLst>
          </p:cNvPr>
          <p:cNvCxnSpPr/>
          <p:nvPr userDrawn="1"/>
        </p:nvCxnSpPr>
        <p:spPr>
          <a:xfrm>
            <a:off x="0" y="948308"/>
            <a:ext cx="91440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247502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(1 line) and Content (1/3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503239" y="298346"/>
            <a:ext cx="8137524" cy="321204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1800" spc="30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16"/>
          <p:cNvSpPr>
            <a:spLocks noGrp="1"/>
          </p:cNvSpPr>
          <p:nvPr>
            <p:ph type="body" sz="quarter" idx="17"/>
          </p:nvPr>
        </p:nvSpPr>
        <p:spPr>
          <a:xfrm>
            <a:off x="3308363" y="1039643"/>
            <a:ext cx="5329731" cy="36337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  <a:defRPr sz="12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04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792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080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368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16"/>
          <p:cNvSpPr>
            <a:spLocks noGrp="1"/>
          </p:cNvSpPr>
          <p:nvPr>
            <p:ph type="body" sz="quarter" idx="18"/>
          </p:nvPr>
        </p:nvSpPr>
        <p:spPr>
          <a:xfrm>
            <a:off x="503238" y="1039643"/>
            <a:ext cx="2524600" cy="36337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  <a:defRPr sz="12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04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792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080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368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66750"/>
            <a:ext cx="91440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832820" y="5140417"/>
            <a:ext cx="993348" cy="304271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BD6972D-57CB-435A-9019-B1C959DDD12D}"/>
              </a:ext>
            </a:extLst>
          </p:cNvPr>
          <p:cNvCxnSpPr/>
          <p:nvPr userDrawn="1"/>
        </p:nvCxnSpPr>
        <p:spPr>
          <a:xfrm>
            <a:off x="0" y="666750"/>
            <a:ext cx="91440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498495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(1 line) and Bullets (1/3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503239" y="298346"/>
            <a:ext cx="8137524" cy="321204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1800" spc="30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16"/>
          <p:cNvSpPr>
            <a:spLocks noGrp="1"/>
          </p:cNvSpPr>
          <p:nvPr>
            <p:ph type="body" sz="quarter" idx="20"/>
          </p:nvPr>
        </p:nvSpPr>
        <p:spPr>
          <a:xfrm>
            <a:off x="3309698" y="1039643"/>
            <a:ext cx="5328395" cy="3633787"/>
          </a:xfrm>
          <a:prstGeom prst="rect">
            <a:avLst/>
          </a:prstGeom>
        </p:spPr>
        <p:txBody>
          <a:bodyPr lIns="0" tIns="0" rIns="0" bIns="0"/>
          <a:lstStyle>
            <a:lvl1pPr marL="216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2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04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792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080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368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6"/>
          <p:cNvSpPr>
            <a:spLocks noGrp="1"/>
          </p:cNvSpPr>
          <p:nvPr>
            <p:ph type="body" sz="quarter" idx="21"/>
          </p:nvPr>
        </p:nvSpPr>
        <p:spPr>
          <a:xfrm>
            <a:off x="503237" y="1039643"/>
            <a:ext cx="2524601" cy="3633787"/>
          </a:xfrm>
          <a:prstGeom prst="rect">
            <a:avLst/>
          </a:prstGeom>
        </p:spPr>
        <p:txBody>
          <a:bodyPr lIns="0" tIns="0" rIns="0" bIns="0"/>
          <a:lstStyle>
            <a:lvl1pPr marL="216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2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04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792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080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368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3" name="Straight Connector 12"/>
          <p:cNvCxnSpPr/>
          <p:nvPr/>
        </p:nvCxnSpPr>
        <p:spPr>
          <a:xfrm>
            <a:off x="0" y="666750"/>
            <a:ext cx="91440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832820" y="5140417"/>
            <a:ext cx="993348" cy="304271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916E1E5-97DB-4573-B322-6B2296C8CA31}"/>
              </a:ext>
            </a:extLst>
          </p:cNvPr>
          <p:cNvCxnSpPr/>
          <p:nvPr userDrawn="1"/>
        </p:nvCxnSpPr>
        <p:spPr>
          <a:xfrm>
            <a:off x="0" y="666750"/>
            <a:ext cx="91440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300689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(2 lines) and Content (1/3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503239" y="298345"/>
            <a:ext cx="8137524" cy="591341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1800" spc="30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br>
              <a:rPr lang="en-US"/>
            </a:br>
            <a:endParaRPr lang="en-US"/>
          </a:p>
        </p:txBody>
      </p:sp>
      <p:sp>
        <p:nvSpPr>
          <p:cNvPr id="9" name="Text Placeholder 16"/>
          <p:cNvSpPr>
            <a:spLocks noGrp="1"/>
          </p:cNvSpPr>
          <p:nvPr>
            <p:ph type="body" sz="quarter" idx="17"/>
          </p:nvPr>
        </p:nvSpPr>
        <p:spPr>
          <a:xfrm>
            <a:off x="3308363" y="1318263"/>
            <a:ext cx="5329731" cy="335516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  <a:defRPr sz="12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04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792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080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368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Text Placeholder 16"/>
          <p:cNvSpPr>
            <a:spLocks noGrp="1"/>
          </p:cNvSpPr>
          <p:nvPr>
            <p:ph type="body" sz="quarter" idx="18"/>
          </p:nvPr>
        </p:nvSpPr>
        <p:spPr>
          <a:xfrm>
            <a:off x="503238" y="1318263"/>
            <a:ext cx="2524600" cy="335516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  <a:defRPr sz="12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04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792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080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368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948308"/>
            <a:ext cx="91440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832820" y="5140417"/>
            <a:ext cx="993348" cy="304271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BD8819F-472E-4E59-9DD6-644ABFDFEE5F}"/>
              </a:ext>
            </a:extLst>
          </p:cNvPr>
          <p:cNvCxnSpPr/>
          <p:nvPr userDrawn="1"/>
        </p:nvCxnSpPr>
        <p:spPr>
          <a:xfrm>
            <a:off x="0" y="948308"/>
            <a:ext cx="91440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664205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(2 lines) and Bullets (1/3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503239" y="298345"/>
            <a:ext cx="8137524" cy="591341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1800" spc="30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br>
              <a:rPr lang="en-US"/>
            </a:br>
            <a:endParaRPr lang="en-US"/>
          </a:p>
        </p:txBody>
      </p:sp>
      <p:sp>
        <p:nvSpPr>
          <p:cNvPr id="7" name="Text Placeholder 16"/>
          <p:cNvSpPr>
            <a:spLocks noGrp="1"/>
          </p:cNvSpPr>
          <p:nvPr>
            <p:ph type="body" sz="quarter" idx="20"/>
          </p:nvPr>
        </p:nvSpPr>
        <p:spPr>
          <a:xfrm>
            <a:off x="3309698" y="1318263"/>
            <a:ext cx="5328395" cy="3355167"/>
          </a:xfrm>
          <a:prstGeom prst="rect">
            <a:avLst/>
          </a:prstGeom>
        </p:spPr>
        <p:txBody>
          <a:bodyPr lIns="0" tIns="0" rIns="0" bIns="0"/>
          <a:lstStyle>
            <a:lvl1pPr marL="216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2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04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792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080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368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6"/>
          <p:cNvSpPr>
            <a:spLocks noGrp="1"/>
          </p:cNvSpPr>
          <p:nvPr>
            <p:ph type="body" sz="quarter" idx="21"/>
          </p:nvPr>
        </p:nvSpPr>
        <p:spPr>
          <a:xfrm>
            <a:off x="503237" y="1318263"/>
            <a:ext cx="2524601" cy="3355167"/>
          </a:xfrm>
          <a:prstGeom prst="rect">
            <a:avLst/>
          </a:prstGeom>
        </p:spPr>
        <p:txBody>
          <a:bodyPr lIns="0" tIns="0" rIns="0" bIns="0"/>
          <a:lstStyle>
            <a:lvl1pPr marL="216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2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04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792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080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368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3" name="Straight Connector 12"/>
          <p:cNvCxnSpPr/>
          <p:nvPr/>
        </p:nvCxnSpPr>
        <p:spPr>
          <a:xfrm>
            <a:off x="0" y="948308"/>
            <a:ext cx="91440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832820" y="5140417"/>
            <a:ext cx="993348" cy="304271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60DE0B7-C99E-472E-B5E0-63A4D8756BB6}"/>
              </a:ext>
            </a:extLst>
          </p:cNvPr>
          <p:cNvCxnSpPr/>
          <p:nvPr userDrawn="1"/>
        </p:nvCxnSpPr>
        <p:spPr>
          <a:xfrm>
            <a:off x="0" y="948308"/>
            <a:ext cx="91440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919025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(1 line) and Content (4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503239" y="298346"/>
            <a:ext cx="8137524" cy="321204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1800" b="0" spc="30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666750"/>
            <a:ext cx="91440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6"/>
          <p:cNvSpPr>
            <a:spLocks noGrp="1"/>
          </p:cNvSpPr>
          <p:nvPr>
            <p:ph type="body" sz="quarter" idx="20"/>
          </p:nvPr>
        </p:nvSpPr>
        <p:spPr>
          <a:xfrm>
            <a:off x="4711150" y="1039643"/>
            <a:ext cx="1823869" cy="36337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  <a:defRPr sz="12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04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792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080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368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16"/>
          <p:cNvSpPr>
            <a:spLocks noGrp="1"/>
          </p:cNvSpPr>
          <p:nvPr>
            <p:ph type="body" sz="quarter" idx="21"/>
          </p:nvPr>
        </p:nvSpPr>
        <p:spPr>
          <a:xfrm>
            <a:off x="6815114" y="1039643"/>
            <a:ext cx="1823869" cy="36337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  <a:defRPr sz="12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04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792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080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368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Text Placeholder 16"/>
          <p:cNvSpPr>
            <a:spLocks noGrp="1"/>
          </p:cNvSpPr>
          <p:nvPr>
            <p:ph type="body" sz="quarter" idx="22"/>
          </p:nvPr>
        </p:nvSpPr>
        <p:spPr>
          <a:xfrm>
            <a:off x="503240" y="1039643"/>
            <a:ext cx="1823869" cy="36337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  <a:defRPr sz="12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04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792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080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368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16"/>
          <p:cNvSpPr>
            <a:spLocks noGrp="1"/>
          </p:cNvSpPr>
          <p:nvPr>
            <p:ph type="body" sz="quarter" idx="23"/>
          </p:nvPr>
        </p:nvSpPr>
        <p:spPr>
          <a:xfrm>
            <a:off x="2607204" y="1039643"/>
            <a:ext cx="1823869" cy="36337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  <a:defRPr sz="12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04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792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080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368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832820" y="5140417"/>
            <a:ext cx="993348" cy="304271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8D49DD1-61D9-4B86-8273-C9A018E09544}"/>
              </a:ext>
            </a:extLst>
          </p:cNvPr>
          <p:cNvCxnSpPr/>
          <p:nvPr userDrawn="1"/>
        </p:nvCxnSpPr>
        <p:spPr>
          <a:xfrm>
            <a:off x="0" y="666750"/>
            <a:ext cx="91440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613662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(1 line) and Bullets (4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503239" y="298346"/>
            <a:ext cx="8137524" cy="321204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1800" b="0" spc="30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16"/>
          <p:cNvSpPr>
            <a:spLocks noGrp="1"/>
          </p:cNvSpPr>
          <p:nvPr>
            <p:ph type="body" sz="quarter" idx="24"/>
          </p:nvPr>
        </p:nvSpPr>
        <p:spPr>
          <a:xfrm>
            <a:off x="503239" y="1039643"/>
            <a:ext cx="1823872" cy="3633787"/>
          </a:xfrm>
          <a:prstGeom prst="rect">
            <a:avLst/>
          </a:prstGeom>
        </p:spPr>
        <p:txBody>
          <a:bodyPr lIns="0" tIns="0" rIns="0" bIns="0"/>
          <a:lstStyle>
            <a:lvl1pPr marL="216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2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04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792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080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368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16"/>
          <p:cNvSpPr>
            <a:spLocks noGrp="1"/>
          </p:cNvSpPr>
          <p:nvPr>
            <p:ph type="body" sz="quarter" idx="25"/>
          </p:nvPr>
        </p:nvSpPr>
        <p:spPr>
          <a:xfrm>
            <a:off x="2607184" y="1039643"/>
            <a:ext cx="1823872" cy="3633787"/>
          </a:xfrm>
          <a:prstGeom prst="rect">
            <a:avLst/>
          </a:prstGeom>
        </p:spPr>
        <p:txBody>
          <a:bodyPr lIns="0" tIns="0" rIns="0" bIns="0"/>
          <a:lstStyle>
            <a:lvl1pPr marL="216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2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04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792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080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368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6"/>
          <p:cNvSpPr>
            <a:spLocks noGrp="1"/>
          </p:cNvSpPr>
          <p:nvPr>
            <p:ph type="body" sz="quarter" idx="26"/>
          </p:nvPr>
        </p:nvSpPr>
        <p:spPr>
          <a:xfrm>
            <a:off x="4711151" y="1039643"/>
            <a:ext cx="1823872" cy="3633787"/>
          </a:xfrm>
          <a:prstGeom prst="rect">
            <a:avLst/>
          </a:prstGeom>
        </p:spPr>
        <p:txBody>
          <a:bodyPr lIns="0" tIns="0" rIns="0" bIns="0"/>
          <a:lstStyle>
            <a:lvl1pPr marL="216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2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04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792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080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368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27"/>
          </p:nvPr>
        </p:nvSpPr>
        <p:spPr>
          <a:xfrm>
            <a:off x="6815111" y="1039643"/>
            <a:ext cx="1823872" cy="3633787"/>
          </a:xfrm>
          <a:prstGeom prst="rect">
            <a:avLst/>
          </a:prstGeom>
        </p:spPr>
        <p:txBody>
          <a:bodyPr lIns="0" tIns="0" rIns="0" bIns="0"/>
          <a:lstStyle>
            <a:lvl1pPr marL="216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2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04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792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080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368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2" name="Straight Connector 11"/>
          <p:cNvCxnSpPr/>
          <p:nvPr/>
        </p:nvCxnSpPr>
        <p:spPr>
          <a:xfrm>
            <a:off x="0" y="666750"/>
            <a:ext cx="91440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832820" y="5140417"/>
            <a:ext cx="993348" cy="304271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C599DC8-C2C8-44C6-8B1B-ECC4FC0D3443}"/>
              </a:ext>
            </a:extLst>
          </p:cNvPr>
          <p:cNvCxnSpPr/>
          <p:nvPr userDrawn="1"/>
        </p:nvCxnSpPr>
        <p:spPr>
          <a:xfrm>
            <a:off x="0" y="666750"/>
            <a:ext cx="91440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618410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(2 lines) and Content (4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503239" y="298345"/>
            <a:ext cx="8137524" cy="591341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1800" b="0" spc="30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br>
              <a:rPr lang="en-US"/>
            </a:br>
            <a:endParaRPr lang="en-US"/>
          </a:p>
        </p:txBody>
      </p:sp>
      <p:sp>
        <p:nvSpPr>
          <p:cNvPr id="9" name="Text Placeholder 16"/>
          <p:cNvSpPr>
            <a:spLocks noGrp="1"/>
          </p:cNvSpPr>
          <p:nvPr>
            <p:ph type="body" sz="quarter" idx="20"/>
          </p:nvPr>
        </p:nvSpPr>
        <p:spPr>
          <a:xfrm>
            <a:off x="4711150" y="1318263"/>
            <a:ext cx="1823869" cy="335516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  <a:defRPr sz="12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04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792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080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368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16"/>
          <p:cNvSpPr>
            <a:spLocks noGrp="1"/>
          </p:cNvSpPr>
          <p:nvPr>
            <p:ph type="body" sz="quarter" idx="21"/>
          </p:nvPr>
        </p:nvSpPr>
        <p:spPr>
          <a:xfrm>
            <a:off x="6815114" y="1318263"/>
            <a:ext cx="1823869" cy="335516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  <a:defRPr sz="12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04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792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080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368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Text Placeholder 16"/>
          <p:cNvSpPr>
            <a:spLocks noGrp="1"/>
          </p:cNvSpPr>
          <p:nvPr>
            <p:ph type="body" sz="quarter" idx="22"/>
          </p:nvPr>
        </p:nvSpPr>
        <p:spPr>
          <a:xfrm>
            <a:off x="503240" y="1318263"/>
            <a:ext cx="1823869" cy="335516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  <a:defRPr sz="12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04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792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080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368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16"/>
          <p:cNvSpPr>
            <a:spLocks noGrp="1"/>
          </p:cNvSpPr>
          <p:nvPr>
            <p:ph type="body" sz="quarter" idx="23"/>
          </p:nvPr>
        </p:nvSpPr>
        <p:spPr>
          <a:xfrm>
            <a:off x="2607204" y="1318263"/>
            <a:ext cx="1823869" cy="335516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  <a:defRPr sz="12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04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792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080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368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5" name="Straight Connector 14"/>
          <p:cNvCxnSpPr/>
          <p:nvPr/>
        </p:nvCxnSpPr>
        <p:spPr>
          <a:xfrm>
            <a:off x="0" y="948308"/>
            <a:ext cx="91440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832820" y="5140417"/>
            <a:ext cx="993348" cy="304271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B24DB2B-4F98-44E9-94E5-F6304ABF5ECC}"/>
              </a:ext>
            </a:extLst>
          </p:cNvPr>
          <p:cNvCxnSpPr/>
          <p:nvPr userDrawn="1"/>
        </p:nvCxnSpPr>
        <p:spPr>
          <a:xfrm>
            <a:off x="0" y="948308"/>
            <a:ext cx="91440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7497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(2 lines) and Bullets (4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503239" y="298345"/>
            <a:ext cx="8137524" cy="591341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1800" b="0" spc="30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br>
              <a:rPr lang="en-US"/>
            </a:br>
            <a:endParaRPr lang="en-US"/>
          </a:p>
        </p:txBody>
      </p:sp>
      <p:sp>
        <p:nvSpPr>
          <p:cNvPr id="15" name="Text Placeholder 16"/>
          <p:cNvSpPr>
            <a:spLocks noGrp="1"/>
          </p:cNvSpPr>
          <p:nvPr>
            <p:ph type="body" sz="quarter" idx="24"/>
          </p:nvPr>
        </p:nvSpPr>
        <p:spPr>
          <a:xfrm>
            <a:off x="503238" y="1318263"/>
            <a:ext cx="1823872" cy="3355167"/>
          </a:xfrm>
          <a:prstGeom prst="rect">
            <a:avLst/>
          </a:prstGeom>
        </p:spPr>
        <p:txBody>
          <a:bodyPr lIns="0" tIns="0" rIns="0" bIns="0"/>
          <a:lstStyle>
            <a:lvl1pPr marL="216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2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04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792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080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368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6"/>
          <p:cNvSpPr>
            <a:spLocks noGrp="1"/>
          </p:cNvSpPr>
          <p:nvPr>
            <p:ph type="body" sz="quarter" idx="25"/>
          </p:nvPr>
        </p:nvSpPr>
        <p:spPr>
          <a:xfrm>
            <a:off x="2607183" y="1318263"/>
            <a:ext cx="1823872" cy="3355167"/>
          </a:xfrm>
          <a:prstGeom prst="rect">
            <a:avLst/>
          </a:prstGeom>
        </p:spPr>
        <p:txBody>
          <a:bodyPr lIns="0" tIns="0" rIns="0" bIns="0"/>
          <a:lstStyle>
            <a:lvl1pPr marL="216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2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04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792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080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368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26"/>
          </p:nvPr>
        </p:nvSpPr>
        <p:spPr>
          <a:xfrm>
            <a:off x="4711150" y="1318263"/>
            <a:ext cx="1823872" cy="3355167"/>
          </a:xfrm>
          <a:prstGeom prst="rect">
            <a:avLst/>
          </a:prstGeom>
        </p:spPr>
        <p:txBody>
          <a:bodyPr lIns="0" tIns="0" rIns="0" bIns="0"/>
          <a:lstStyle>
            <a:lvl1pPr marL="216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2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04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792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080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368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6"/>
          <p:cNvSpPr>
            <a:spLocks noGrp="1"/>
          </p:cNvSpPr>
          <p:nvPr>
            <p:ph type="body" sz="quarter" idx="27"/>
          </p:nvPr>
        </p:nvSpPr>
        <p:spPr>
          <a:xfrm>
            <a:off x="6815111" y="1318263"/>
            <a:ext cx="1823872" cy="3355167"/>
          </a:xfrm>
          <a:prstGeom prst="rect">
            <a:avLst/>
          </a:prstGeom>
        </p:spPr>
        <p:txBody>
          <a:bodyPr lIns="0" tIns="0" rIns="0" bIns="0"/>
          <a:lstStyle>
            <a:lvl1pPr marL="216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2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04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792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080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368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0" y="948308"/>
            <a:ext cx="91440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832820" y="5140417"/>
            <a:ext cx="993348" cy="304271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0017F84-B8A3-4AC3-B6E6-0408F914DBC9}"/>
              </a:ext>
            </a:extLst>
          </p:cNvPr>
          <p:cNvCxnSpPr/>
          <p:nvPr userDrawn="1"/>
        </p:nvCxnSpPr>
        <p:spPr>
          <a:xfrm>
            <a:off x="0" y="948308"/>
            <a:ext cx="91440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463365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Custom Layout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 rotWithShape="1">
          <a:blip r:embed="rId2">
            <a:alphaModFix amt="15000"/>
          </a:blip>
          <a:srcRect l="3012" r="3012"/>
          <a:stretch/>
        </p:blipFill>
        <p:spPr>
          <a:xfrm>
            <a:off x="0" y="0"/>
            <a:ext cx="9144000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170202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2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 rotWithShape="1">
          <a:blip r:embed="rId2">
            <a:alphaModFix amt="10000"/>
          </a:blip>
          <a:srcRect l="3012" r="3012"/>
          <a:stretch/>
        </p:blipFill>
        <p:spPr>
          <a:xfrm>
            <a:off x="0" y="0"/>
            <a:ext cx="9144000" cy="57150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 cstate="print">
            <a:biLevel thresh="7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9309" y="184286"/>
            <a:ext cx="484088" cy="484088"/>
          </a:xfrm>
          <a:prstGeom prst="rect">
            <a:avLst/>
          </a:prstGeom>
        </p:spPr>
      </p:pic>
      <p:sp>
        <p:nvSpPr>
          <p:cNvPr id="11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832820" y="5140417"/>
            <a:ext cx="993348" cy="304271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713329" y="1604169"/>
            <a:ext cx="7687721" cy="250666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ts val="4000"/>
              </a:lnSpc>
              <a:spcBef>
                <a:spcPts val="0"/>
              </a:spcBef>
              <a:spcAft>
                <a:spcPts val="400"/>
              </a:spcAft>
              <a:buNone/>
              <a:defRPr sz="3800" b="1" spc="150" baseline="0">
                <a:solidFill>
                  <a:schemeClr val="tx2"/>
                </a:solidFill>
              </a:defRPr>
            </a:lvl1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This is a call out or section slide. Calibri Bold, 38pt.</a:t>
            </a:r>
          </a:p>
        </p:txBody>
      </p:sp>
    </p:spTree>
    <p:extLst>
      <p:ext uri="{BB962C8B-B14F-4D97-AF65-F5344CB8AC3E}">
        <p14:creationId xmlns:p14="http://schemas.microsoft.com/office/powerpoint/2010/main" val="19135315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0_Custom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 userDrawn="1"/>
        </p:nvPicPr>
        <p:blipFill rotWithShape="1">
          <a:blip r:embed="rId2">
            <a:alphaModFix amt="35000"/>
          </a:blip>
          <a:srcRect l="3012" r="3012"/>
          <a:stretch/>
        </p:blipFill>
        <p:spPr>
          <a:xfrm>
            <a:off x="0" y="0"/>
            <a:ext cx="9144000" cy="5715000"/>
          </a:xfrm>
          <a:prstGeom prst="rect">
            <a:avLst/>
          </a:prstGeom>
        </p:spPr>
      </p:pic>
      <p:sp>
        <p:nvSpPr>
          <p:cNvPr id="7" name="Text Placehold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713330" y="1604169"/>
            <a:ext cx="7687720" cy="250666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ts val="4600"/>
              </a:lnSpc>
              <a:spcBef>
                <a:spcPts val="0"/>
              </a:spcBef>
              <a:spcAft>
                <a:spcPts val="400"/>
              </a:spcAft>
              <a:buNone/>
              <a:defRPr sz="4400" b="1" spc="150" baseline="0">
                <a:solidFill>
                  <a:schemeClr val="tx2"/>
                </a:solidFill>
              </a:defRPr>
            </a:lvl1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This is a call out or section slide. Calibri Bold, 44pt.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print">
            <a:biLevel thresh="7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9309" y="184286"/>
            <a:ext cx="484088" cy="484088"/>
          </a:xfrm>
          <a:prstGeom prst="rect">
            <a:avLst/>
          </a:prstGeom>
        </p:spPr>
      </p:pic>
      <p:sp>
        <p:nvSpPr>
          <p:cNvPr id="1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832820" y="5140417"/>
            <a:ext cx="993348" cy="304271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867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3_Custom Layou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 userDrawn="1"/>
        </p:nvPicPr>
        <p:blipFill rotWithShape="1">
          <a:blip r:embed="rId2">
            <a:alphaModFix amt="25000"/>
          </a:blip>
          <a:srcRect l="3012" r="3012"/>
          <a:stretch/>
        </p:blipFill>
        <p:spPr>
          <a:xfrm>
            <a:off x="0" y="0"/>
            <a:ext cx="9144000" cy="5715000"/>
          </a:xfrm>
          <a:prstGeom prst="rect">
            <a:avLst/>
          </a:prstGeom>
        </p:spPr>
      </p:pic>
      <p:sp>
        <p:nvSpPr>
          <p:cNvPr id="7" name="Text Placehold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713330" y="1604169"/>
            <a:ext cx="7680576" cy="250666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ts val="4000"/>
              </a:lnSpc>
              <a:spcBef>
                <a:spcPts val="0"/>
              </a:spcBef>
              <a:spcAft>
                <a:spcPts val="400"/>
              </a:spcAft>
              <a:buNone/>
              <a:defRPr sz="3800" b="1" spc="150" baseline="0">
                <a:solidFill>
                  <a:schemeClr val="tx2"/>
                </a:solidFill>
              </a:defRPr>
            </a:lvl1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This is a call out or section slide. Calibri Bold, 38pt.</a:t>
            </a:r>
          </a:p>
        </p:txBody>
      </p:sp>
      <p:sp>
        <p:nvSpPr>
          <p:cNvPr id="1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832820" y="5140417"/>
            <a:ext cx="993348" cy="30427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3" cstate="print">
            <a:biLevel thresh="7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9309" y="184286"/>
            <a:ext cx="484088" cy="484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827987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4_Custom Layout">
    <p:bg>
      <p:bgPr>
        <a:solidFill>
          <a:srgbClr val="C4C6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 userDrawn="1"/>
        </p:nvPicPr>
        <p:blipFill rotWithShape="1">
          <a:blip r:embed="rId2">
            <a:alphaModFix amt="20000"/>
          </a:blip>
          <a:srcRect l="3012" r="3012"/>
          <a:stretch/>
        </p:blipFill>
        <p:spPr>
          <a:xfrm>
            <a:off x="0" y="0"/>
            <a:ext cx="9144000" cy="5715000"/>
          </a:xfrm>
          <a:prstGeom prst="rect">
            <a:avLst/>
          </a:prstGeom>
        </p:spPr>
      </p:pic>
      <p:sp>
        <p:nvSpPr>
          <p:cNvPr id="7" name="Text Placehold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713330" y="1604169"/>
            <a:ext cx="7687720" cy="250666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ts val="4600"/>
              </a:lnSpc>
              <a:spcBef>
                <a:spcPts val="0"/>
              </a:spcBef>
              <a:spcAft>
                <a:spcPts val="400"/>
              </a:spcAft>
              <a:buNone/>
              <a:defRPr sz="4400" b="1" spc="150" baseline="0">
                <a:solidFill>
                  <a:schemeClr val="tx2"/>
                </a:solidFill>
              </a:defRPr>
            </a:lvl1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This is a call out or section slide. Calibri Bold, 44pt.</a:t>
            </a:r>
          </a:p>
        </p:txBody>
      </p:sp>
      <p:sp>
        <p:nvSpPr>
          <p:cNvPr id="1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832820" y="5140417"/>
            <a:ext cx="993348" cy="30427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3" cstate="print">
            <a:biLevel thresh="7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9309" y="184286"/>
            <a:ext cx="484088" cy="484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617454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5_Custom Layout">
    <p:bg>
      <p:bgPr>
        <a:solidFill>
          <a:srgbClr val="BB47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 userDrawn="1"/>
        </p:nvPicPr>
        <p:blipFill rotWithShape="1">
          <a:blip r:embed="rId2">
            <a:alphaModFix amt="25000"/>
          </a:blip>
          <a:srcRect l="3012" r="3012"/>
          <a:stretch/>
        </p:blipFill>
        <p:spPr>
          <a:xfrm>
            <a:off x="0" y="0"/>
            <a:ext cx="9144000" cy="5715000"/>
          </a:xfrm>
          <a:prstGeom prst="rect">
            <a:avLst/>
          </a:prstGeom>
        </p:spPr>
      </p:pic>
      <p:sp>
        <p:nvSpPr>
          <p:cNvPr id="8" name="Text Placehold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713330" y="1604169"/>
            <a:ext cx="7687720" cy="250666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ts val="3400"/>
              </a:lnSpc>
              <a:spcBef>
                <a:spcPts val="0"/>
              </a:spcBef>
              <a:spcAft>
                <a:spcPts val="400"/>
              </a:spcAft>
              <a:buNone/>
              <a:defRPr sz="3200" b="1" spc="150" baseline="0">
                <a:solidFill>
                  <a:schemeClr val="tx2"/>
                </a:solidFill>
              </a:defRPr>
            </a:lvl1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This is a call out or section slide. Calibri Bold, 32pt.</a:t>
            </a:r>
          </a:p>
        </p:txBody>
      </p:sp>
      <p:sp>
        <p:nvSpPr>
          <p:cNvPr id="9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832820" y="5140417"/>
            <a:ext cx="993348" cy="30427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3" cstate="print">
            <a:biLevel thresh="7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9309" y="184286"/>
            <a:ext cx="484088" cy="484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342393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6_Custom Layout">
    <p:bg>
      <p:bgPr>
        <a:solidFill>
          <a:srgbClr val="D25B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 userDrawn="1"/>
        </p:nvPicPr>
        <p:blipFill rotWithShape="1">
          <a:blip r:embed="rId2">
            <a:alphaModFix amt="20000"/>
          </a:blip>
          <a:srcRect l="3012" r="3012"/>
          <a:stretch/>
        </p:blipFill>
        <p:spPr>
          <a:xfrm>
            <a:off x="0" y="0"/>
            <a:ext cx="9144000" cy="5715000"/>
          </a:xfrm>
          <a:prstGeom prst="rect">
            <a:avLst/>
          </a:prstGeom>
        </p:spPr>
      </p:pic>
      <p:sp>
        <p:nvSpPr>
          <p:cNvPr id="8" name="Text Placehold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713330" y="1604169"/>
            <a:ext cx="7687720" cy="250666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ts val="3400"/>
              </a:lnSpc>
              <a:spcBef>
                <a:spcPts val="0"/>
              </a:spcBef>
              <a:spcAft>
                <a:spcPts val="400"/>
              </a:spcAft>
              <a:buNone/>
              <a:defRPr sz="3200" b="1" spc="150" baseline="0">
                <a:solidFill>
                  <a:schemeClr val="tx2"/>
                </a:solidFill>
              </a:defRPr>
            </a:lvl1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This is a call out or section slide. Calibri Bold, 32pt.</a:t>
            </a:r>
          </a:p>
        </p:txBody>
      </p:sp>
      <p:sp>
        <p:nvSpPr>
          <p:cNvPr id="9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832820" y="5140417"/>
            <a:ext cx="993348" cy="30427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 cstate="print">
            <a:biLevel thresh="7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9309" y="184286"/>
            <a:ext cx="484088" cy="484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504438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 with Title (1 lin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3239" y="298346"/>
            <a:ext cx="8137524" cy="321204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1800" spc="30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0" y="666750"/>
            <a:ext cx="91440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832820" y="5140417"/>
            <a:ext cx="993348" cy="304271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84231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(1 line) and Content (1 colum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3239" y="298346"/>
            <a:ext cx="8137524" cy="321204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1800" spc="30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2" hasCustomPrompt="1"/>
          </p:nvPr>
        </p:nvSpPr>
        <p:spPr>
          <a:xfrm>
            <a:off x="503237" y="1039643"/>
            <a:ext cx="8135746" cy="36337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  <a:defRPr sz="12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04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792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080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368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title style</a:t>
            </a:r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0" y="666750"/>
            <a:ext cx="91440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832820" y="5140417"/>
            <a:ext cx="993348" cy="304271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02667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(1 line) and Bullets (1 colum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3239" y="298346"/>
            <a:ext cx="8137524" cy="321204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1800" spc="30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2"/>
          </p:nvPr>
        </p:nvSpPr>
        <p:spPr>
          <a:xfrm>
            <a:off x="503237" y="1039643"/>
            <a:ext cx="8135746" cy="3633787"/>
          </a:xfrm>
          <a:prstGeom prst="rect">
            <a:avLst/>
          </a:prstGeom>
        </p:spPr>
        <p:txBody>
          <a:bodyPr lIns="0" tIns="0" rIns="0" bIns="0"/>
          <a:lstStyle>
            <a:lvl1pPr marL="216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2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04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792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080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368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0" y="666750"/>
            <a:ext cx="91440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832820" y="5140417"/>
            <a:ext cx="993348" cy="304271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64769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(2 lines) and Content (1 colum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6"/>
          <p:cNvSpPr>
            <a:spLocks noGrp="1"/>
          </p:cNvSpPr>
          <p:nvPr>
            <p:ph type="body" sz="quarter" idx="12"/>
          </p:nvPr>
        </p:nvSpPr>
        <p:spPr>
          <a:xfrm>
            <a:off x="503237" y="1305214"/>
            <a:ext cx="8135746" cy="336821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  <a:defRPr sz="12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04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792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080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368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503239" y="298345"/>
            <a:ext cx="8137524" cy="591341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1800" spc="30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br>
              <a:rPr lang="en-US"/>
            </a:br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0" y="948308"/>
            <a:ext cx="91440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832820" y="5140417"/>
            <a:ext cx="993348" cy="304271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32573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(2 lines) and Bullets (1 colum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503239" y="298345"/>
            <a:ext cx="8137524" cy="591341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1800" spc="30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br>
              <a:rPr lang="en-US"/>
            </a:br>
            <a:endParaRPr lang="en-US"/>
          </a:p>
        </p:txBody>
      </p:sp>
      <p:sp>
        <p:nvSpPr>
          <p:cNvPr id="6" name="Text Placeholder 16"/>
          <p:cNvSpPr>
            <a:spLocks noGrp="1"/>
          </p:cNvSpPr>
          <p:nvPr>
            <p:ph type="body" sz="quarter" idx="12"/>
          </p:nvPr>
        </p:nvSpPr>
        <p:spPr>
          <a:xfrm>
            <a:off x="503237" y="1305213"/>
            <a:ext cx="8135746" cy="3368217"/>
          </a:xfrm>
          <a:prstGeom prst="rect">
            <a:avLst/>
          </a:prstGeom>
        </p:spPr>
        <p:txBody>
          <a:bodyPr lIns="0" tIns="0" rIns="0" bIns="0"/>
          <a:lstStyle>
            <a:lvl1pPr marL="216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2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04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792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080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368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0" y="948308"/>
            <a:ext cx="91440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832820" y="5140417"/>
            <a:ext cx="993348" cy="304271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6494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(1 line) and Content (2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6"/>
          <p:cNvSpPr>
            <a:spLocks noGrp="1"/>
          </p:cNvSpPr>
          <p:nvPr>
            <p:ph type="body" sz="quarter" idx="12"/>
          </p:nvPr>
        </p:nvSpPr>
        <p:spPr>
          <a:xfrm>
            <a:off x="503237" y="1039643"/>
            <a:ext cx="3928721" cy="36337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  <a:defRPr sz="12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04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792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080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368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503239" y="298346"/>
            <a:ext cx="8137524" cy="321204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1800" spc="30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16"/>
          <p:cNvSpPr>
            <a:spLocks noGrp="1"/>
          </p:cNvSpPr>
          <p:nvPr>
            <p:ph type="body" sz="quarter" idx="15"/>
          </p:nvPr>
        </p:nvSpPr>
        <p:spPr>
          <a:xfrm>
            <a:off x="4712043" y="1039643"/>
            <a:ext cx="3928721" cy="36337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  <a:defRPr sz="12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04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792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080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368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0" y="666750"/>
            <a:ext cx="91440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832820" y="5140417"/>
            <a:ext cx="993348" cy="304271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04741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(1 line) and Bullets (2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16"/>
          <p:cNvSpPr>
            <a:spLocks noGrp="1"/>
          </p:cNvSpPr>
          <p:nvPr>
            <p:ph type="body" sz="quarter" idx="16"/>
          </p:nvPr>
        </p:nvSpPr>
        <p:spPr>
          <a:xfrm>
            <a:off x="503239" y="1039643"/>
            <a:ext cx="3928721" cy="3633787"/>
          </a:xfrm>
          <a:prstGeom prst="rect">
            <a:avLst/>
          </a:prstGeom>
        </p:spPr>
        <p:txBody>
          <a:bodyPr lIns="0" tIns="0" rIns="0" bIns="0"/>
          <a:lstStyle>
            <a:lvl1pPr marL="216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2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04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792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080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368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6"/>
          <p:cNvSpPr>
            <a:spLocks noGrp="1"/>
          </p:cNvSpPr>
          <p:nvPr>
            <p:ph type="body" sz="quarter" idx="17"/>
          </p:nvPr>
        </p:nvSpPr>
        <p:spPr>
          <a:xfrm>
            <a:off x="4710262" y="1039643"/>
            <a:ext cx="3928721" cy="3633787"/>
          </a:xfrm>
          <a:prstGeom prst="rect">
            <a:avLst/>
          </a:prstGeom>
        </p:spPr>
        <p:txBody>
          <a:bodyPr lIns="0" tIns="0" rIns="0" bIns="0"/>
          <a:lstStyle>
            <a:lvl1pPr marL="216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2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04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792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080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368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503239" y="298346"/>
            <a:ext cx="8137524" cy="321204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1800" spc="30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0" y="666750"/>
            <a:ext cx="91440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832820" y="5140417"/>
            <a:ext cx="993348" cy="304271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320855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(2 lines) and Content (2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6"/>
          <p:cNvSpPr>
            <a:spLocks noGrp="1"/>
          </p:cNvSpPr>
          <p:nvPr>
            <p:ph type="body" sz="quarter" idx="16"/>
          </p:nvPr>
        </p:nvSpPr>
        <p:spPr>
          <a:xfrm>
            <a:off x="503235" y="1318263"/>
            <a:ext cx="3928721" cy="335516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  <a:defRPr sz="12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04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792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080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368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6"/>
          <p:cNvSpPr>
            <a:spLocks noGrp="1"/>
          </p:cNvSpPr>
          <p:nvPr>
            <p:ph type="body" sz="quarter" idx="15"/>
          </p:nvPr>
        </p:nvSpPr>
        <p:spPr>
          <a:xfrm>
            <a:off x="4712043" y="1318263"/>
            <a:ext cx="3928721" cy="335516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  <a:defRPr sz="12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04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792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080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368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503239" y="298345"/>
            <a:ext cx="8137524" cy="591341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1800" spc="30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br>
              <a:rPr lang="en-US"/>
            </a:br>
            <a:endParaRPr lang="en-US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0" y="948308"/>
            <a:ext cx="91440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832820" y="5140417"/>
            <a:ext cx="993348" cy="304271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601692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(2 lines) and Bullets (2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6"/>
          <p:cNvSpPr>
            <a:spLocks noGrp="1"/>
          </p:cNvSpPr>
          <p:nvPr>
            <p:ph type="body" sz="quarter" idx="18"/>
          </p:nvPr>
        </p:nvSpPr>
        <p:spPr>
          <a:xfrm>
            <a:off x="4710262" y="1318263"/>
            <a:ext cx="3928721" cy="3355167"/>
          </a:xfrm>
          <a:prstGeom prst="rect">
            <a:avLst/>
          </a:prstGeom>
        </p:spPr>
        <p:txBody>
          <a:bodyPr lIns="0" tIns="0" rIns="0" bIns="0"/>
          <a:lstStyle>
            <a:lvl1pPr marL="216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2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04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792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080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368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503239" y="298345"/>
            <a:ext cx="8137524" cy="591341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1800" spc="30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br>
              <a:rPr lang="en-US"/>
            </a:br>
            <a:endParaRPr lang="en-US"/>
          </a:p>
        </p:txBody>
      </p:sp>
      <p:sp>
        <p:nvSpPr>
          <p:cNvPr id="7" name="Text Placeholder 16"/>
          <p:cNvSpPr>
            <a:spLocks noGrp="1"/>
          </p:cNvSpPr>
          <p:nvPr>
            <p:ph type="body" sz="quarter" idx="17"/>
          </p:nvPr>
        </p:nvSpPr>
        <p:spPr>
          <a:xfrm>
            <a:off x="503237" y="1318263"/>
            <a:ext cx="3928721" cy="3355167"/>
          </a:xfrm>
          <a:prstGeom prst="rect">
            <a:avLst/>
          </a:prstGeom>
        </p:spPr>
        <p:txBody>
          <a:bodyPr lIns="0" tIns="0" rIns="0" bIns="0"/>
          <a:lstStyle>
            <a:lvl1pPr marL="216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2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04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792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080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368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0" y="948308"/>
            <a:ext cx="91440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832820" y="5140417"/>
            <a:ext cx="993348" cy="304271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480304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(1 line) and Content (3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503239" y="298346"/>
            <a:ext cx="8137524" cy="321204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1800" spc="30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-13960" y="666750"/>
            <a:ext cx="915796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6"/>
          <p:cNvSpPr>
            <a:spLocks noGrp="1"/>
          </p:cNvSpPr>
          <p:nvPr>
            <p:ph type="body" sz="quarter" idx="12"/>
          </p:nvPr>
        </p:nvSpPr>
        <p:spPr>
          <a:xfrm>
            <a:off x="503238" y="1039643"/>
            <a:ext cx="2524600" cy="36337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  <a:defRPr sz="12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04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792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080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368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6"/>
          <p:cNvSpPr>
            <a:spLocks noGrp="1"/>
          </p:cNvSpPr>
          <p:nvPr>
            <p:ph type="body" sz="quarter" idx="15"/>
          </p:nvPr>
        </p:nvSpPr>
        <p:spPr>
          <a:xfrm>
            <a:off x="3308364" y="1039643"/>
            <a:ext cx="2524602" cy="36337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  <a:defRPr sz="12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04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792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080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368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6"/>
          <p:cNvSpPr>
            <a:spLocks noGrp="1"/>
          </p:cNvSpPr>
          <p:nvPr>
            <p:ph type="body" sz="quarter" idx="17"/>
          </p:nvPr>
        </p:nvSpPr>
        <p:spPr>
          <a:xfrm>
            <a:off x="6113492" y="1039643"/>
            <a:ext cx="2524602" cy="36337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  <a:defRPr sz="12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04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792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080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368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832820" y="5140417"/>
            <a:ext cx="993348" cy="304271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10248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(1 line) and Bullets (3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503239" y="298346"/>
            <a:ext cx="8137524" cy="321204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1800" spc="30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16"/>
          <p:cNvSpPr>
            <a:spLocks noGrp="1"/>
          </p:cNvSpPr>
          <p:nvPr>
            <p:ph type="body" sz="quarter" idx="16"/>
          </p:nvPr>
        </p:nvSpPr>
        <p:spPr>
          <a:xfrm>
            <a:off x="503237" y="1039643"/>
            <a:ext cx="2524601" cy="3633787"/>
          </a:xfrm>
          <a:prstGeom prst="rect">
            <a:avLst/>
          </a:prstGeom>
        </p:spPr>
        <p:txBody>
          <a:bodyPr lIns="0" tIns="0" rIns="0" bIns="0"/>
          <a:lstStyle>
            <a:lvl1pPr marL="216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2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04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792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080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368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16"/>
          <p:cNvSpPr>
            <a:spLocks noGrp="1"/>
          </p:cNvSpPr>
          <p:nvPr>
            <p:ph type="body" sz="quarter" idx="19"/>
          </p:nvPr>
        </p:nvSpPr>
        <p:spPr>
          <a:xfrm>
            <a:off x="6114458" y="1039643"/>
            <a:ext cx="2524602" cy="3633787"/>
          </a:xfrm>
          <a:prstGeom prst="rect">
            <a:avLst/>
          </a:prstGeom>
        </p:spPr>
        <p:txBody>
          <a:bodyPr lIns="0" tIns="0" rIns="0" bIns="0"/>
          <a:lstStyle>
            <a:lvl1pPr marL="216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2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04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792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080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368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6"/>
          <p:cNvSpPr>
            <a:spLocks noGrp="1"/>
          </p:cNvSpPr>
          <p:nvPr>
            <p:ph type="body" sz="quarter" idx="20"/>
          </p:nvPr>
        </p:nvSpPr>
        <p:spPr>
          <a:xfrm>
            <a:off x="3308364" y="1039643"/>
            <a:ext cx="2524602" cy="3633787"/>
          </a:xfrm>
          <a:prstGeom prst="rect">
            <a:avLst/>
          </a:prstGeom>
        </p:spPr>
        <p:txBody>
          <a:bodyPr lIns="0" tIns="0" rIns="0" bIns="0"/>
          <a:lstStyle>
            <a:lvl1pPr marL="216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2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04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792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080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368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0" y="666750"/>
            <a:ext cx="91440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832820" y="5140417"/>
            <a:ext cx="993348" cy="304271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255420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(2 lines) and Content (3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503239" y="298345"/>
            <a:ext cx="8137524" cy="591341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1800" spc="30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br>
              <a:rPr lang="en-US"/>
            </a:br>
            <a:endParaRPr lang="en-US"/>
          </a:p>
        </p:txBody>
      </p:sp>
      <p:sp>
        <p:nvSpPr>
          <p:cNvPr id="10" name="Text Placeholder 16"/>
          <p:cNvSpPr>
            <a:spLocks noGrp="1"/>
          </p:cNvSpPr>
          <p:nvPr>
            <p:ph type="body" sz="quarter" idx="12"/>
          </p:nvPr>
        </p:nvSpPr>
        <p:spPr>
          <a:xfrm>
            <a:off x="503238" y="1318263"/>
            <a:ext cx="2524600" cy="335516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  <a:defRPr sz="12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04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792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080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368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6"/>
          <p:cNvSpPr>
            <a:spLocks noGrp="1"/>
          </p:cNvSpPr>
          <p:nvPr>
            <p:ph type="body" sz="quarter" idx="15"/>
          </p:nvPr>
        </p:nvSpPr>
        <p:spPr>
          <a:xfrm>
            <a:off x="3308364" y="1318263"/>
            <a:ext cx="2524602" cy="335516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  <a:defRPr sz="12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04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792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080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368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6"/>
          <p:cNvSpPr>
            <a:spLocks noGrp="1"/>
          </p:cNvSpPr>
          <p:nvPr>
            <p:ph type="body" sz="quarter" idx="17"/>
          </p:nvPr>
        </p:nvSpPr>
        <p:spPr>
          <a:xfrm>
            <a:off x="6113492" y="1318263"/>
            <a:ext cx="2524602" cy="335516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  <a:defRPr sz="12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04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792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080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368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5" name="Straight Connector 14"/>
          <p:cNvCxnSpPr/>
          <p:nvPr userDrawn="1"/>
        </p:nvCxnSpPr>
        <p:spPr>
          <a:xfrm>
            <a:off x="0" y="948308"/>
            <a:ext cx="91440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832820" y="5140417"/>
            <a:ext cx="993348" cy="304271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39500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(2 lines) and Bullets (3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503239" y="298345"/>
            <a:ext cx="8137524" cy="591341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1800" spc="30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br>
              <a:rPr lang="en-US"/>
            </a:br>
            <a:endParaRPr lang="en-US"/>
          </a:p>
        </p:txBody>
      </p:sp>
      <p:sp>
        <p:nvSpPr>
          <p:cNvPr id="14" name="Text Placeholder 16"/>
          <p:cNvSpPr>
            <a:spLocks noGrp="1"/>
          </p:cNvSpPr>
          <p:nvPr>
            <p:ph type="body" sz="quarter" idx="16"/>
          </p:nvPr>
        </p:nvSpPr>
        <p:spPr>
          <a:xfrm>
            <a:off x="503237" y="1318263"/>
            <a:ext cx="2524601" cy="3355167"/>
          </a:xfrm>
          <a:prstGeom prst="rect">
            <a:avLst/>
          </a:prstGeom>
        </p:spPr>
        <p:txBody>
          <a:bodyPr lIns="0" tIns="0" rIns="0" bIns="0"/>
          <a:lstStyle>
            <a:lvl1pPr marL="216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2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04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792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080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368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6"/>
          <p:cNvSpPr>
            <a:spLocks noGrp="1"/>
          </p:cNvSpPr>
          <p:nvPr>
            <p:ph type="body" sz="quarter" idx="19"/>
          </p:nvPr>
        </p:nvSpPr>
        <p:spPr>
          <a:xfrm>
            <a:off x="6114458" y="1318263"/>
            <a:ext cx="2524602" cy="3355167"/>
          </a:xfrm>
          <a:prstGeom prst="rect">
            <a:avLst/>
          </a:prstGeom>
        </p:spPr>
        <p:txBody>
          <a:bodyPr lIns="0" tIns="0" rIns="0" bIns="0"/>
          <a:lstStyle>
            <a:lvl1pPr marL="216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2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04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792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080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368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6"/>
          <p:cNvSpPr>
            <a:spLocks noGrp="1"/>
          </p:cNvSpPr>
          <p:nvPr>
            <p:ph type="body" sz="quarter" idx="20"/>
          </p:nvPr>
        </p:nvSpPr>
        <p:spPr>
          <a:xfrm>
            <a:off x="3308364" y="1318263"/>
            <a:ext cx="2524602" cy="3355167"/>
          </a:xfrm>
          <a:prstGeom prst="rect">
            <a:avLst/>
          </a:prstGeom>
        </p:spPr>
        <p:txBody>
          <a:bodyPr lIns="0" tIns="0" rIns="0" bIns="0"/>
          <a:lstStyle>
            <a:lvl1pPr marL="216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2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04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792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080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368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0" y="948308"/>
            <a:ext cx="91440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832820" y="5140417"/>
            <a:ext cx="993348" cy="304271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403347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(1 line) and Content (2/3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503239" y="298346"/>
            <a:ext cx="8137524" cy="321204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1800" spc="30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16"/>
          <p:cNvSpPr>
            <a:spLocks noGrp="1"/>
          </p:cNvSpPr>
          <p:nvPr>
            <p:ph type="body" sz="quarter" idx="15"/>
          </p:nvPr>
        </p:nvSpPr>
        <p:spPr>
          <a:xfrm>
            <a:off x="503237" y="1039643"/>
            <a:ext cx="5329729" cy="36337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  <a:defRPr sz="12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04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792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080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368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6"/>
          <p:cNvSpPr>
            <a:spLocks noGrp="1"/>
          </p:cNvSpPr>
          <p:nvPr>
            <p:ph type="body" sz="quarter" idx="17"/>
          </p:nvPr>
        </p:nvSpPr>
        <p:spPr>
          <a:xfrm>
            <a:off x="6113492" y="1039643"/>
            <a:ext cx="2524602" cy="36337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  <a:defRPr sz="12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04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792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080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368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0" y="666750"/>
            <a:ext cx="91440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832820" y="5140417"/>
            <a:ext cx="993348" cy="304271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57819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(1 line) and Bullets (2/3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503239" y="298346"/>
            <a:ext cx="8137524" cy="321204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1800" spc="30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16"/>
          <p:cNvSpPr>
            <a:spLocks noGrp="1"/>
          </p:cNvSpPr>
          <p:nvPr>
            <p:ph type="body" sz="quarter" idx="19"/>
          </p:nvPr>
        </p:nvSpPr>
        <p:spPr>
          <a:xfrm>
            <a:off x="6114458" y="1039643"/>
            <a:ext cx="2524602" cy="3633787"/>
          </a:xfrm>
          <a:prstGeom prst="rect">
            <a:avLst/>
          </a:prstGeom>
        </p:spPr>
        <p:txBody>
          <a:bodyPr lIns="0" tIns="0" rIns="0" bIns="0"/>
          <a:lstStyle>
            <a:lvl1pPr marL="216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2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04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792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080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368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6"/>
          <p:cNvSpPr>
            <a:spLocks noGrp="1"/>
          </p:cNvSpPr>
          <p:nvPr>
            <p:ph type="body" sz="quarter" idx="20"/>
          </p:nvPr>
        </p:nvSpPr>
        <p:spPr>
          <a:xfrm>
            <a:off x="502271" y="1039643"/>
            <a:ext cx="5330695" cy="3633787"/>
          </a:xfrm>
          <a:prstGeom prst="rect">
            <a:avLst/>
          </a:prstGeom>
        </p:spPr>
        <p:txBody>
          <a:bodyPr lIns="0" tIns="0" rIns="0" bIns="0"/>
          <a:lstStyle>
            <a:lvl1pPr marL="216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2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04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792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080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368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0" y="666750"/>
            <a:ext cx="91440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832820" y="5140417"/>
            <a:ext cx="993348" cy="304271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207343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(2 lines) and Content (2/3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503239" y="298345"/>
            <a:ext cx="8137524" cy="591341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1800" spc="30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br>
              <a:rPr lang="en-US"/>
            </a:br>
            <a:endParaRPr lang="en-US"/>
          </a:p>
        </p:txBody>
      </p:sp>
      <p:sp>
        <p:nvSpPr>
          <p:cNvPr id="7" name="Text Placeholder 16"/>
          <p:cNvSpPr>
            <a:spLocks noGrp="1"/>
          </p:cNvSpPr>
          <p:nvPr>
            <p:ph type="body" sz="quarter" idx="15"/>
          </p:nvPr>
        </p:nvSpPr>
        <p:spPr>
          <a:xfrm>
            <a:off x="503239" y="1318263"/>
            <a:ext cx="5329729" cy="335516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  <a:defRPr sz="12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04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792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080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368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16"/>
          <p:cNvSpPr>
            <a:spLocks noGrp="1"/>
          </p:cNvSpPr>
          <p:nvPr>
            <p:ph type="body" sz="quarter" idx="17"/>
          </p:nvPr>
        </p:nvSpPr>
        <p:spPr>
          <a:xfrm>
            <a:off x="6113492" y="1318263"/>
            <a:ext cx="2524602" cy="335516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  <a:defRPr sz="12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04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792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080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368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0" y="948308"/>
            <a:ext cx="91440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832820" y="5140417"/>
            <a:ext cx="993348" cy="304271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462052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(2 lines) and Bullets (2/3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503239" y="298345"/>
            <a:ext cx="8137524" cy="591341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1800" spc="30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br>
              <a:rPr lang="en-US"/>
            </a:br>
            <a:endParaRPr lang="en-US"/>
          </a:p>
        </p:txBody>
      </p:sp>
      <p:sp>
        <p:nvSpPr>
          <p:cNvPr id="8" name="Text Placeholder 16"/>
          <p:cNvSpPr>
            <a:spLocks noGrp="1"/>
          </p:cNvSpPr>
          <p:nvPr>
            <p:ph type="body" sz="quarter" idx="19"/>
          </p:nvPr>
        </p:nvSpPr>
        <p:spPr>
          <a:xfrm>
            <a:off x="6114458" y="1318263"/>
            <a:ext cx="2524602" cy="3355167"/>
          </a:xfrm>
          <a:prstGeom prst="rect">
            <a:avLst/>
          </a:prstGeom>
        </p:spPr>
        <p:txBody>
          <a:bodyPr lIns="0" tIns="0" rIns="0" bIns="0"/>
          <a:lstStyle>
            <a:lvl1pPr marL="216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2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04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792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080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368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16"/>
          <p:cNvSpPr>
            <a:spLocks noGrp="1"/>
          </p:cNvSpPr>
          <p:nvPr>
            <p:ph type="body" sz="quarter" idx="20"/>
          </p:nvPr>
        </p:nvSpPr>
        <p:spPr>
          <a:xfrm>
            <a:off x="502271" y="1318263"/>
            <a:ext cx="5330695" cy="3355167"/>
          </a:xfrm>
          <a:prstGeom prst="rect">
            <a:avLst/>
          </a:prstGeom>
        </p:spPr>
        <p:txBody>
          <a:bodyPr lIns="0" tIns="0" rIns="0" bIns="0"/>
          <a:lstStyle>
            <a:lvl1pPr marL="216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2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04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792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080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368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0" y="948308"/>
            <a:ext cx="91440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832820" y="5140417"/>
            <a:ext cx="993348" cy="304271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33753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(1 line) and Content (1/3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503239" y="298346"/>
            <a:ext cx="8137524" cy="321204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1800" spc="30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16"/>
          <p:cNvSpPr>
            <a:spLocks noGrp="1"/>
          </p:cNvSpPr>
          <p:nvPr>
            <p:ph type="body" sz="quarter" idx="17"/>
          </p:nvPr>
        </p:nvSpPr>
        <p:spPr>
          <a:xfrm>
            <a:off x="3308363" y="1039643"/>
            <a:ext cx="5329731" cy="36337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  <a:defRPr sz="12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04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792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080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368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6"/>
          <p:cNvSpPr>
            <a:spLocks noGrp="1"/>
          </p:cNvSpPr>
          <p:nvPr>
            <p:ph type="body" sz="quarter" idx="18"/>
          </p:nvPr>
        </p:nvSpPr>
        <p:spPr>
          <a:xfrm>
            <a:off x="503238" y="1039643"/>
            <a:ext cx="2524600" cy="36337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  <a:defRPr sz="12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04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792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080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368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0" y="666750"/>
            <a:ext cx="91440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832820" y="5140417"/>
            <a:ext cx="993348" cy="304271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73487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(1 line) and Bullets (1/3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503239" y="298346"/>
            <a:ext cx="8137524" cy="321204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1800" spc="30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16"/>
          <p:cNvSpPr>
            <a:spLocks noGrp="1"/>
          </p:cNvSpPr>
          <p:nvPr>
            <p:ph type="body" sz="quarter" idx="20"/>
          </p:nvPr>
        </p:nvSpPr>
        <p:spPr>
          <a:xfrm>
            <a:off x="3309698" y="1039643"/>
            <a:ext cx="5328395" cy="3633787"/>
          </a:xfrm>
          <a:prstGeom prst="rect">
            <a:avLst/>
          </a:prstGeom>
        </p:spPr>
        <p:txBody>
          <a:bodyPr lIns="0" tIns="0" rIns="0" bIns="0"/>
          <a:lstStyle>
            <a:lvl1pPr marL="216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2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04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792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080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368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6"/>
          <p:cNvSpPr>
            <a:spLocks noGrp="1"/>
          </p:cNvSpPr>
          <p:nvPr>
            <p:ph type="body" sz="quarter" idx="21"/>
          </p:nvPr>
        </p:nvSpPr>
        <p:spPr>
          <a:xfrm>
            <a:off x="503237" y="1039643"/>
            <a:ext cx="2524601" cy="3633787"/>
          </a:xfrm>
          <a:prstGeom prst="rect">
            <a:avLst/>
          </a:prstGeom>
        </p:spPr>
        <p:txBody>
          <a:bodyPr lIns="0" tIns="0" rIns="0" bIns="0"/>
          <a:lstStyle>
            <a:lvl1pPr marL="216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2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04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792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080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368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3" name="Straight Connector 12"/>
          <p:cNvCxnSpPr/>
          <p:nvPr userDrawn="1"/>
        </p:nvCxnSpPr>
        <p:spPr>
          <a:xfrm>
            <a:off x="0" y="666750"/>
            <a:ext cx="91440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832820" y="5140417"/>
            <a:ext cx="993348" cy="304271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076911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(2 lines) and Content (1/3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503239" y="298345"/>
            <a:ext cx="8137524" cy="591341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1800" spc="30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br>
              <a:rPr lang="en-US"/>
            </a:br>
            <a:endParaRPr lang="en-US"/>
          </a:p>
        </p:txBody>
      </p:sp>
      <p:sp>
        <p:nvSpPr>
          <p:cNvPr id="9" name="Text Placeholder 16"/>
          <p:cNvSpPr>
            <a:spLocks noGrp="1"/>
          </p:cNvSpPr>
          <p:nvPr>
            <p:ph type="body" sz="quarter" idx="17"/>
          </p:nvPr>
        </p:nvSpPr>
        <p:spPr>
          <a:xfrm>
            <a:off x="3308363" y="1318263"/>
            <a:ext cx="5329731" cy="335516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  <a:defRPr sz="12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04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792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080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368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6"/>
          <p:cNvSpPr>
            <a:spLocks noGrp="1"/>
          </p:cNvSpPr>
          <p:nvPr>
            <p:ph type="body" sz="quarter" idx="18"/>
          </p:nvPr>
        </p:nvSpPr>
        <p:spPr>
          <a:xfrm>
            <a:off x="503238" y="1318263"/>
            <a:ext cx="2524600" cy="335516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  <a:defRPr sz="12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04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792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080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368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0" y="948308"/>
            <a:ext cx="91440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832820" y="5140417"/>
            <a:ext cx="993348" cy="304271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160859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(2 lines) and Bullets (1/3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503239" y="298345"/>
            <a:ext cx="8137524" cy="591341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1800" spc="30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br>
              <a:rPr lang="en-US"/>
            </a:br>
            <a:endParaRPr lang="en-US"/>
          </a:p>
        </p:txBody>
      </p:sp>
      <p:sp>
        <p:nvSpPr>
          <p:cNvPr id="7" name="Text Placeholder 16"/>
          <p:cNvSpPr>
            <a:spLocks noGrp="1"/>
          </p:cNvSpPr>
          <p:nvPr>
            <p:ph type="body" sz="quarter" idx="20"/>
          </p:nvPr>
        </p:nvSpPr>
        <p:spPr>
          <a:xfrm>
            <a:off x="3309698" y="1318263"/>
            <a:ext cx="5328395" cy="3355167"/>
          </a:xfrm>
          <a:prstGeom prst="rect">
            <a:avLst/>
          </a:prstGeom>
        </p:spPr>
        <p:txBody>
          <a:bodyPr lIns="0" tIns="0" rIns="0" bIns="0"/>
          <a:lstStyle>
            <a:lvl1pPr marL="216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2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04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792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080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368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6"/>
          <p:cNvSpPr>
            <a:spLocks noGrp="1"/>
          </p:cNvSpPr>
          <p:nvPr>
            <p:ph type="body" sz="quarter" idx="21"/>
          </p:nvPr>
        </p:nvSpPr>
        <p:spPr>
          <a:xfrm>
            <a:off x="503237" y="1318263"/>
            <a:ext cx="2524601" cy="3355167"/>
          </a:xfrm>
          <a:prstGeom prst="rect">
            <a:avLst/>
          </a:prstGeom>
        </p:spPr>
        <p:txBody>
          <a:bodyPr lIns="0" tIns="0" rIns="0" bIns="0"/>
          <a:lstStyle>
            <a:lvl1pPr marL="216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2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04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792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080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368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3" name="Straight Connector 12"/>
          <p:cNvCxnSpPr/>
          <p:nvPr userDrawn="1"/>
        </p:nvCxnSpPr>
        <p:spPr>
          <a:xfrm>
            <a:off x="0" y="948308"/>
            <a:ext cx="91440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832820" y="5140417"/>
            <a:ext cx="993348" cy="304271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145447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(1 line) and Content (4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503239" y="298346"/>
            <a:ext cx="8137524" cy="321204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1800" b="0" spc="30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5" name="Straight Connector 4"/>
          <p:cNvCxnSpPr/>
          <p:nvPr userDrawn="1"/>
        </p:nvCxnSpPr>
        <p:spPr>
          <a:xfrm>
            <a:off x="0" y="666750"/>
            <a:ext cx="91440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6"/>
          <p:cNvSpPr>
            <a:spLocks noGrp="1"/>
          </p:cNvSpPr>
          <p:nvPr>
            <p:ph type="body" sz="quarter" idx="20"/>
          </p:nvPr>
        </p:nvSpPr>
        <p:spPr>
          <a:xfrm>
            <a:off x="4711150" y="1039643"/>
            <a:ext cx="1823869" cy="36337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  <a:defRPr sz="12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04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792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080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368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6"/>
          <p:cNvSpPr>
            <a:spLocks noGrp="1"/>
          </p:cNvSpPr>
          <p:nvPr>
            <p:ph type="body" sz="quarter" idx="21"/>
          </p:nvPr>
        </p:nvSpPr>
        <p:spPr>
          <a:xfrm>
            <a:off x="6815114" y="1039643"/>
            <a:ext cx="1823869" cy="36337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  <a:defRPr sz="12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04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792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080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368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6"/>
          <p:cNvSpPr>
            <a:spLocks noGrp="1"/>
          </p:cNvSpPr>
          <p:nvPr>
            <p:ph type="body" sz="quarter" idx="22"/>
          </p:nvPr>
        </p:nvSpPr>
        <p:spPr>
          <a:xfrm>
            <a:off x="503240" y="1039643"/>
            <a:ext cx="1823869" cy="36337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  <a:defRPr sz="12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04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792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080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368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6"/>
          <p:cNvSpPr>
            <a:spLocks noGrp="1"/>
          </p:cNvSpPr>
          <p:nvPr>
            <p:ph type="body" sz="quarter" idx="23"/>
          </p:nvPr>
        </p:nvSpPr>
        <p:spPr>
          <a:xfrm>
            <a:off x="2607204" y="1039643"/>
            <a:ext cx="1823869" cy="36337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  <a:defRPr sz="12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04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792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080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368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832820" y="5140417"/>
            <a:ext cx="993348" cy="304271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859948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(1 line) and Bullets (4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503239" y="298346"/>
            <a:ext cx="8137524" cy="321204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1800" b="0" spc="30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16"/>
          <p:cNvSpPr>
            <a:spLocks noGrp="1"/>
          </p:cNvSpPr>
          <p:nvPr>
            <p:ph type="body" sz="quarter" idx="24"/>
          </p:nvPr>
        </p:nvSpPr>
        <p:spPr>
          <a:xfrm>
            <a:off x="503239" y="1039643"/>
            <a:ext cx="1823872" cy="3633787"/>
          </a:xfrm>
          <a:prstGeom prst="rect">
            <a:avLst/>
          </a:prstGeom>
        </p:spPr>
        <p:txBody>
          <a:bodyPr lIns="0" tIns="0" rIns="0" bIns="0"/>
          <a:lstStyle>
            <a:lvl1pPr marL="216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2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04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792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080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368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16"/>
          <p:cNvSpPr>
            <a:spLocks noGrp="1"/>
          </p:cNvSpPr>
          <p:nvPr>
            <p:ph type="body" sz="quarter" idx="25"/>
          </p:nvPr>
        </p:nvSpPr>
        <p:spPr>
          <a:xfrm>
            <a:off x="2607184" y="1039643"/>
            <a:ext cx="1823872" cy="3633787"/>
          </a:xfrm>
          <a:prstGeom prst="rect">
            <a:avLst/>
          </a:prstGeom>
        </p:spPr>
        <p:txBody>
          <a:bodyPr lIns="0" tIns="0" rIns="0" bIns="0"/>
          <a:lstStyle>
            <a:lvl1pPr marL="216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2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04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792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080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368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6"/>
          <p:cNvSpPr>
            <a:spLocks noGrp="1"/>
          </p:cNvSpPr>
          <p:nvPr>
            <p:ph type="body" sz="quarter" idx="26"/>
          </p:nvPr>
        </p:nvSpPr>
        <p:spPr>
          <a:xfrm>
            <a:off x="4711151" y="1039643"/>
            <a:ext cx="1823872" cy="3633787"/>
          </a:xfrm>
          <a:prstGeom prst="rect">
            <a:avLst/>
          </a:prstGeom>
        </p:spPr>
        <p:txBody>
          <a:bodyPr lIns="0" tIns="0" rIns="0" bIns="0"/>
          <a:lstStyle>
            <a:lvl1pPr marL="216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2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04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792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080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368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27"/>
          </p:nvPr>
        </p:nvSpPr>
        <p:spPr>
          <a:xfrm>
            <a:off x="6815111" y="1039643"/>
            <a:ext cx="1823872" cy="3633787"/>
          </a:xfrm>
          <a:prstGeom prst="rect">
            <a:avLst/>
          </a:prstGeom>
        </p:spPr>
        <p:txBody>
          <a:bodyPr lIns="0" tIns="0" rIns="0" bIns="0"/>
          <a:lstStyle>
            <a:lvl1pPr marL="216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2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04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792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080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368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0" y="666750"/>
            <a:ext cx="91440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832820" y="5140417"/>
            <a:ext cx="993348" cy="304271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679582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(2 lines) and Content (4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503239" y="298345"/>
            <a:ext cx="8137524" cy="591341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1800" b="0" spc="30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br>
              <a:rPr lang="en-US"/>
            </a:br>
            <a:endParaRPr lang="en-US"/>
          </a:p>
        </p:txBody>
      </p:sp>
      <p:sp>
        <p:nvSpPr>
          <p:cNvPr id="9" name="Text Placeholder 16"/>
          <p:cNvSpPr>
            <a:spLocks noGrp="1"/>
          </p:cNvSpPr>
          <p:nvPr>
            <p:ph type="body" sz="quarter" idx="20"/>
          </p:nvPr>
        </p:nvSpPr>
        <p:spPr>
          <a:xfrm>
            <a:off x="4711150" y="1318263"/>
            <a:ext cx="1823869" cy="335516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  <a:defRPr sz="12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04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792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080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368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6"/>
          <p:cNvSpPr>
            <a:spLocks noGrp="1"/>
          </p:cNvSpPr>
          <p:nvPr>
            <p:ph type="body" sz="quarter" idx="21"/>
          </p:nvPr>
        </p:nvSpPr>
        <p:spPr>
          <a:xfrm>
            <a:off x="6815114" y="1318263"/>
            <a:ext cx="1823869" cy="335516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  <a:defRPr sz="12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04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792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080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368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6"/>
          <p:cNvSpPr>
            <a:spLocks noGrp="1"/>
          </p:cNvSpPr>
          <p:nvPr>
            <p:ph type="body" sz="quarter" idx="22"/>
          </p:nvPr>
        </p:nvSpPr>
        <p:spPr>
          <a:xfrm>
            <a:off x="503240" y="1318263"/>
            <a:ext cx="1823869" cy="335516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  <a:defRPr sz="12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04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792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080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368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6"/>
          <p:cNvSpPr>
            <a:spLocks noGrp="1"/>
          </p:cNvSpPr>
          <p:nvPr>
            <p:ph type="body" sz="quarter" idx="23"/>
          </p:nvPr>
        </p:nvSpPr>
        <p:spPr>
          <a:xfrm>
            <a:off x="2607204" y="1318263"/>
            <a:ext cx="1823869" cy="335516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  <a:defRPr sz="12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04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latin typeface="Calibri Light" charset="0"/>
                <a:ea typeface="Calibri Light" charset="0"/>
                <a:cs typeface="Calibri Light" charset="0"/>
              </a:defRPr>
            </a:lvl2pPr>
            <a:lvl3pPr marL="792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latin typeface="Calibri Light" charset="0"/>
                <a:ea typeface="Calibri Light" charset="0"/>
                <a:cs typeface="Calibri Light" charset="0"/>
              </a:defRPr>
            </a:lvl3pPr>
            <a:lvl4pPr marL="1080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latin typeface="Calibri Light" charset="0"/>
                <a:ea typeface="Calibri Light" charset="0"/>
                <a:cs typeface="Calibri Light" charset="0"/>
              </a:defRPr>
            </a:lvl4pPr>
            <a:lvl5pPr marL="1368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5" name="Straight Connector 14"/>
          <p:cNvCxnSpPr/>
          <p:nvPr userDrawn="1"/>
        </p:nvCxnSpPr>
        <p:spPr>
          <a:xfrm>
            <a:off x="0" y="948308"/>
            <a:ext cx="91440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832820" y="5140417"/>
            <a:ext cx="993348" cy="304271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185533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(2 lines) and Bullets (4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503239" y="298345"/>
            <a:ext cx="8137524" cy="591341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1800" b="0" spc="30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br>
              <a:rPr lang="en-US"/>
            </a:br>
            <a:endParaRPr lang="en-US"/>
          </a:p>
        </p:txBody>
      </p:sp>
      <p:sp>
        <p:nvSpPr>
          <p:cNvPr id="15" name="Text Placeholder 16"/>
          <p:cNvSpPr>
            <a:spLocks noGrp="1"/>
          </p:cNvSpPr>
          <p:nvPr>
            <p:ph type="body" sz="quarter" idx="24"/>
          </p:nvPr>
        </p:nvSpPr>
        <p:spPr>
          <a:xfrm>
            <a:off x="503238" y="1318263"/>
            <a:ext cx="1823872" cy="3355167"/>
          </a:xfrm>
          <a:prstGeom prst="rect">
            <a:avLst/>
          </a:prstGeom>
        </p:spPr>
        <p:txBody>
          <a:bodyPr lIns="0" tIns="0" rIns="0" bIns="0"/>
          <a:lstStyle>
            <a:lvl1pPr marL="216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2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04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792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080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368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6"/>
          <p:cNvSpPr>
            <a:spLocks noGrp="1"/>
          </p:cNvSpPr>
          <p:nvPr>
            <p:ph type="body" sz="quarter" idx="25"/>
          </p:nvPr>
        </p:nvSpPr>
        <p:spPr>
          <a:xfrm>
            <a:off x="2607183" y="1318263"/>
            <a:ext cx="1823872" cy="3355167"/>
          </a:xfrm>
          <a:prstGeom prst="rect">
            <a:avLst/>
          </a:prstGeom>
        </p:spPr>
        <p:txBody>
          <a:bodyPr lIns="0" tIns="0" rIns="0" bIns="0"/>
          <a:lstStyle>
            <a:lvl1pPr marL="216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2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04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792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080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368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26"/>
          </p:nvPr>
        </p:nvSpPr>
        <p:spPr>
          <a:xfrm>
            <a:off x="4711150" y="1318263"/>
            <a:ext cx="1823872" cy="3355167"/>
          </a:xfrm>
          <a:prstGeom prst="rect">
            <a:avLst/>
          </a:prstGeom>
        </p:spPr>
        <p:txBody>
          <a:bodyPr lIns="0" tIns="0" rIns="0" bIns="0"/>
          <a:lstStyle>
            <a:lvl1pPr marL="216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2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04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792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080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368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6"/>
          <p:cNvSpPr>
            <a:spLocks noGrp="1"/>
          </p:cNvSpPr>
          <p:nvPr>
            <p:ph type="body" sz="quarter" idx="27"/>
          </p:nvPr>
        </p:nvSpPr>
        <p:spPr>
          <a:xfrm>
            <a:off x="6815111" y="1318263"/>
            <a:ext cx="1823872" cy="3355167"/>
          </a:xfrm>
          <a:prstGeom prst="rect">
            <a:avLst/>
          </a:prstGeom>
        </p:spPr>
        <p:txBody>
          <a:bodyPr lIns="0" tIns="0" rIns="0" bIns="0"/>
          <a:lstStyle>
            <a:lvl1pPr marL="216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2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04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792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5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080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368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000" b="0" i="0">
                <a:solidFill>
                  <a:schemeClr val="tx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0" y="948308"/>
            <a:ext cx="9144000" cy="0"/>
          </a:xfrm>
          <a:prstGeom prst="line">
            <a:avLst/>
          </a:prstGeom>
          <a:ln w="3175">
            <a:solidFill>
              <a:schemeClr val="bg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832820" y="5140417"/>
            <a:ext cx="993348" cy="304271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&lt; 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05728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slideLayout" Target="../slideLayouts/slideLayout58.xml"/><Relationship Id="rId59" Type="http://schemas.openxmlformats.org/officeDocument/2006/relationships/slideLayout" Target="../slideLayouts/slideLayout59.xml"/><Relationship Id="rId60" Type="http://schemas.openxmlformats.org/officeDocument/2006/relationships/slideLayout" Target="../slideLayouts/slideLayout60.xml"/><Relationship Id="rId61" Type="http://schemas.openxmlformats.org/officeDocument/2006/relationships/slideLayout" Target="../slideLayouts/slideLayout61.xml"/><Relationship Id="rId62" Type="http://schemas.openxmlformats.org/officeDocument/2006/relationships/slideLayout" Target="../slideLayouts/slideLayout62.xml"/><Relationship Id="rId63" Type="http://schemas.openxmlformats.org/officeDocument/2006/relationships/slideLayout" Target="../slideLayouts/slideLayout63.xml"/><Relationship Id="rId64" Type="http://schemas.openxmlformats.org/officeDocument/2006/relationships/slideLayout" Target="../slideLayouts/slideLayout64.xml"/><Relationship Id="rId65" Type="http://schemas.openxmlformats.org/officeDocument/2006/relationships/slideLayout" Target="../slideLayouts/slideLayout65.xml"/><Relationship Id="rId66" Type="http://schemas.openxmlformats.org/officeDocument/2006/relationships/slideLayout" Target="../slideLayouts/slideLayout66.xml"/><Relationship Id="rId67" Type="http://schemas.openxmlformats.org/officeDocument/2006/relationships/theme" Target="../theme/theme1.xml"/><Relationship Id="rId68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59773" y="5156283"/>
            <a:ext cx="2263140" cy="30427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spc="300">
                <a:solidFill>
                  <a:schemeClr val="accent3"/>
                </a:solidFill>
              </a:defRPr>
            </a:lvl1pPr>
          </a:lstStyle>
          <a:p>
            <a:r>
              <a:rPr lang="en-US"/>
              <a:t>&lt; </a:t>
            </a:r>
            <a:fld id="{5693902F-D8FF-914C-998A-ABB2ED9E160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68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9309" y="5050509"/>
            <a:ext cx="484088" cy="48408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AA2D371-8530-43BE-9A05-6756BEA52354}"/>
              </a:ext>
            </a:extLst>
          </p:cNvPr>
          <p:cNvPicPr>
            <a:picLocks noChangeAspect="1"/>
          </p:cNvPicPr>
          <p:nvPr userDrawn="1"/>
        </p:nvPicPr>
        <p:blipFill>
          <a:blip r:embed="rId68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9309" y="5050509"/>
            <a:ext cx="484088" cy="484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78276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24" r:id="rId2"/>
    <p:sldLayoutId id="2147483725" r:id="rId3"/>
    <p:sldLayoutId id="2147483726" r:id="rId4"/>
    <p:sldLayoutId id="2147483727" r:id="rId5"/>
    <p:sldLayoutId id="2147483728" r:id="rId6"/>
    <p:sldLayoutId id="2147483729" r:id="rId7"/>
    <p:sldLayoutId id="2147483730" r:id="rId8"/>
    <p:sldLayoutId id="2147483731" r:id="rId9"/>
    <p:sldLayoutId id="2147483732" r:id="rId10"/>
    <p:sldLayoutId id="2147483733" r:id="rId11"/>
    <p:sldLayoutId id="2147483734" r:id="rId12"/>
    <p:sldLayoutId id="2147483735" r:id="rId13"/>
    <p:sldLayoutId id="2147483736" r:id="rId14"/>
    <p:sldLayoutId id="2147483737" r:id="rId15"/>
    <p:sldLayoutId id="2147483738" r:id="rId16"/>
    <p:sldLayoutId id="2147483739" r:id="rId17"/>
    <p:sldLayoutId id="2147483740" r:id="rId18"/>
    <p:sldLayoutId id="2147483741" r:id="rId19"/>
    <p:sldLayoutId id="2147483742" r:id="rId20"/>
    <p:sldLayoutId id="2147483743" r:id="rId21"/>
    <p:sldLayoutId id="2147483744" r:id="rId22"/>
    <p:sldLayoutId id="2147483745" r:id="rId23"/>
    <p:sldLayoutId id="2147483746" r:id="rId24"/>
    <p:sldLayoutId id="2147483747" r:id="rId25"/>
    <p:sldLayoutId id="2147483748" r:id="rId26"/>
    <p:sldLayoutId id="2147483749" r:id="rId27"/>
    <p:sldLayoutId id="2147483750" r:id="rId28"/>
    <p:sldLayoutId id="2147483751" r:id="rId29"/>
    <p:sldLayoutId id="2147483752" r:id="rId30"/>
    <p:sldLayoutId id="2147483753" r:id="rId31"/>
    <p:sldLayoutId id="2147483754" r:id="rId32"/>
    <p:sldLayoutId id="2147483755" r:id="rId33"/>
    <p:sldLayoutId id="2147483756" r:id="rId34"/>
    <p:sldLayoutId id="2147483717" r:id="rId35"/>
    <p:sldLayoutId id="2147483721" r:id="rId36"/>
    <p:sldLayoutId id="2147483712" r:id="rId37"/>
    <p:sldLayoutId id="2147483714" r:id="rId38"/>
    <p:sldLayoutId id="2147483716" r:id="rId39"/>
    <p:sldLayoutId id="2147483713" r:id="rId40"/>
    <p:sldLayoutId id="2147483718" r:id="rId41"/>
    <p:sldLayoutId id="2147483704" r:id="rId42"/>
    <p:sldLayoutId id="2147483674" r:id="rId43"/>
    <p:sldLayoutId id="2147483692" r:id="rId44"/>
    <p:sldLayoutId id="2147483675" r:id="rId45"/>
    <p:sldLayoutId id="2147483693" r:id="rId46"/>
    <p:sldLayoutId id="2147483676" r:id="rId47"/>
    <p:sldLayoutId id="2147483694" r:id="rId48"/>
    <p:sldLayoutId id="2147483677" r:id="rId49"/>
    <p:sldLayoutId id="2147483695" r:id="rId50"/>
    <p:sldLayoutId id="2147483678" r:id="rId51"/>
    <p:sldLayoutId id="2147483696" r:id="rId52"/>
    <p:sldLayoutId id="2147483679" r:id="rId53"/>
    <p:sldLayoutId id="2147483697" r:id="rId54"/>
    <p:sldLayoutId id="2147483680" r:id="rId55"/>
    <p:sldLayoutId id="2147483698" r:id="rId56"/>
    <p:sldLayoutId id="2147483681" r:id="rId57"/>
    <p:sldLayoutId id="2147483699" r:id="rId58"/>
    <p:sldLayoutId id="2147483682" r:id="rId59"/>
    <p:sldLayoutId id="2147483700" r:id="rId60"/>
    <p:sldLayoutId id="2147483683" r:id="rId61"/>
    <p:sldLayoutId id="2147483701" r:id="rId62"/>
    <p:sldLayoutId id="2147483684" r:id="rId63"/>
    <p:sldLayoutId id="2147483702" r:id="rId64"/>
    <p:sldLayoutId id="2147483685" r:id="rId65"/>
    <p:sldLayoutId id="2147483703" r:id="rId66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9" orient="horz" pos="1800">
          <p15:clr>
            <a:srgbClr val="F26B43"/>
          </p15:clr>
        </p15:guide>
        <p15:guide id="10" pos="2880">
          <p15:clr>
            <a:srgbClr val="F26B43"/>
          </p15:clr>
        </p15:guide>
        <p15:guide id="11" pos="317">
          <p15:clr>
            <a:srgbClr val="F26B43"/>
          </p15:clr>
        </p15:guide>
        <p15:guide id="12" pos="5443">
          <p15:clr>
            <a:srgbClr val="F26B43"/>
          </p15:clr>
        </p15:guide>
        <p15:guide id="13" orient="horz" pos="417">
          <p15:clr>
            <a:srgbClr val="F26B43"/>
          </p15:clr>
        </p15:guide>
        <p15:guide id="14" orient="horz" pos="3183">
          <p15:clr>
            <a:srgbClr val="F26B43"/>
          </p15:clr>
        </p15:guide>
        <p15:guide id="15" orient="horz" pos="711">
          <p15:clr>
            <a:srgbClr val="F26B43"/>
          </p15:clr>
        </p15:guide>
        <p15:guide id="16" orient="horz" pos="326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/>
            <a:r>
              <a:t>Season 2 Announcement &amp; Overview</a:t>
            </a:r>
          </a:p>
          <a:p>
            <a:pPr/>
            <a:r>
              <a:t>What's New This Season</a:t>
            </a:r>
          </a:p>
          <a:p>
            <a:pPr/>
            <a:r>
              <a:t>Sports &amp; Events Lineup</a:t>
            </a:r>
          </a:p>
          <a:p>
            <a:pPr/>
            <a:r>
              <a:t>Tournament Schedule &amp; Key Dates</a:t>
            </a:r>
          </a:p>
          <a:p>
            <a:pPr/>
            <a:r>
              <a:t>How to Register &amp; Participate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b="1"/>
              <a:t>Season 2 Is Here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Prevalent Premier League — Season 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/>
            <a:r>
              <a:t>Company-wide sports tournament returns bigger than ever</a:t>
            </a:r>
          </a:p>
          <a:p>
            <a:pPr/>
            <a:r>
              <a:t>Open to all Prevalent AI employees across all offices</a:t>
            </a:r>
          </a:p>
          <a:p>
            <a:pPr/>
            <a:r>
              <a:t>Expanded to 5 sports disciplines this season</a:t>
            </a:r>
          </a:p>
          <a:p>
            <a:pPr/>
            <a:r>
              <a:t>Team-based format with inter-department competition</a:t>
            </a:r>
          </a:p>
          <a:p>
            <a:pPr/>
            <a:r>
              <a:t>Grand finale event with trophies &amp; celebrations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What's New in Season 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/>
            <a:r>
              <a:t>New sports added: Badminton &amp; Table Tennis</a:t>
            </a:r>
          </a:p>
          <a:p>
            <a:pPr/>
            <a:r>
              <a:t>Live scoring dashboard available on the intranet</a:t>
            </a:r>
          </a:p>
          <a:p>
            <a:pPr/>
            <a:r>
              <a:t>Official team jerseys provided for all participants</a:t>
            </a:r>
          </a:p>
          <a:p>
            <a:pPr/>
            <a:r>
              <a:t>Weekly highlights reel on Slack #ppl-sports</a:t>
            </a:r>
          </a:p>
          <a:p>
            <a:pPr/>
            <a:r>
              <a:t>Permanent Season 2 Champion Trophy on display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b="1"/>
              <a:t>Sports &amp; Events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Season 2 Sports Lineup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/>
            <a:r>
              <a:t>Cricket — T10 format, inter-department teams</a:t>
            </a:r>
          </a:p>
          <a:p>
            <a:pPr/>
            <a:r>
              <a:t>Football — 5-a-side knockout rounds</a:t>
            </a:r>
          </a:p>
          <a:p>
            <a:pPr/>
            <a:r>
              <a:t>Badminton — Singles &amp; mixed doubles categories</a:t>
            </a:r>
          </a:p>
          <a:p>
            <a:pPr/>
            <a:r>
              <a:t>Table Tennis — Singles &amp; doubles tournament</a:t>
            </a:r>
          </a:p>
          <a:p>
            <a:pPr/>
            <a:r>
              <a:t>Chess — Individual elimination rounds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Tournament Schedule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/>
            <a:r>
              <a:t>Registration Opens: June 2, 2026</a:t>
            </a:r>
          </a:p>
          <a:p>
            <a:pPr/>
            <a:r>
              <a:t>Team Formation &amp; Draw: June 13, 2026</a:t>
            </a:r>
          </a:p>
          <a:p>
            <a:pPr/>
            <a:r>
              <a:t>League Phase: June 23 – July 25, 2026</a:t>
            </a:r>
          </a:p>
          <a:p>
            <a:pPr/>
            <a:r>
              <a:t>Semi-Finals: August 1, 2026</a:t>
            </a:r>
          </a:p>
          <a:p>
            <a:pPr/>
            <a:r>
              <a:t>Grand Finale &amp; Awards Night: August 15,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b="1"/>
              <a:t>Join the League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to Register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/>
            <a:r>
              <a:t>Form a team of 8–12 colleagues from your department</a:t>
            </a:r>
          </a:p>
          <a:p>
            <a:pPr/>
            <a:r>
              <a:t>Elect a team captain to submit the registration form</a:t>
            </a:r>
          </a:p>
          <a:p>
            <a:pPr/>
            <a:r>
              <a:t>Register via the intranet portal by June 12, 2026</a:t>
            </a:r>
          </a:p>
          <a:p>
            <a:pPr/>
            <a:r>
              <a:t>At least 1 team per department is required</a:t>
            </a:r>
          </a:p>
          <a:p>
            <a:pPr/>
            <a:r>
              <a:t>Questions? ppl-sports@prevalent.ai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b="1"/>
              <a:t>Season 1 Highlights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Season 1 Champions — Hall of Fame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/>
            <a:r>
              <a:t>Overall Champions: Team Nexus (Engineering)</a:t>
            </a:r>
          </a:p>
          <a:p>
            <a:pPr/>
            <a:r>
              <a:t>Cricket Champions: Team Thunder (Product)</a:t>
            </a:r>
          </a:p>
          <a:p>
            <a:pPr/>
            <a:r>
              <a:t>Football Champions: Team Velocity (Sales)</a:t>
            </a:r>
          </a:p>
          <a:p>
            <a:pPr/>
            <a:r>
              <a:t>Most Valuable Player: Alex Rivera</a:t>
            </a:r>
          </a:p>
          <a:p>
            <a:pPr/>
            <a:r>
              <a:t>Spirit of the Game Award: Team Harmony (HR)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ppt theme">
  <a:themeElements>
    <a:clrScheme name="Prevalent AI 18-04">
      <a:dk1>
        <a:srgbClr val="372355"/>
      </a:dk1>
      <a:lt1>
        <a:srgbClr val="FFFFFF"/>
      </a:lt1>
      <a:dk2>
        <a:srgbClr val="000000"/>
      </a:dk2>
      <a:lt2>
        <a:srgbClr val="E9E8EC"/>
      </a:lt2>
      <a:accent1>
        <a:srgbClr val="4D2E58"/>
      </a:accent1>
      <a:accent2>
        <a:srgbClr val="81718F"/>
      </a:accent2>
      <a:accent3>
        <a:srgbClr val="959AA8"/>
      </a:accent3>
      <a:accent4>
        <a:srgbClr val="C4C6CE"/>
      </a:accent4>
      <a:accent5>
        <a:srgbClr val="BB4728"/>
      </a:accent5>
      <a:accent6>
        <a:srgbClr val="D25B30"/>
      </a:accent6>
      <a:hlink>
        <a:srgbClr val="000000"/>
      </a:hlink>
      <a:folHlink>
        <a:srgbClr val="EAE9ED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bIns="0" rtlCol="0">
        <a:spAutoFit/>
      </a:bodyPr>
      <a:lstStyle>
        <a:defPPr>
          <a:defRPr sz="1200">
            <a:latin typeface="Calibri Light" charset="0"/>
            <a:ea typeface="Calibri Light" charset="0"/>
            <a:cs typeface="Calibri Light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 theme" id="{AF6B0C22-B6DC-4206-A1C4-E3C0C69A5C32}" vid="{372FA91E-5499-471A-A8B3-603859CF81B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d10ea616-6164-4cbd-805c-2a72aee60408">
      <UserInfo>
        <DisplayName>Arun Raj</DisplayName>
        <AccountId>11</AccountId>
        <AccountType/>
      </UserInfo>
      <UserInfo>
        <DisplayName>Mei Ling Foo</DisplayName>
        <AccountId>12</AccountId>
        <AccountType/>
      </UserInfo>
      <UserInfo>
        <DisplayName>Ben Honan</DisplayName>
        <AccountId>18</AccountId>
        <AccountType/>
      </UserInfo>
      <UserInfo>
        <DisplayName>Paul Stokes</DisplayName>
        <AccountId>6</AccountId>
        <AccountType/>
      </UserInfo>
    </SharedWithUsers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FCBB507F6584F439D1BAB6E8A026C3A" ma:contentTypeVersion="4" ma:contentTypeDescription="Create a new document." ma:contentTypeScope="" ma:versionID="119212703545dd71bbf36348f2a01bd1">
  <xsd:schema xmlns:xsd="http://www.w3.org/2001/XMLSchema" xmlns:xs="http://www.w3.org/2001/XMLSchema" xmlns:p="http://schemas.microsoft.com/office/2006/metadata/properties" xmlns:ns2="d10ea616-6164-4cbd-805c-2a72aee60408" xmlns:ns3="bf52c605-4453-4881-91ad-ea51dc359967" targetNamespace="http://schemas.microsoft.com/office/2006/metadata/properties" ma:root="true" ma:fieldsID="2f01254ea0f4813af9e2ea3f68c8d5af" ns2:_="" ns3:_="">
    <xsd:import namespace="d10ea616-6164-4cbd-805c-2a72aee60408"/>
    <xsd:import namespace="bf52c605-4453-4881-91ad-ea51dc359967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10ea616-6164-4cbd-805c-2a72aee60408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52c605-4453-4881-91ad-ea51dc35996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2F59F06-3C52-40A2-822E-A1E43532D9A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CD6DFC1-6C4A-424F-86AB-3162A2EE424F}">
  <ds:schemaRefs>
    <ds:schemaRef ds:uri="http://www.w3.org/XML/1998/namespace"/>
    <ds:schemaRef ds:uri="d10ea616-6164-4cbd-805c-2a72aee60408"/>
    <ds:schemaRef ds:uri="http://purl.org/dc/dcmitype/"/>
    <ds:schemaRef ds:uri="http://schemas.microsoft.com/office/2006/metadata/properties"/>
    <ds:schemaRef ds:uri="http://schemas.openxmlformats.org/package/2006/metadata/core-properties"/>
    <ds:schemaRef ds:uri="http://schemas.microsoft.com/office/2006/documentManagement/types"/>
    <ds:schemaRef ds:uri="http://purl.org/dc/elements/1.1/"/>
    <ds:schemaRef ds:uri="bf52c605-4453-4881-91ad-ea51dc359967"/>
    <ds:schemaRef ds:uri="http://purl.org/dc/terms/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98605BDA-7950-4B05-BA01-A650355FC55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10ea616-6164-4cbd-805c-2a72aee60408"/>
    <ds:schemaRef ds:uri="bf52c605-4453-4881-91ad-ea51dc35996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ppt theme</Template>
  <TotalTime>31</TotalTime>
  <Words>247</Words>
  <Application>Microsoft Office PowerPoint</Application>
  <PresentationFormat>On-screen Show (16:10)</PresentationFormat>
  <Paragraphs>11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ppt theme</vt:lpstr>
      <vt:lpstr>PowerPoint Presentation</vt:lpstr>
      <vt:lpstr>Disclaimer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Emma East</dc:creator>
  <cp:lastModifiedBy>Shaleena Panicker</cp:lastModifiedBy>
  <cp:revision>8</cp:revision>
  <cp:lastPrinted>2018-11-18T16:26:26Z</cp:lastPrinted>
  <dcterms:created xsi:type="dcterms:W3CDTF">2016-07-20T21:20:53Z</dcterms:created>
  <dcterms:modified xsi:type="dcterms:W3CDTF">2020-05-26T12:35:49Z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0x010100FFCBB507F6584F439D1BAB6E8A026C3A</vt:lpwstr>
  </property>
  <property fmtid="{D5CDD505-2E9C-101B-9397-08002B2CF9AE}" pid="3" name="AuthorIds_UIVersion_512">
    <vt:lpwstr>12</vt:lpwstr>
  </property>
  <property fmtid="{D5CDD505-2E9C-101B-9397-08002B2CF9AE}" pid="4" name="AuthorIds_UIVersion_1536">
    <vt:lpwstr>12</vt:lpwstr>
  </property>
  <property fmtid="{D5CDD505-2E9C-101B-9397-08002B2CF9AE}" pid="5" name="AuthorIds_UIVersion_4096">
    <vt:lpwstr>12</vt:lpwstr>
  </property>
  <property fmtid="{D5CDD505-2E9C-101B-9397-08002B2CF9AE}" pid="6" name="AuthorIds_UIVersion_5632">
    <vt:lpwstr>12</vt:lpwstr>
  </property>
  <property fmtid="{D5CDD505-2E9C-101B-9397-08002B2CF9AE}" pid="7" name="AuthorIds_UIVersion_10752">
    <vt:lpwstr>12</vt:lpwstr>
  </property>
  <property fmtid="{D5CDD505-2E9C-101B-9397-08002B2CF9AE}" pid="8" name="AuthorIds_UIVersion_11264">
    <vt:lpwstr>12</vt:lpwstr>
  </property>
  <property fmtid="{D5CDD505-2E9C-101B-9397-08002B2CF9AE}" pid="9" name="AuthorIds_UIVersion_11776">
    <vt:lpwstr>12</vt:lpwstr>
  </property>
  <property fmtid="{D5CDD505-2E9C-101B-9397-08002B2CF9AE}" pid="10" name="AuthorIds_UIVersion_13312">
    <vt:lpwstr>12</vt:lpwstr>
  </property>
  <property fmtid="{D5CDD505-2E9C-101B-9397-08002B2CF9AE}" pid="11" name="AuthorIds_UIVersion_18432">
    <vt:lpwstr>6</vt:lpwstr>
  </property>
</Properties>
</file>