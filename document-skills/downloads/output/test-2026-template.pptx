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00.xml" ContentType="application/vnd.openxmlformats-officedocument.customXmlProperties+xml"/>
  <Override PartName="/customXml/itemProps101.xml" ContentType="application/vnd.openxmlformats-officedocument.customXmlProperties+xml"/>
  <Override PartName="/customXml/itemProps102.xml" ContentType="application/vnd.openxmlformats-officedocument.customXmlProperties+xml"/>
  <Override PartName="/customXml/itemProps103.xml" ContentType="application/vnd.openxmlformats-officedocument.customXmlProperties+xml"/>
  <Override PartName="/customXml/itemProps104.xml" ContentType="application/vnd.openxmlformats-officedocument.customXmlProperties+xml"/>
  <Override PartName="/customXml/itemProps105.xml" ContentType="application/vnd.openxmlformats-officedocument.customXmlProperties+xml"/>
  <Override PartName="/customXml/itemProps106.xml" ContentType="application/vnd.openxmlformats-officedocument.customXmlProperties+xml"/>
  <Override PartName="/customXml/itemProps107.xml" ContentType="application/vnd.openxmlformats-officedocument.customXmlProperties+xml"/>
  <Override PartName="/customXml/itemProps108.xml" ContentType="application/vnd.openxmlformats-officedocument.customXmlProperties+xml"/>
  <Override PartName="/customXml/itemProps109.xml" ContentType="application/vnd.openxmlformats-officedocument.customXmlProperties+xml"/>
  <Override PartName="/customXml/itemProps11.xml" ContentType="application/vnd.openxmlformats-officedocument.customXmlProperties+xml"/>
  <Override PartName="/customXml/itemProps110.xml" ContentType="application/vnd.openxmlformats-officedocument.customXmlProperties+xml"/>
  <Override PartName="/customXml/itemProps111.xml" ContentType="application/vnd.openxmlformats-officedocument.customXmlProperties+xml"/>
  <Override PartName="/customXml/itemProps112.xml" ContentType="application/vnd.openxmlformats-officedocument.customXmlProperties+xml"/>
  <Override PartName="/customXml/itemProps113.xml" ContentType="application/vnd.openxmlformats-officedocument.customXmlProperties+xml"/>
  <Override PartName="/customXml/itemProps114.xml" ContentType="application/vnd.openxmlformats-officedocument.customXmlProperties+xml"/>
  <Override PartName="/customXml/itemProps115.xml" ContentType="application/vnd.openxmlformats-officedocument.customXmlProperties+xml"/>
  <Override PartName="/customXml/itemProps116.xml" ContentType="application/vnd.openxmlformats-officedocument.customXmlProperties+xml"/>
  <Override PartName="/customXml/itemProps117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customXml/itemProps64.xml" ContentType="application/vnd.openxmlformats-officedocument.customXmlProperties+xml"/>
  <Override PartName="/customXml/itemProps65.xml" ContentType="application/vnd.openxmlformats-officedocument.customXmlProperties+xml"/>
  <Override PartName="/customXml/itemProps66.xml" ContentType="application/vnd.openxmlformats-officedocument.customXmlProperties+xml"/>
  <Override PartName="/customXml/itemProps67.xml" ContentType="application/vnd.openxmlformats-officedocument.customXmlProperties+xml"/>
  <Override PartName="/customXml/itemProps68.xml" ContentType="application/vnd.openxmlformats-officedocument.customXmlProperties+xml"/>
  <Override PartName="/customXml/itemProps69.xml" ContentType="application/vnd.openxmlformats-officedocument.customXmlProperties+xml"/>
  <Override PartName="/customXml/itemProps7.xml" ContentType="application/vnd.openxmlformats-officedocument.customXmlProperties+xml"/>
  <Override PartName="/customXml/itemProps70.xml" ContentType="application/vnd.openxmlformats-officedocument.customXmlProperties+xml"/>
  <Override PartName="/customXml/itemProps71.xml" ContentType="application/vnd.openxmlformats-officedocument.customXmlProperties+xml"/>
  <Override PartName="/customXml/itemProps72.xml" ContentType="application/vnd.openxmlformats-officedocument.customXmlProperties+xml"/>
  <Override PartName="/customXml/itemProps73.xml" ContentType="application/vnd.openxmlformats-officedocument.customXmlProperties+xml"/>
  <Override PartName="/customXml/itemProps74.xml" ContentType="application/vnd.openxmlformats-officedocument.customXmlProperties+xml"/>
  <Override PartName="/customXml/itemProps75.xml" ContentType="application/vnd.openxmlformats-officedocument.customXmlProperties+xml"/>
  <Override PartName="/customXml/itemProps76.xml" ContentType="application/vnd.openxmlformats-officedocument.customXmlProperties+xml"/>
  <Override PartName="/customXml/itemProps77.xml" ContentType="application/vnd.openxmlformats-officedocument.customXmlProperties+xml"/>
  <Override PartName="/customXml/itemProps78.xml" ContentType="application/vnd.openxmlformats-officedocument.customXmlProperties+xml"/>
  <Override PartName="/customXml/itemProps79.xml" ContentType="application/vnd.openxmlformats-officedocument.customXmlProperties+xml"/>
  <Override PartName="/customXml/itemProps8.xml" ContentType="application/vnd.openxmlformats-officedocument.customXmlProperties+xml"/>
  <Override PartName="/customXml/itemProps80.xml" ContentType="application/vnd.openxmlformats-officedocument.customXmlProperties+xml"/>
  <Override PartName="/customXml/itemProps81.xml" ContentType="application/vnd.openxmlformats-officedocument.customXmlProperties+xml"/>
  <Override PartName="/customXml/itemProps82.xml" ContentType="application/vnd.openxmlformats-officedocument.customXmlProperties+xml"/>
  <Override PartName="/customXml/itemProps83.xml" ContentType="application/vnd.openxmlformats-officedocument.customXmlProperties+xml"/>
  <Override PartName="/customXml/itemProps84.xml" ContentType="application/vnd.openxmlformats-officedocument.customXmlProperties+xml"/>
  <Override PartName="/customXml/itemProps85.xml" ContentType="application/vnd.openxmlformats-officedocument.customXmlProperties+xml"/>
  <Override PartName="/customXml/itemProps86.xml" ContentType="application/vnd.openxmlformats-officedocument.customXmlProperties+xml"/>
  <Override PartName="/customXml/itemProps87.xml" ContentType="application/vnd.openxmlformats-officedocument.customXmlProperties+xml"/>
  <Override PartName="/customXml/itemProps88.xml" ContentType="application/vnd.openxmlformats-officedocument.customXmlProperties+xml"/>
  <Override PartName="/customXml/itemProps89.xml" ContentType="application/vnd.openxmlformats-officedocument.customXmlProperties+xml"/>
  <Override PartName="/customXml/itemProps9.xml" ContentType="application/vnd.openxmlformats-officedocument.customXmlProperties+xml"/>
  <Override PartName="/customXml/itemProps90.xml" ContentType="application/vnd.openxmlformats-officedocument.customXmlProperties+xml"/>
  <Override PartName="/customXml/itemProps91.xml" ContentType="application/vnd.openxmlformats-officedocument.customXmlProperties+xml"/>
  <Override PartName="/customXml/itemProps92.xml" ContentType="application/vnd.openxmlformats-officedocument.customXmlProperties+xml"/>
  <Override PartName="/customXml/itemProps93.xml" ContentType="application/vnd.openxmlformats-officedocument.customXmlProperties+xml"/>
  <Override PartName="/customXml/itemProps94.xml" ContentType="application/vnd.openxmlformats-officedocument.customXmlProperties+xml"/>
  <Override PartName="/customXml/itemProps95.xml" ContentType="application/vnd.openxmlformats-officedocument.customXmlProperties+xml"/>
  <Override PartName="/customXml/itemProps96.xml" ContentType="application/vnd.openxmlformats-officedocument.customXmlProperties+xml"/>
  <Override PartName="/customXml/itemProps97.xml" ContentType="application/vnd.openxmlformats-officedocument.customXmlProperties+xml"/>
  <Override PartName="/customXml/itemProps98.xml" ContentType="application/vnd.openxmlformats-officedocument.customXmlProperties+xml"/>
  <Override PartName="/customXml/itemProps9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 autoCompressPictures="0">
  <p:sldMasterIdLst>
    <p:sldMasterId id="2147484069" r:id="rId118"/>
  </p:sldMasterIdLst>
  <p:notesMasterIdLst>
    <p:notesMasterId r:id="rId125"/>
  </p:notesMasterIdLst>
  <p:handoutMasterIdLst>
    <p:handoutMasterId r:id="rId126"/>
  </p:handoutMasterIdLst>
  <p:sldIdLst>
    <p:sldId id="2147482644" r:id="rId119"/>
    <p:sldId id="2147482649" r:id="rId123"/>
    <p:sldId id="2147482650" r:id="rId122"/>
    <p:sldId id="2147482651" r:id="rId121"/>
    <p:sldId id="2147482652" r:id="rId120"/>
    <p:sldId id="2147482653" r:id="rId134"/>
    <p:sldId id="2147482648" r:id="rId124"/>
  </p:sldIdLst>
  <p:sldSz cx="12192000" cy="6858000"/>
  <p:notesSz cx="7023100" cy="9309100"/>
  <p:custDataLst>
    <p:tags r:id="rId1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" id="{27BE9ABF-6679-432E-87D4-5B06DBAA6EC9}">
          <p14:sldIdLst>
            <p14:sldId id="2147482644"/>
          </p14:sldIdLst>
        </p14:section>
        <p14:section name="Company Overview" id="{BF4B61ED-EA0B-42B7-AE5E-28101796E177}">
          <p14:sldIdLst>
            <p14:sldId id="2147482487"/>
          </p14:sldIdLst>
        </p14:section>
        <p14:section name="Section Starters" id="{B0156FD1-A851-4800-B35B-08F8B44AFF43}">
          <p14:sldIdLst>
            <p14:sldId id="2147482646"/>
          </p14:sldIdLst>
        </p14:section>
        <p14:section name="Pages" id="{569C8C29-F07A-46C6-AFBA-0DA7ABC3C9D2}">
          <p14:sldIdLst>
            <p14:sldId id="2147482649"/>
          </p14:sldIdLst>
        </p14:section>
        <p14:section name="Dividers" id="{7B9E0BCA-4F73-42CE-8B43-4D2455BC72B4}">
          <p14:sldIdLst>
            <p14:sldId id="2147482647"/>
            <p14:sldId id="2147482648"/>
          </p14:sldIdLst>
        </p14:section>
      </p14:sectionLst>
    </p:ext>
    <p:ext uri="{EFAFB233-063F-42B5-8137-9DF3F51BA10A}">
      <p15:sldGuideLst xmlns:p15="http://schemas.microsoft.com/office/powerpoint/2012/main">
        <p15:guide id="7" pos="264" userDrawn="1">
          <p15:clr>
            <a:srgbClr val="A4A3A4"/>
          </p15:clr>
        </p15:guide>
        <p15:guide id="9" orient="horz" pos="3792" userDrawn="1">
          <p15:clr>
            <a:srgbClr val="A4A3A4"/>
          </p15:clr>
        </p15:guide>
        <p15:guide id="12" orient="horz" pos="218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C6051B1F-B133-8B0C-EAC8-79FBFEB404E4}" name="Joyce, Tommy" initials="TJ" userId="S::tjoyce@agcpartners.com::cde22a37-c3a9-4799-bc62-9537c24b6ce2" providerId="AD"/>
  <p188:author id="{82A2E038-8139-D384-E240-D5BE7C576414}" name="Lija Mohan" initials="LM" userId="S::lija.mohan@prevalent.ai::0f22d6fd-3274-4bbe-a217-e75477290a9c" providerId="AD"/>
  <p188:author id="{EFA9273A-F862-A2FC-55DA-287F682A24F8}" name="Sam Weeks" initials="SW" userId="S::sam.weeks@prevalent.ai::8b569cff-cd1f-4995-82d7-024098bdea28" providerId="AD"/>
  <p188:author id="{E8C8683D-9B75-6CF3-63C5-230C7C25F186}" name="Paul Stokes" initials="PS" userId="S::Paul.Stokes@prevalent.ai::e5f08a93-7fa1-4bfb-b732-923168dfa3a0" providerId="AD"/>
  <p188:author id="{0233BB61-4243-EA59-E44B-D5A94C02B64E}" name="Howe, Nick" initials="NH" userId="S::nhowe@agcpartners.com::e3fca794-5ebc-4119-8d56-80e25a08b559" providerId="AD"/>
  <p188:author id="{BC3C8B90-601E-7E9C-B283-F0E75C6F7C57}" name="Tom Ward" initials="TW" userId="S::tom.ward@prevalent.ai::53500bc5-b7a2-462c-afa8-2492f71c1514" providerId="AD"/>
  <p188:author id="{2E29B691-53A3-449A-BCB9-849B7DF305BA}" name="Namith Cholappurath" initials="NC" userId="S::namith.c@prevalent.ai::e654d2b3-5914-4963-95e6-b854081640bd" providerId="AD"/>
  <p188:author id="{A8A9079F-B428-46DE-47D9-CEEB58F01822}" name="Gray, Harrison" initials="HG" userId="S::hgray@agcpartners.com::69f1f801-c2d5-4efa-8b18-4db48f8dc895" providerId="AD"/>
  <p188:author id="{E8C102B4-2780-A5AD-5E83-4052F6B7F8E3}" name="Kussmaul, Maria Lewis" initials="ML" userId="S::mkussmaul@agcpartners.com::a1cbd104-db5b-480d-b09a-20e925555cd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0B25"/>
    <a:srgbClr val="E0DDF8"/>
    <a:srgbClr val="EDEDF0"/>
    <a:srgbClr val="595959"/>
    <a:srgbClr val="6260DB"/>
    <a:srgbClr val="94B65B"/>
    <a:srgbClr val="9CC160"/>
    <a:srgbClr val="B8E2AD"/>
    <a:srgbClr val="6260D9"/>
    <a:srgbClr val="2A2A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36"/>
    <p:restoredTop sz="92265" autoAdjust="0"/>
  </p:normalViewPr>
  <p:slideViewPr>
    <p:cSldViewPr snapToGrid="0">
      <p:cViewPr>
        <p:scale>
          <a:sx n="132" d="100"/>
          <a:sy n="132" d="100"/>
        </p:scale>
        <p:origin x="1616" y="488"/>
      </p:cViewPr>
      <p:guideLst>
        <p:guide pos="264"/>
        <p:guide orient="horz" pos="3792"/>
        <p:guide orient="horz" pos="21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customXml" Target="../customXml/item20.xml"/><Relationship Id="rId21" Type="http://schemas.openxmlformats.org/officeDocument/2006/relationships/customXml" Target="../customXml/item21.xml"/><Relationship Id="rId22" Type="http://schemas.openxmlformats.org/officeDocument/2006/relationships/customXml" Target="../customXml/item22.xml"/><Relationship Id="rId23" Type="http://schemas.openxmlformats.org/officeDocument/2006/relationships/customXml" Target="../customXml/item23.xml"/><Relationship Id="rId24" Type="http://schemas.openxmlformats.org/officeDocument/2006/relationships/customXml" Target="../customXml/item24.xml"/><Relationship Id="rId25" Type="http://schemas.openxmlformats.org/officeDocument/2006/relationships/customXml" Target="../customXml/item25.xml"/><Relationship Id="rId26" Type="http://schemas.openxmlformats.org/officeDocument/2006/relationships/customXml" Target="../customXml/item26.xml"/><Relationship Id="rId27" Type="http://schemas.openxmlformats.org/officeDocument/2006/relationships/customXml" Target="../customXml/item27.xml"/><Relationship Id="rId28" Type="http://schemas.openxmlformats.org/officeDocument/2006/relationships/customXml" Target="../customXml/item28.xml"/><Relationship Id="rId29" Type="http://schemas.openxmlformats.org/officeDocument/2006/relationships/customXml" Target="../customXml/item29.xml"/><Relationship Id="rId30" Type="http://schemas.openxmlformats.org/officeDocument/2006/relationships/customXml" Target="../customXml/item30.xml"/><Relationship Id="rId31" Type="http://schemas.openxmlformats.org/officeDocument/2006/relationships/customXml" Target="../customXml/item31.xml"/><Relationship Id="rId32" Type="http://schemas.openxmlformats.org/officeDocument/2006/relationships/customXml" Target="../customXml/item32.xml"/><Relationship Id="rId33" Type="http://schemas.openxmlformats.org/officeDocument/2006/relationships/customXml" Target="../customXml/item33.xml"/><Relationship Id="rId34" Type="http://schemas.openxmlformats.org/officeDocument/2006/relationships/customXml" Target="../customXml/item34.xml"/><Relationship Id="rId35" Type="http://schemas.openxmlformats.org/officeDocument/2006/relationships/customXml" Target="../customXml/item35.xml"/><Relationship Id="rId36" Type="http://schemas.openxmlformats.org/officeDocument/2006/relationships/customXml" Target="../customXml/item36.xml"/><Relationship Id="rId37" Type="http://schemas.openxmlformats.org/officeDocument/2006/relationships/customXml" Target="../customXml/item37.xml"/><Relationship Id="rId38" Type="http://schemas.openxmlformats.org/officeDocument/2006/relationships/customXml" Target="../customXml/item38.xml"/><Relationship Id="rId39" Type="http://schemas.openxmlformats.org/officeDocument/2006/relationships/customXml" Target="../customXml/item39.xml"/><Relationship Id="rId40" Type="http://schemas.openxmlformats.org/officeDocument/2006/relationships/customXml" Target="../customXml/item40.xml"/><Relationship Id="rId41" Type="http://schemas.openxmlformats.org/officeDocument/2006/relationships/customXml" Target="../customXml/item41.xml"/><Relationship Id="rId42" Type="http://schemas.openxmlformats.org/officeDocument/2006/relationships/customXml" Target="../customXml/item42.xml"/><Relationship Id="rId43" Type="http://schemas.openxmlformats.org/officeDocument/2006/relationships/customXml" Target="../customXml/item43.xml"/><Relationship Id="rId44" Type="http://schemas.openxmlformats.org/officeDocument/2006/relationships/customXml" Target="../customXml/item44.xml"/><Relationship Id="rId45" Type="http://schemas.openxmlformats.org/officeDocument/2006/relationships/customXml" Target="../customXml/item45.xml"/><Relationship Id="rId46" Type="http://schemas.openxmlformats.org/officeDocument/2006/relationships/customXml" Target="../customXml/item46.xml"/><Relationship Id="rId47" Type="http://schemas.openxmlformats.org/officeDocument/2006/relationships/customXml" Target="../customXml/item47.xml"/><Relationship Id="rId48" Type="http://schemas.openxmlformats.org/officeDocument/2006/relationships/customXml" Target="../customXml/item48.xml"/><Relationship Id="rId49" Type="http://schemas.openxmlformats.org/officeDocument/2006/relationships/customXml" Target="../customXml/item49.xml"/><Relationship Id="rId50" Type="http://schemas.openxmlformats.org/officeDocument/2006/relationships/customXml" Target="../customXml/item50.xml"/><Relationship Id="rId51" Type="http://schemas.openxmlformats.org/officeDocument/2006/relationships/customXml" Target="../customXml/item51.xml"/><Relationship Id="rId52" Type="http://schemas.openxmlformats.org/officeDocument/2006/relationships/customXml" Target="../customXml/item52.xml"/><Relationship Id="rId53" Type="http://schemas.openxmlformats.org/officeDocument/2006/relationships/customXml" Target="../customXml/item53.xml"/><Relationship Id="rId54" Type="http://schemas.openxmlformats.org/officeDocument/2006/relationships/customXml" Target="../customXml/item54.xml"/><Relationship Id="rId55" Type="http://schemas.openxmlformats.org/officeDocument/2006/relationships/customXml" Target="../customXml/item55.xml"/><Relationship Id="rId56" Type="http://schemas.openxmlformats.org/officeDocument/2006/relationships/customXml" Target="../customXml/item56.xml"/><Relationship Id="rId57" Type="http://schemas.openxmlformats.org/officeDocument/2006/relationships/customXml" Target="../customXml/item57.xml"/><Relationship Id="rId58" Type="http://schemas.openxmlformats.org/officeDocument/2006/relationships/customXml" Target="../customXml/item58.xml"/><Relationship Id="rId59" Type="http://schemas.openxmlformats.org/officeDocument/2006/relationships/customXml" Target="../customXml/item59.xml"/><Relationship Id="rId60" Type="http://schemas.openxmlformats.org/officeDocument/2006/relationships/customXml" Target="../customXml/item60.xml"/><Relationship Id="rId61" Type="http://schemas.openxmlformats.org/officeDocument/2006/relationships/customXml" Target="../customXml/item61.xml"/><Relationship Id="rId62" Type="http://schemas.openxmlformats.org/officeDocument/2006/relationships/customXml" Target="../customXml/item62.xml"/><Relationship Id="rId63" Type="http://schemas.openxmlformats.org/officeDocument/2006/relationships/customXml" Target="../customXml/item63.xml"/><Relationship Id="rId64" Type="http://schemas.openxmlformats.org/officeDocument/2006/relationships/customXml" Target="../customXml/item64.xml"/><Relationship Id="rId65" Type="http://schemas.openxmlformats.org/officeDocument/2006/relationships/customXml" Target="../customXml/item65.xml"/><Relationship Id="rId66" Type="http://schemas.openxmlformats.org/officeDocument/2006/relationships/customXml" Target="../customXml/item66.xml"/><Relationship Id="rId67" Type="http://schemas.openxmlformats.org/officeDocument/2006/relationships/customXml" Target="../customXml/item67.xml"/><Relationship Id="rId68" Type="http://schemas.openxmlformats.org/officeDocument/2006/relationships/customXml" Target="../customXml/item68.xml"/><Relationship Id="rId69" Type="http://schemas.openxmlformats.org/officeDocument/2006/relationships/customXml" Target="../customXml/item69.xml"/><Relationship Id="rId70" Type="http://schemas.openxmlformats.org/officeDocument/2006/relationships/customXml" Target="../customXml/item70.xml"/><Relationship Id="rId71" Type="http://schemas.openxmlformats.org/officeDocument/2006/relationships/customXml" Target="../customXml/item71.xml"/><Relationship Id="rId72" Type="http://schemas.openxmlformats.org/officeDocument/2006/relationships/customXml" Target="../customXml/item72.xml"/><Relationship Id="rId73" Type="http://schemas.openxmlformats.org/officeDocument/2006/relationships/customXml" Target="../customXml/item73.xml"/><Relationship Id="rId74" Type="http://schemas.openxmlformats.org/officeDocument/2006/relationships/customXml" Target="../customXml/item74.xml"/><Relationship Id="rId75" Type="http://schemas.openxmlformats.org/officeDocument/2006/relationships/customXml" Target="../customXml/item75.xml"/><Relationship Id="rId76" Type="http://schemas.openxmlformats.org/officeDocument/2006/relationships/customXml" Target="../customXml/item76.xml"/><Relationship Id="rId77" Type="http://schemas.openxmlformats.org/officeDocument/2006/relationships/customXml" Target="../customXml/item77.xml"/><Relationship Id="rId78" Type="http://schemas.openxmlformats.org/officeDocument/2006/relationships/customXml" Target="../customXml/item78.xml"/><Relationship Id="rId79" Type="http://schemas.openxmlformats.org/officeDocument/2006/relationships/customXml" Target="../customXml/item79.xml"/><Relationship Id="rId80" Type="http://schemas.openxmlformats.org/officeDocument/2006/relationships/customXml" Target="../customXml/item80.xml"/><Relationship Id="rId81" Type="http://schemas.openxmlformats.org/officeDocument/2006/relationships/customXml" Target="../customXml/item81.xml"/><Relationship Id="rId82" Type="http://schemas.openxmlformats.org/officeDocument/2006/relationships/customXml" Target="../customXml/item82.xml"/><Relationship Id="rId83" Type="http://schemas.openxmlformats.org/officeDocument/2006/relationships/customXml" Target="../customXml/item83.xml"/><Relationship Id="rId84" Type="http://schemas.openxmlformats.org/officeDocument/2006/relationships/customXml" Target="../customXml/item84.xml"/><Relationship Id="rId85" Type="http://schemas.openxmlformats.org/officeDocument/2006/relationships/customXml" Target="../customXml/item85.xml"/><Relationship Id="rId86" Type="http://schemas.openxmlformats.org/officeDocument/2006/relationships/customXml" Target="../customXml/item86.xml"/><Relationship Id="rId87" Type="http://schemas.openxmlformats.org/officeDocument/2006/relationships/customXml" Target="../customXml/item87.xml"/><Relationship Id="rId88" Type="http://schemas.openxmlformats.org/officeDocument/2006/relationships/customXml" Target="../customXml/item88.xml"/><Relationship Id="rId89" Type="http://schemas.openxmlformats.org/officeDocument/2006/relationships/customXml" Target="../customXml/item89.xml"/><Relationship Id="rId90" Type="http://schemas.openxmlformats.org/officeDocument/2006/relationships/customXml" Target="../customXml/item90.xml"/><Relationship Id="rId91" Type="http://schemas.openxmlformats.org/officeDocument/2006/relationships/customXml" Target="../customXml/item91.xml"/><Relationship Id="rId92" Type="http://schemas.openxmlformats.org/officeDocument/2006/relationships/customXml" Target="../customXml/item92.xml"/><Relationship Id="rId93" Type="http://schemas.openxmlformats.org/officeDocument/2006/relationships/customXml" Target="../customXml/item93.xml"/><Relationship Id="rId94" Type="http://schemas.openxmlformats.org/officeDocument/2006/relationships/customXml" Target="../customXml/item94.xml"/><Relationship Id="rId95" Type="http://schemas.openxmlformats.org/officeDocument/2006/relationships/customXml" Target="../customXml/item95.xml"/><Relationship Id="rId96" Type="http://schemas.openxmlformats.org/officeDocument/2006/relationships/customXml" Target="../customXml/item96.xml"/><Relationship Id="rId97" Type="http://schemas.openxmlformats.org/officeDocument/2006/relationships/customXml" Target="../customXml/item97.xml"/><Relationship Id="rId98" Type="http://schemas.openxmlformats.org/officeDocument/2006/relationships/customXml" Target="../customXml/item98.xml"/><Relationship Id="rId99" Type="http://schemas.openxmlformats.org/officeDocument/2006/relationships/customXml" Target="../customXml/item99.xml"/><Relationship Id="rId100" Type="http://schemas.openxmlformats.org/officeDocument/2006/relationships/customXml" Target="../customXml/item100.xml"/><Relationship Id="rId101" Type="http://schemas.openxmlformats.org/officeDocument/2006/relationships/customXml" Target="../customXml/item101.xml"/><Relationship Id="rId102" Type="http://schemas.openxmlformats.org/officeDocument/2006/relationships/customXml" Target="../customXml/item102.xml"/><Relationship Id="rId103" Type="http://schemas.openxmlformats.org/officeDocument/2006/relationships/customXml" Target="../customXml/item103.xml"/><Relationship Id="rId104" Type="http://schemas.openxmlformats.org/officeDocument/2006/relationships/customXml" Target="../customXml/item104.xml"/><Relationship Id="rId105" Type="http://schemas.openxmlformats.org/officeDocument/2006/relationships/customXml" Target="../customXml/item105.xml"/><Relationship Id="rId106" Type="http://schemas.openxmlformats.org/officeDocument/2006/relationships/customXml" Target="../customXml/item106.xml"/><Relationship Id="rId107" Type="http://schemas.openxmlformats.org/officeDocument/2006/relationships/customXml" Target="../customXml/item107.xml"/><Relationship Id="rId108" Type="http://schemas.openxmlformats.org/officeDocument/2006/relationships/customXml" Target="../customXml/item108.xml"/><Relationship Id="rId109" Type="http://schemas.openxmlformats.org/officeDocument/2006/relationships/customXml" Target="../customXml/item109.xml"/><Relationship Id="rId110" Type="http://schemas.openxmlformats.org/officeDocument/2006/relationships/customXml" Target="../customXml/item110.xml"/><Relationship Id="rId111" Type="http://schemas.openxmlformats.org/officeDocument/2006/relationships/customXml" Target="../customXml/item111.xml"/><Relationship Id="rId112" Type="http://schemas.openxmlformats.org/officeDocument/2006/relationships/customXml" Target="../customXml/item112.xml"/><Relationship Id="rId113" Type="http://schemas.openxmlformats.org/officeDocument/2006/relationships/customXml" Target="../customXml/item113.xml"/><Relationship Id="rId114" Type="http://schemas.openxmlformats.org/officeDocument/2006/relationships/customXml" Target="../customXml/item114.xml"/><Relationship Id="rId115" Type="http://schemas.openxmlformats.org/officeDocument/2006/relationships/customXml" Target="../customXml/item115.xml"/><Relationship Id="rId116" Type="http://schemas.openxmlformats.org/officeDocument/2006/relationships/customXml" Target="../customXml/item116.xml"/><Relationship Id="rId117" Type="http://schemas.openxmlformats.org/officeDocument/2006/relationships/customXml" Target="../customXml/item117.xml"/><Relationship Id="rId118" Type="http://schemas.openxmlformats.org/officeDocument/2006/relationships/slideMaster" Target="slideMasters/slideMaster1.xml"/><Relationship Id="rId119" Type="http://schemas.openxmlformats.org/officeDocument/2006/relationships/slide" Target="slides/slide1.xml"/><Relationship Id="rId120" Type="http://schemas.openxmlformats.org/officeDocument/2006/relationships/slide" Target="slides/slide6.xml"/><Relationship Id="rId121" Type="http://schemas.openxmlformats.org/officeDocument/2006/relationships/slide" Target="slides/slide5.xml"/><Relationship Id="rId122" Type="http://schemas.openxmlformats.org/officeDocument/2006/relationships/slide" Target="slides/slide4.xml"/><Relationship Id="rId123" Type="http://schemas.openxmlformats.org/officeDocument/2006/relationships/slide" Target="slides/slide3.xml"/><Relationship Id="rId124" Type="http://schemas.openxmlformats.org/officeDocument/2006/relationships/slide" Target="slides/slide2.xml"/><Relationship Id="rId125" Type="http://schemas.openxmlformats.org/officeDocument/2006/relationships/notesMaster" Target="notesMasters/notesMaster1.xml"/><Relationship Id="rId126" Type="http://schemas.openxmlformats.org/officeDocument/2006/relationships/handoutMaster" Target="handoutMasters/handoutMaster1.xml"/><Relationship Id="rId127" Type="http://schemas.openxmlformats.org/officeDocument/2006/relationships/tags" Target="tags/tag1.xml"/><Relationship Id="rId128" Type="http://schemas.openxmlformats.org/officeDocument/2006/relationships/commentAuthors" Target="commentAuthors.xml"/><Relationship Id="rId129" Type="http://schemas.openxmlformats.org/officeDocument/2006/relationships/presProps" Target="presProps.xml"/><Relationship Id="rId130" Type="http://schemas.openxmlformats.org/officeDocument/2006/relationships/viewProps" Target="viewProps.xml"/><Relationship Id="rId131" Type="http://schemas.openxmlformats.org/officeDocument/2006/relationships/theme" Target="theme/theme1.xml"/><Relationship Id="rId132" Type="http://schemas.openxmlformats.org/officeDocument/2006/relationships/tableStyles" Target="tableStyles.xml"/><Relationship Id="rId133" Type="http://schemas.microsoft.com/office/2018/10/relationships/authors" Target="authors.xml"/><Relationship Id="rId134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57CFE3D-F899-A8D3-66A1-51B9C48C4B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63832-E2C6-6A81-3473-D3F4AF9F4C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53A28-5E73-49B8-880C-7A44C3F4CEF2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B4EBD8-DF3D-6B7E-05E1-9B50BDE3DB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6FBE67-A0E0-2317-9552-6AA5DBF92F2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8275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056A49-36A4-4060-ABDA-F5550A90B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63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rtl="0">
              <a:defRPr sz="1200">
                <a:latin typeface="Aptos" panose="020B0004020202020204" pitchFamily="34" charset="0"/>
                <a:sym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 rtl="0">
              <a:defRPr sz="1200">
                <a:latin typeface="Aptos" panose="020B0004020202020204" pitchFamily="34" charset="0"/>
                <a:sym typeface="Aptos" panose="020B0004020202020204" pitchFamily="34" charset="0"/>
              </a:defRPr>
            </a:lvl1pPr>
          </a:lstStyle>
          <a:p>
            <a:fld id="{1E8D8A7F-10CD-4CAE-A9D8-EA653D8B6458}" type="datetimeFigureOut">
              <a:rPr lang="en-US" smtClean="0"/>
              <a:pPr/>
              <a:t>6/1/26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rtl="0">
              <a:defRPr sz="1200">
                <a:latin typeface="Aptos" panose="020B0004020202020204" pitchFamily="34" charset="0"/>
                <a:sym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 rtl="0">
              <a:defRPr sz="1200">
                <a:latin typeface="Aptos" panose="020B0004020202020204" pitchFamily="34" charset="0"/>
                <a:sym typeface="Aptos" panose="020B0004020202020204" pitchFamily="34" charset="0"/>
              </a:defRPr>
            </a:lvl1pPr>
          </a:lstStyle>
          <a:p>
            <a:fld id="{83DC61A3-6C05-4367-9D15-721468CBF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267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ptos" panose="020B0004020202020204" pitchFamily="34" charset="0"/>
        <a:ea typeface="+mn-ea"/>
        <a:cs typeface="+mn-cs"/>
        <a:sym typeface="Aptos" panose="020B00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ptos" panose="020B0004020202020204" pitchFamily="34" charset="0"/>
        <a:ea typeface="+mn-ea"/>
        <a:cs typeface="+mn-cs"/>
        <a:sym typeface="Aptos" panose="020B00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ptos" panose="020B0004020202020204" pitchFamily="34" charset="0"/>
        <a:ea typeface="+mn-ea"/>
        <a:cs typeface="+mn-cs"/>
        <a:sym typeface="Aptos" panose="020B00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ptos" panose="020B0004020202020204" pitchFamily="34" charset="0"/>
        <a:ea typeface="+mn-ea"/>
        <a:cs typeface="+mn-cs"/>
        <a:sym typeface="Aptos" panose="020B00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ptos" panose="020B0004020202020204" pitchFamily="34" charset="0"/>
        <a:ea typeface="+mn-ea"/>
        <a:cs typeface="+mn-cs"/>
        <a:sym typeface="Aptos" panose="020B00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932" userDrawn="1">
          <p15:clr>
            <a:srgbClr val="F26B43"/>
          </p15:clr>
        </p15:guide>
        <p15:guide id="2" pos="2212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C61A3-6C05-4367-9D15-721468CBF72D}" type="slidenum">
              <a:rPr lang="en-US" smtClean="0"/>
              <a:pPr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9444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3.bin"/><Relationship Id="rId6" Type="http://schemas.openxmlformats.org/officeDocument/2006/relationships/image" Target="../media/image6.emf"/><Relationship Id="rId7" Type="http://schemas.openxmlformats.org/officeDocument/2006/relationships/image" Target="../media/image5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6" Type="http://schemas.openxmlformats.org/officeDocument/2006/relationships/oleObject" Target="../embeddings/oleObject3.bin"/><Relationship Id="rId7" Type="http://schemas.openxmlformats.org/officeDocument/2006/relationships/image" Target="../media/image6.emf"/><Relationship Id="rId8" Type="http://schemas.openxmlformats.org/officeDocument/2006/relationships/image" Target="../media/image5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Relationship Id="rId5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tags" Target="../tags/tag13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5.bin"/><Relationship Id="rId6" Type="http://schemas.openxmlformats.org/officeDocument/2006/relationships/image" Target="../media/image6.emf"/><Relationship Id="rId7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65D80A2-F778-9EE8-5EBF-CA26F78A31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65D80A2-F778-9EE8-5EBF-CA26F78A31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Right Panel"/>
          <p:cNvSpPr>
            <a:spLocks noGrp="1"/>
          </p:cNvSpPr>
          <p:nvPr userDrawn="1"/>
        </p:nvSpPr>
        <p:spPr>
          <a:xfrm>
            <a:off x="5955800" y="0"/>
            <a:ext cx="6236200" cy="6858000"/>
          </a:xfrm>
          <a:prstGeom prst="rect">
            <a:avLst/>
          </a:prstGeom>
          <a:solidFill>
            <a:srgbClr val="ECECF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3661E82F-4B78-4BC8-5590-B8ABD4A17B3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225"/>
          <a:stretch/>
        </p:blipFill>
        <p:spPr bwMode="auto">
          <a:xfrm>
            <a:off x="5956147" y="-14264"/>
            <a:ext cx="623585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6">
            <a:extLst>
              <a:ext uri="{FF2B5EF4-FFF2-40B4-BE49-F238E27FC236}">
                <a16:creationId xmlns:a16="http://schemas.microsoft.com/office/drawing/2014/main" id="{EFF5FD8B-CCDE-20A9-F4D4-DE758ADBEB0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-14264"/>
            <a:ext cx="3227364" cy="1979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yber Risk Management Company ISTARI Invests in Security Data Science  Pioneer Prevalent AI">
            <a:extLst>
              <a:ext uri="{FF2B5EF4-FFF2-40B4-BE49-F238E27FC236}">
                <a16:creationId xmlns:a16="http://schemas.microsoft.com/office/drawing/2014/main" id="{7FE0D326-E798-04C4-FD0D-3A61CE6053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424" y="2492979"/>
            <a:ext cx="2918668" cy="623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291">
            <a:extLst>
              <a:ext uri="{FF2B5EF4-FFF2-40B4-BE49-F238E27FC236}">
                <a16:creationId xmlns:a16="http://schemas.microsoft.com/office/drawing/2014/main" id="{2FACF28E-04A5-C1AF-1B8F-962C78B5717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08475" y="6583020"/>
            <a:ext cx="35750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u="none" strike="noStrike" kern="1200" cap="none" spc="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ptos" panose="020B0004020202020204" pitchFamily="34" charset="0"/>
                <a:sym typeface="Aptos" panose="020B0004020202020204" pitchFamily="34" charset="0"/>
              </a:rPr>
              <a:t>Confidential Materials. Do Not Distribute.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FC4F47C-3C9D-AB29-8562-B050EC4E3B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9701" y="3332468"/>
            <a:ext cx="4992329" cy="1266849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rgbClr val="595959"/>
                </a:solidFill>
                <a:latin typeface="+mn-lt"/>
              </a:defRPr>
            </a:lvl1pPr>
          </a:lstStyle>
          <a:p>
            <a:r>
              <a:rPr lang="en-GB" dirty="0"/>
              <a:t>[Presentation Title]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7DC2554-24BE-CBE8-6429-5B613E65C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9474" y="4685826"/>
            <a:ext cx="4992329" cy="414113"/>
          </a:xfrm>
          <a:prstGeom prst="rect">
            <a:avLst/>
          </a:prstGeom>
        </p:spPr>
        <p:txBody>
          <a:bodyPr/>
          <a:lstStyle>
            <a:lvl1pPr>
              <a:buNone/>
              <a:defRPr sz="1800">
                <a:solidFill>
                  <a:srgbClr val="6260DB"/>
                </a:solidFill>
              </a:defRPr>
            </a:lvl1pPr>
            <a:lvl2pPr>
              <a:defRPr sz="1800">
                <a:solidFill>
                  <a:srgbClr val="6260D9"/>
                </a:solidFill>
              </a:defRPr>
            </a:lvl2pPr>
            <a:lvl3pPr>
              <a:defRPr sz="1800">
                <a:solidFill>
                  <a:srgbClr val="6260D9"/>
                </a:solidFill>
              </a:defRPr>
            </a:lvl3pPr>
            <a:lvl4pPr>
              <a:defRPr sz="1800">
                <a:solidFill>
                  <a:srgbClr val="6260D9"/>
                </a:solidFill>
              </a:defRPr>
            </a:lvl4pPr>
            <a:lvl5pPr>
              <a:defRPr sz="1800">
                <a:solidFill>
                  <a:srgbClr val="6260D9"/>
                </a:solidFill>
              </a:defRPr>
            </a:lvl5pPr>
          </a:lstStyle>
          <a:p>
            <a:pPr lvl="0"/>
            <a:r>
              <a:rPr lang="en-US" dirty="0"/>
              <a:t>[Sub Title / Date]</a:t>
            </a:r>
          </a:p>
        </p:txBody>
      </p:sp>
    </p:spTree>
    <p:extLst>
      <p:ext uri="{BB962C8B-B14F-4D97-AF65-F5344CB8AC3E}">
        <p14:creationId xmlns:p14="http://schemas.microsoft.com/office/powerpoint/2010/main" val="1781073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ody A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1D1806E1-3460-4193-B902-B25E7D8DBF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3" imgH="476" progId="TCLayout.ActiveDocument.1">
                  <p:embed/>
                </p:oleObj>
              </mc:Choice>
              <mc:Fallback>
                <p:oleObj name="think-cell Slide" r:id="rId5" imgW="473" imgH="47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1D1806E1-3460-4193-B902-B25E7D8DB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2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1"/>
            <a:ext cx="211667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rtl="0" eaLnBrk="1"/>
            <a:endParaRPr lang="en-US" sz="2400" b="1" i="0" baseline="0">
              <a:latin typeface="Aptos" panose="020B0004020202020204" pitchFamily="34" charset="0"/>
              <a:ea typeface="+mj-ea"/>
              <a:cs typeface="+mj-cs"/>
              <a:sym typeface="Aptos" panose="020B0004020202020204" pitchFamily="34" charset="0"/>
            </a:endParaRPr>
          </a:p>
        </p:txBody>
      </p:sp>
      <p:sp>
        <p:nvSpPr>
          <p:cNvPr id="19" name="Do not remove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6933" cy="16933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2400">
              <a:latin typeface="Aptos" panose="020B0004020202020204" pitchFamily="34" charset="0"/>
              <a:sym typeface="Aptos" panose="020B0004020202020204" pitchFamily="34" charset="0"/>
            </a:endParaRPr>
          </a:p>
        </p:txBody>
      </p:sp>
      <p:sp>
        <p:nvSpPr>
          <p:cNvPr id="4" name="Holder 6">
            <a:extLst>
              <a:ext uri="{FF2B5EF4-FFF2-40B4-BE49-F238E27FC236}">
                <a16:creationId xmlns:a16="http://schemas.microsoft.com/office/drawing/2014/main" id="{F6F5B2CA-EB08-78F3-EDA0-0EC4ECE2ADA3}"/>
              </a:ext>
            </a:extLst>
          </p:cNvPr>
          <p:cNvSpPr txBox="1">
            <a:spLocks/>
          </p:cNvSpPr>
          <p:nvPr userDrawn="1"/>
        </p:nvSpPr>
        <p:spPr>
          <a:xfrm>
            <a:off x="11686478" y="6542230"/>
            <a:ext cx="261620" cy="2051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33866" marR="0" lvl="0" indent="0" fontAlgn="auto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33" b="0" i="0" u="none" strike="noStrike" cap="none" spc="-7" normalizeH="0" baseline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Open Sans"/>
                <a:cs typeface="Open San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866" marR="0" lvl="0" indent="0" algn="l" defTabSz="914400" rtl="0" eaLnBrk="1" fontAlgn="auto" latinLnBrk="0" hangingPunct="1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333" b="0" i="0" u="none" strike="noStrike" kern="1200" cap="none" spc="-7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 panose="020B0004020202020204" pitchFamily="34" charset="0"/>
                <a:ea typeface="+mn-lt"/>
                <a:cs typeface="Bariol" panose="02000506040000020003" charset="0"/>
                <a:sym typeface="Aptos" panose="020B0004020202020204" pitchFamily="34" charset="0"/>
              </a:rPr>
              <a:pPr marL="33866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2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0" i="0" u="none" strike="noStrike" kern="1200" cap="none" spc="-7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 panose="020B0004020202020204" pitchFamily="34" charset="0"/>
              <a:ea typeface="+mn-lt"/>
              <a:cs typeface="Bariol" panose="02000506040000020003" charset="0"/>
              <a:sym typeface="Aptos" panose="020B0004020202020204" pitchFamily="34" charset="0"/>
            </a:endParaRPr>
          </a:p>
        </p:txBody>
      </p:sp>
      <p:sp>
        <p:nvSpPr>
          <p:cNvPr id="9" name="TextBox 291">
            <a:extLst>
              <a:ext uri="{FF2B5EF4-FFF2-40B4-BE49-F238E27FC236}">
                <a16:creationId xmlns:a16="http://schemas.microsoft.com/office/drawing/2014/main" id="{A460AC32-F714-019B-F279-E0075B78B48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08475" y="6583020"/>
            <a:ext cx="35750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u="none" strike="noStrike" kern="1200" cap="none" spc="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ptos" panose="020B0004020202020204" pitchFamily="34" charset="0"/>
                <a:sym typeface="Aptos" panose="020B0004020202020204" pitchFamily="34" charset="0"/>
              </a:rPr>
              <a:t>Confidential Materials. Do Not Distribute.</a:t>
            </a:r>
          </a:p>
        </p:txBody>
      </p:sp>
      <p:pic>
        <p:nvPicPr>
          <p:cNvPr id="2050" name="Picture 2" descr="Cyber Risk Management Company ISTARI Invests in Security Data Science  Pioneer Prevalent AI">
            <a:extLst>
              <a:ext uri="{FF2B5EF4-FFF2-40B4-BE49-F238E27FC236}">
                <a16:creationId xmlns:a16="http://schemas.microsoft.com/office/drawing/2014/main" id="{6CE267C2-B401-5F67-EE20-BDCD39E42F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2606" y="143819"/>
            <a:ext cx="1088704" cy="232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8">
            <a:extLst>
              <a:ext uri="{FF2B5EF4-FFF2-40B4-BE49-F238E27FC236}">
                <a16:creationId xmlns:a16="http://schemas.microsoft.com/office/drawing/2014/main" id="{E0639FD4-7D8D-F2F3-B637-D33012AE6332}"/>
              </a:ext>
            </a:extLst>
          </p:cNvPr>
          <p:cNvSpPr txBox="1"/>
          <p:nvPr userDrawn="1"/>
        </p:nvSpPr>
        <p:spPr>
          <a:xfrm>
            <a:off x="647998" y="525983"/>
            <a:ext cx="11355315" cy="318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19" marR="0" lvl="0" indent="0" algn="l" defTabSz="1219170" eaLnBrk="1" fontAlgn="auto" latinLnBrk="0" hangingPunct="1">
              <a:lnSpc>
                <a:spcPts val="21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1" i="0" u="none" strike="noStrike" kern="1200" cap="none" spc="-100" normalizeH="0" noProof="0" dirty="0">
              <a:ln>
                <a:noFill/>
              </a:ln>
              <a:solidFill>
                <a:srgbClr val="060B25"/>
              </a:solidFill>
              <a:effectLst/>
              <a:uLnTx/>
              <a:uFillTx/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Aptos" panose="020B00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4962A69-451D-DE39-9484-2ED846C071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478958"/>
          </a:xfrm>
          <a:prstGeom prst="rect">
            <a:avLst/>
          </a:prstGeom>
        </p:spPr>
        <p:txBody>
          <a:bodyPr/>
          <a:lstStyle>
            <a:lvl1pPr>
              <a:defRPr sz="3000" b="1"/>
            </a:lvl1pPr>
          </a:lstStyle>
          <a:p>
            <a:r>
              <a:rPr lang="en-GB" dirty="0"/>
              <a:t>[Page Title]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26943815-B86E-358B-6F70-FB4311135B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55700"/>
            <a:ext cx="10515600" cy="1616376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3" name="Table Placeholder 22">
            <a:extLst>
              <a:ext uri="{FF2B5EF4-FFF2-40B4-BE49-F238E27FC236}">
                <a16:creationId xmlns:a16="http://schemas.microsoft.com/office/drawing/2014/main" id="{435EA10E-E3F3-37AD-16DD-55FC347BC591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838201" y="2971800"/>
            <a:ext cx="10515600" cy="9144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0CCE12F-FBE9-7118-6E87-E75724A2D11C}"/>
              </a:ext>
            </a:extLst>
          </p:cNvPr>
          <p:cNvCxnSpPr/>
          <p:nvPr userDrawn="1"/>
        </p:nvCxnSpPr>
        <p:spPr>
          <a:xfrm>
            <a:off x="0" y="844083"/>
            <a:ext cx="12192000" cy="0"/>
          </a:xfrm>
          <a:prstGeom prst="line">
            <a:avLst/>
          </a:prstGeom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979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8">
          <p15:clr>
            <a:srgbClr val="FBAE40"/>
          </p15:clr>
        </p15:guide>
        <p15:guide id="2" orient="horz" pos="3888">
          <p15:clr>
            <a:srgbClr val="FBAE40"/>
          </p15:clr>
        </p15:guide>
        <p15:guide id="3" pos="264">
          <p15:clr>
            <a:srgbClr val="FBAE40"/>
          </p15:clr>
        </p15:guide>
        <p15:guide id="4" pos="729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ody A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758AF6-95C6-C243-F457-97A586BA305D}"/>
              </a:ext>
            </a:extLst>
          </p:cNvPr>
          <p:cNvSpPr/>
          <p:nvPr userDrawn="1"/>
        </p:nvSpPr>
        <p:spPr>
          <a:xfrm>
            <a:off x="0" y="-2"/>
            <a:ext cx="4584190" cy="6858001"/>
          </a:xfrm>
          <a:prstGeom prst="rect">
            <a:avLst/>
          </a:prstGeom>
          <a:solidFill>
            <a:srgbClr val="060B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  <a:sym typeface="Aptos" panose="020B0004020202020204" pitchFamily="34" charset="0"/>
            </a:endParaRPr>
          </a:p>
        </p:txBody>
      </p:sp>
      <p:pic>
        <p:nvPicPr>
          <p:cNvPr id="6" name="Picture 16">
            <a:extLst>
              <a:ext uri="{FF2B5EF4-FFF2-40B4-BE49-F238E27FC236}">
                <a16:creationId xmlns:a16="http://schemas.microsoft.com/office/drawing/2014/main" id="{6EC042F9-837C-8500-6C44-08020EFDC1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H="1">
            <a:off x="1203494" y="810304"/>
            <a:ext cx="4191000" cy="2570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6">
            <a:extLst>
              <a:ext uri="{FF2B5EF4-FFF2-40B4-BE49-F238E27FC236}">
                <a16:creationId xmlns:a16="http://schemas.microsoft.com/office/drawing/2014/main" id="{6EF88B2E-722D-EF55-5830-9E8F45070B9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73" r="58466" b="11694"/>
          <a:stretch/>
        </p:blipFill>
        <p:spPr bwMode="auto">
          <a:xfrm flipH="1">
            <a:off x="0" y="5207000"/>
            <a:ext cx="1740704" cy="165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1D1806E1-3460-4193-B902-B25E7D8DBF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73" imgH="476" progId="TCLayout.ActiveDocument.1">
                  <p:embed/>
                </p:oleObj>
              </mc:Choice>
              <mc:Fallback>
                <p:oleObj name="think-cell Slide" r:id="rId6" imgW="473" imgH="47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1D1806E1-3460-4193-B902-B25E7D8DB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22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1"/>
            <a:ext cx="211667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rtl="0" eaLnBrk="1"/>
            <a:endParaRPr lang="en-US" sz="2400" b="1" i="0" baseline="0">
              <a:latin typeface="Aptos" panose="020B0004020202020204" pitchFamily="34" charset="0"/>
              <a:ea typeface="+mj-ea"/>
              <a:cs typeface="+mj-cs"/>
              <a:sym typeface="Aptos" panose="020B0004020202020204" pitchFamily="34" charset="0"/>
            </a:endParaRPr>
          </a:p>
        </p:txBody>
      </p:sp>
      <p:sp>
        <p:nvSpPr>
          <p:cNvPr id="19" name="Do not remove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6933" cy="16933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2400">
              <a:latin typeface="Aptos" panose="020B0004020202020204" pitchFamily="34" charset="0"/>
              <a:sym typeface="Aptos" panose="020B0004020202020204" pitchFamily="34" charset="0"/>
            </a:endParaRPr>
          </a:p>
        </p:txBody>
      </p:sp>
      <p:sp>
        <p:nvSpPr>
          <p:cNvPr id="4" name="Holder 6">
            <a:extLst>
              <a:ext uri="{FF2B5EF4-FFF2-40B4-BE49-F238E27FC236}">
                <a16:creationId xmlns:a16="http://schemas.microsoft.com/office/drawing/2014/main" id="{F6F5B2CA-EB08-78F3-EDA0-0EC4ECE2ADA3}"/>
              </a:ext>
            </a:extLst>
          </p:cNvPr>
          <p:cNvSpPr txBox="1">
            <a:spLocks/>
          </p:cNvSpPr>
          <p:nvPr userDrawn="1"/>
        </p:nvSpPr>
        <p:spPr>
          <a:xfrm>
            <a:off x="11686478" y="6542230"/>
            <a:ext cx="261620" cy="2051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33866" marR="0" lvl="0" indent="0" fontAlgn="auto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33" b="0" i="0" u="none" strike="noStrike" cap="none" spc="-7" normalizeH="0" baseline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Open Sans"/>
                <a:cs typeface="Open San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866" marR="0" lvl="0" indent="0" algn="l" defTabSz="914400" rtl="0" eaLnBrk="1" fontAlgn="auto" latinLnBrk="0" hangingPunct="1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333" b="0" i="0" u="none" strike="noStrike" kern="1200" cap="none" spc="-7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 panose="020B0004020202020204" pitchFamily="34" charset="0"/>
                <a:ea typeface="+mn-lt"/>
                <a:cs typeface="Bariol" panose="02000506040000020003" charset="0"/>
                <a:sym typeface="Aptos" panose="020B0004020202020204" pitchFamily="34" charset="0"/>
              </a:rPr>
              <a:pPr marL="33866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2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0" i="0" u="none" strike="noStrike" kern="1200" cap="none" spc="-7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 panose="020B0004020202020204" pitchFamily="34" charset="0"/>
              <a:ea typeface="+mn-lt"/>
              <a:cs typeface="Bariol" panose="02000506040000020003" charset="0"/>
              <a:sym typeface="Aptos" panose="020B0004020202020204" pitchFamily="34" charset="0"/>
            </a:endParaRPr>
          </a:p>
        </p:txBody>
      </p:sp>
      <p:sp>
        <p:nvSpPr>
          <p:cNvPr id="9" name="TextBox 291">
            <a:extLst>
              <a:ext uri="{FF2B5EF4-FFF2-40B4-BE49-F238E27FC236}">
                <a16:creationId xmlns:a16="http://schemas.microsoft.com/office/drawing/2014/main" id="{A460AC32-F714-019B-F279-E0075B78B48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08475" y="6583020"/>
            <a:ext cx="35750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u="none" strike="noStrike" kern="1200" cap="none" spc="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ptos" panose="020B0004020202020204" pitchFamily="34" charset="0"/>
                <a:sym typeface="Aptos" panose="020B0004020202020204" pitchFamily="34" charset="0"/>
              </a:rPr>
              <a:t>Confidential Materials. Do Not Distribute.</a:t>
            </a:r>
          </a:p>
        </p:txBody>
      </p:sp>
      <p:pic>
        <p:nvPicPr>
          <p:cNvPr id="2050" name="Picture 2" descr="Cyber Risk Management Company ISTARI Invests in Security Data Science  Pioneer Prevalent AI">
            <a:extLst>
              <a:ext uri="{FF2B5EF4-FFF2-40B4-BE49-F238E27FC236}">
                <a16:creationId xmlns:a16="http://schemas.microsoft.com/office/drawing/2014/main" id="{6CE267C2-B401-5F67-EE20-BDCD39E42F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2606" y="143819"/>
            <a:ext cx="1088704" cy="232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DDFF768-40C9-83D3-82A9-1B56DC57D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0748" y="1558413"/>
            <a:ext cx="3648535" cy="914400"/>
          </a:xfrm>
          <a:prstGeom prst="rect">
            <a:avLst/>
          </a:prstGeom>
        </p:spPr>
        <p:txBody>
          <a:bodyPr/>
          <a:lstStyle>
            <a:lvl1pPr>
              <a:buNone/>
              <a:defRPr sz="3200" b="1">
                <a:solidFill>
                  <a:srgbClr val="F1F1FF"/>
                </a:solidFill>
              </a:defRPr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US" dirty="0"/>
              <a:t>[Callout Section]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E4AB4AA-0A89-3705-E3B3-385D08DFE7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0747" y="2978409"/>
            <a:ext cx="3648535" cy="2238375"/>
          </a:xfrm>
          <a:prstGeom prst="rect">
            <a:avLst/>
          </a:prstGeom>
        </p:spPr>
        <p:txBody>
          <a:bodyPr/>
          <a:lstStyle>
            <a:lvl1pPr algn="l">
              <a:lnSpc>
                <a:spcPct val="120000"/>
              </a:lnSpc>
              <a:buNone/>
              <a:defRPr sz="2200">
                <a:solidFill>
                  <a:srgbClr val="F1F1FF"/>
                </a:solidFill>
              </a:defRPr>
            </a:lvl1pPr>
            <a:lvl2pPr>
              <a:defRPr sz="2200">
                <a:solidFill>
                  <a:srgbClr val="F1F1FF"/>
                </a:solidFill>
              </a:defRPr>
            </a:lvl2pPr>
            <a:lvl3pPr>
              <a:defRPr sz="2200">
                <a:solidFill>
                  <a:srgbClr val="F1F1FF"/>
                </a:solidFill>
              </a:defRPr>
            </a:lvl3pPr>
            <a:lvl4pPr>
              <a:defRPr sz="2200">
                <a:solidFill>
                  <a:srgbClr val="F1F1FF"/>
                </a:solidFill>
              </a:defRPr>
            </a:lvl4pPr>
            <a:lvl5pPr>
              <a:defRPr sz="2200">
                <a:solidFill>
                  <a:srgbClr val="F1F1FF"/>
                </a:solidFill>
              </a:defRPr>
            </a:lvl5pPr>
          </a:lstStyle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  <a:ea typeface="Open Sans Bold" pitchFamily="2" charset="0"/>
                <a:cs typeface="Open Sans Bold" pitchFamily="2" charset="0"/>
                <a:sym typeface="Aptos" panose="020B0004020202020204" pitchFamily="34" charset="0"/>
              </a:rPr>
              <a:t>[This is a callout section, any subtext should go here]</a:t>
            </a:r>
          </a:p>
        </p:txBody>
      </p:sp>
      <p:sp>
        <p:nvSpPr>
          <p:cNvPr id="22" name="Title 9">
            <a:extLst>
              <a:ext uri="{FF2B5EF4-FFF2-40B4-BE49-F238E27FC236}">
                <a16:creationId xmlns:a16="http://schemas.microsoft.com/office/drawing/2014/main" id="{7F59B910-7811-1CAE-1274-E5C33EE6FD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2332" y="2561716"/>
            <a:ext cx="5702353" cy="677108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rgbClr val="6260D9"/>
                </a:solidFill>
                <a:latin typeface="Aptos" panose="020B0004020202020204" pitchFamily="34" charset="0"/>
              </a:defRPr>
            </a:lvl1pPr>
          </a:lstStyle>
          <a:p>
            <a:r>
              <a:rPr lang="en-GB" dirty="0"/>
              <a:t>[Content Title]</a:t>
            </a:r>
            <a:endParaRPr lang="en-US" dirty="0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A96A68C-721D-F15B-04B1-68B468176D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2332" y="3276600"/>
            <a:ext cx="5702353" cy="914400"/>
          </a:xfrm>
          <a:prstGeom prst="rect">
            <a:avLst/>
          </a:prstGeom>
        </p:spPr>
        <p:txBody>
          <a:bodyPr/>
          <a:lstStyle>
            <a:lvl1pPr>
              <a:buNone/>
              <a:defRPr sz="1400">
                <a:solidFill>
                  <a:srgbClr val="595959"/>
                </a:solidFill>
              </a:defRPr>
            </a:lvl1pPr>
            <a:lvl2pPr>
              <a:defRPr sz="1400">
                <a:solidFill>
                  <a:srgbClr val="2A2A2A"/>
                </a:solidFill>
              </a:defRPr>
            </a:lvl2pPr>
            <a:lvl3pPr>
              <a:defRPr sz="1400">
                <a:solidFill>
                  <a:srgbClr val="2A2A2A"/>
                </a:solidFill>
              </a:defRPr>
            </a:lvl3pPr>
            <a:lvl4pPr>
              <a:defRPr sz="1400">
                <a:solidFill>
                  <a:srgbClr val="2A2A2A"/>
                </a:solidFill>
              </a:defRPr>
            </a:lvl4pPr>
            <a:lvl5pPr>
              <a:defRPr sz="1400">
                <a:solidFill>
                  <a:srgbClr val="2A2A2A"/>
                </a:solidFill>
              </a:defRPr>
            </a:lvl5pPr>
          </a:lstStyle>
          <a:p>
            <a:pPr lvl="0"/>
            <a:r>
              <a:rPr lang="en-US" dirty="0"/>
              <a:t>[Content]</a:t>
            </a:r>
          </a:p>
        </p:txBody>
      </p:sp>
    </p:spTree>
    <p:extLst>
      <p:ext uri="{BB962C8B-B14F-4D97-AF65-F5344CB8AC3E}">
        <p14:creationId xmlns:p14="http://schemas.microsoft.com/office/powerpoint/2010/main" val="2862008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8">
          <p15:clr>
            <a:srgbClr val="FBAE40"/>
          </p15:clr>
        </p15:guide>
        <p15:guide id="2" orient="horz" pos="3888">
          <p15:clr>
            <a:srgbClr val="FBAE40"/>
          </p15:clr>
        </p15:guide>
        <p15:guide id="3" pos="264">
          <p15:clr>
            <a:srgbClr val="FBAE40"/>
          </p15:clr>
        </p15:guide>
        <p15:guide id="4" pos="72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bg>
      <p:bgPr>
        <a:solidFill>
          <a:srgbClr val="E0D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FC639E1-2584-5EB6-E61E-BB9F9E31213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C639E1-2584-5EB6-E61E-BB9F9E3121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older 6">
            <a:extLst>
              <a:ext uri="{FF2B5EF4-FFF2-40B4-BE49-F238E27FC236}">
                <a16:creationId xmlns:a16="http://schemas.microsoft.com/office/drawing/2014/main" id="{3A8CA35C-ECB2-1F79-27E2-88734ED14F8F}"/>
              </a:ext>
            </a:extLst>
          </p:cNvPr>
          <p:cNvSpPr txBox="1">
            <a:spLocks/>
          </p:cNvSpPr>
          <p:nvPr userDrawn="1"/>
        </p:nvSpPr>
        <p:spPr>
          <a:xfrm>
            <a:off x="11686478" y="6542230"/>
            <a:ext cx="261620" cy="2051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33866" marR="0" lvl="0" indent="0" fontAlgn="auto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33" b="0" i="0" u="none" strike="noStrike" cap="none" spc="-7" normalizeH="0" baseline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Open Sans"/>
                <a:cs typeface="Open San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866" marR="0" lvl="0" indent="0" algn="l" defTabSz="914400" rtl="0" eaLnBrk="1" fontAlgn="auto" latinLnBrk="0" hangingPunct="1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333" b="0" i="0" u="none" strike="noStrike" kern="1200" cap="none" spc="-7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 panose="020B0004020202020204" pitchFamily="34" charset="0"/>
                <a:ea typeface="+mn-lt"/>
                <a:cs typeface="Bariol" panose="02000506040000020003" charset="0"/>
                <a:sym typeface="Aptos" panose="020B0004020202020204" pitchFamily="34" charset="0"/>
              </a:rPr>
              <a:pPr marL="33866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2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0" i="0" u="none" strike="noStrike" kern="1200" cap="none" spc="-7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 panose="020B0004020202020204" pitchFamily="34" charset="0"/>
              <a:ea typeface="+mn-lt"/>
              <a:cs typeface="Bariol" panose="02000506040000020003" charset="0"/>
              <a:sym typeface="Aptos" panose="020B0004020202020204" pitchFamily="34" charset="0"/>
            </a:endParaRPr>
          </a:p>
        </p:txBody>
      </p:sp>
      <p:pic>
        <p:nvPicPr>
          <p:cNvPr id="4" name="Picture 2" descr="Cyber Risk Management Company ISTARI Invests in Security Data Science  Pioneer Prevalent AI">
            <a:extLst>
              <a:ext uri="{FF2B5EF4-FFF2-40B4-BE49-F238E27FC236}">
                <a16:creationId xmlns:a16="http://schemas.microsoft.com/office/drawing/2014/main" id="{D3D91065-06E9-3C70-BDF1-C064CB7FFA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2606" y="143819"/>
            <a:ext cx="1088704" cy="232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91">
            <a:extLst>
              <a:ext uri="{FF2B5EF4-FFF2-40B4-BE49-F238E27FC236}">
                <a16:creationId xmlns:a16="http://schemas.microsoft.com/office/drawing/2014/main" id="{7FD312D7-D1C2-2915-7DE8-F704B06044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08475" y="6583020"/>
            <a:ext cx="35750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u="none" strike="noStrike" kern="1200" cap="none" spc="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ptos" panose="020B0004020202020204" pitchFamily="34" charset="0"/>
                <a:sym typeface="Aptos" panose="020B0004020202020204" pitchFamily="34" charset="0"/>
              </a:rPr>
              <a:t>Confidential Materials. Do Not Distribute.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5F0979F-AEF3-ADD6-DFB0-95BAFAC91F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289" y="2751892"/>
            <a:ext cx="10515600" cy="677108"/>
          </a:xfrm>
          <a:prstGeom prst="rect">
            <a:avLst/>
          </a:prstGeom>
        </p:spPr>
        <p:txBody>
          <a:bodyPr/>
          <a:lstStyle>
            <a:lvl1pPr>
              <a:defRPr sz="3000" b="1">
                <a:latin typeface="Aptos" panose="020B0004020202020204" pitchFamily="34" charset="0"/>
              </a:defRPr>
            </a:lvl1pPr>
          </a:lstStyle>
          <a:p>
            <a:r>
              <a:rPr lang="en-GB" dirty="0"/>
              <a:t>[Content Title]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317AF3B-CFB9-25F0-4202-E86778A542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0289" y="3466776"/>
            <a:ext cx="10515600" cy="914400"/>
          </a:xfrm>
          <a:prstGeom prst="rect">
            <a:avLst/>
          </a:prstGeom>
        </p:spPr>
        <p:txBody>
          <a:bodyPr/>
          <a:lstStyle>
            <a:lvl1pPr>
              <a:buNone/>
              <a:defRPr sz="1400">
                <a:solidFill>
                  <a:srgbClr val="2A2A2A"/>
                </a:solidFill>
              </a:defRPr>
            </a:lvl1pPr>
            <a:lvl2pPr>
              <a:defRPr sz="1400">
                <a:solidFill>
                  <a:srgbClr val="2A2A2A"/>
                </a:solidFill>
              </a:defRPr>
            </a:lvl2pPr>
            <a:lvl3pPr>
              <a:defRPr sz="1400">
                <a:solidFill>
                  <a:srgbClr val="2A2A2A"/>
                </a:solidFill>
              </a:defRPr>
            </a:lvl3pPr>
            <a:lvl4pPr>
              <a:defRPr sz="1400">
                <a:solidFill>
                  <a:srgbClr val="2A2A2A"/>
                </a:solidFill>
              </a:defRPr>
            </a:lvl4pPr>
            <a:lvl5pPr>
              <a:defRPr sz="1400">
                <a:solidFill>
                  <a:srgbClr val="2A2A2A"/>
                </a:solidFill>
              </a:defRPr>
            </a:lvl5pPr>
          </a:lstStyle>
          <a:p>
            <a:pPr lvl="0"/>
            <a:r>
              <a:rPr lang="en-US" dirty="0"/>
              <a:t>[Sub Title]</a:t>
            </a:r>
          </a:p>
        </p:txBody>
      </p:sp>
    </p:spTree>
    <p:extLst>
      <p:ext uri="{BB962C8B-B14F-4D97-AF65-F5344CB8AC3E}">
        <p14:creationId xmlns:p14="http://schemas.microsoft.com/office/powerpoint/2010/main" val="3520471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Body Slide">
    <p:bg>
      <p:bgPr>
        <a:solidFill>
          <a:srgbClr val="060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1D1806E1-3460-4193-B902-B25E7D8DBF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3" imgH="476" progId="TCLayout.ActiveDocument.1">
                  <p:embed/>
                </p:oleObj>
              </mc:Choice>
              <mc:Fallback>
                <p:oleObj name="think-cell Slide" r:id="rId5" imgW="473" imgH="47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1D1806E1-3460-4193-B902-B25E7D8DB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2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1"/>
            <a:ext cx="211667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rtl="0" eaLnBrk="1"/>
            <a:endParaRPr lang="en-US" sz="2400" b="1" i="0" baseline="0">
              <a:latin typeface="Aptos" panose="020B0004020202020204" pitchFamily="34" charset="0"/>
              <a:ea typeface="+mj-ea"/>
              <a:cs typeface="+mj-cs"/>
              <a:sym typeface="Aptos" panose="020B0004020202020204" pitchFamily="34" charset="0"/>
            </a:endParaRPr>
          </a:p>
        </p:txBody>
      </p:sp>
      <p:sp>
        <p:nvSpPr>
          <p:cNvPr id="19" name="Do not remove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6933" cy="16933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2400">
              <a:latin typeface="Aptos" panose="020B0004020202020204" pitchFamily="34" charset="0"/>
              <a:sym typeface="Aptos" panose="020B0004020202020204" pitchFamily="34" charset="0"/>
            </a:endParaRPr>
          </a:p>
        </p:txBody>
      </p:sp>
      <p:sp>
        <p:nvSpPr>
          <p:cNvPr id="2" name="Holder 6">
            <a:extLst>
              <a:ext uri="{FF2B5EF4-FFF2-40B4-BE49-F238E27FC236}">
                <a16:creationId xmlns:a16="http://schemas.microsoft.com/office/drawing/2014/main" id="{E3FE6387-6C41-E201-083D-006CD1E60F97}"/>
              </a:ext>
            </a:extLst>
          </p:cNvPr>
          <p:cNvSpPr txBox="1">
            <a:spLocks/>
          </p:cNvSpPr>
          <p:nvPr userDrawn="1"/>
        </p:nvSpPr>
        <p:spPr>
          <a:xfrm>
            <a:off x="11686478" y="6542230"/>
            <a:ext cx="261620" cy="2051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33866" marR="0" lvl="0" indent="0" fontAlgn="auto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33" b="0" i="0" u="none" strike="noStrike" cap="none" spc="-7" normalizeH="0" baseline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Open Sans"/>
                <a:cs typeface="Open San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866" marR="0" lvl="0" indent="0" algn="l" defTabSz="914400" rtl="0" eaLnBrk="1" fontAlgn="auto" latinLnBrk="0" hangingPunct="1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333" b="0" i="0" u="none" strike="noStrike" kern="1200" cap="none" spc="-7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 panose="020B0004020202020204" pitchFamily="34" charset="0"/>
                <a:ea typeface="+mn-lt"/>
                <a:cs typeface="Bariol" panose="02000506040000020003" charset="0"/>
                <a:sym typeface="Aptos" panose="020B0004020202020204" pitchFamily="34" charset="0"/>
              </a:rPr>
              <a:pPr marL="33866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2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0" i="0" u="none" strike="noStrike" kern="1200" cap="none" spc="-7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 panose="020B0004020202020204" pitchFamily="34" charset="0"/>
              <a:ea typeface="+mn-lt"/>
              <a:cs typeface="Bariol" panose="02000506040000020003" charset="0"/>
              <a:sym typeface="Aptos" panose="020B0004020202020204" pitchFamily="34" charset="0"/>
            </a:endParaRPr>
          </a:p>
        </p:txBody>
      </p:sp>
      <p:sp>
        <p:nvSpPr>
          <p:cNvPr id="9" name="TextBox 291">
            <a:extLst>
              <a:ext uri="{FF2B5EF4-FFF2-40B4-BE49-F238E27FC236}">
                <a16:creationId xmlns:a16="http://schemas.microsoft.com/office/drawing/2014/main" id="{86881F61-CDA3-206F-2005-7888C3A9E82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08475" y="6583020"/>
            <a:ext cx="35750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yriad Pro" panose="020B05030304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u="none" strike="noStrike" kern="1200" cap="none" spc="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ptos" panose="020B0004020202020204" pitchFamily="34" charset="0"/>
                <a:sym typeface="Aptos" panose="020B0004020202020204" pitchFamily="34" charset="0"/>
              </a:rPr>
              <a:t>Confidential Materials. Do Not Distribute.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2887D0-6E13-E5F4-1190-8F27D29681E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914609" y="166521"/>
            <a:ext cx="1088704" cy="187080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D469062A-7DBE-FA44-B4EE-3918E05A2A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7370" y="2770806"/>
            <a:ext cx="10515600" cy="677109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GB" dirty="0"/>
              <a:t>[Divider / Callout Section]</a:t>
            </a:r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AB09457-E74C-E26B-E741-2D68C705E8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0289" y="3466776"/>
            <a:ext cx="10515600" cy="914400"/>
          </a:xfrm>
          <a:prstGeom prst="rect">
            <a:avLst/>
          </a:prstGeom>
        </p:spPr>
        <p:txBody>
          <a:bodyPr/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rgbClr val="2A2A2A"/>
                </a:solidFill>
              </a:defRPr>
            </a:lvl2pPr>
            <a:lvl3pPr>
              <a:defRPr sz="1400">
                <a:solidFill>
                  <a:srgbClr val="2A2A2A"/>
                </a:solidFill>
              </a:defRPr>
            </a:lvl3pPr>
            <a:lvl4pPr>
              <a:defRPr sz="1400">
                <a:solidFill>
                  <a:srgbClr val="2A2A2A"/>
                </a:solidFill>
              </a:defRPr>
            </a:lvl4pPr>
            <a:lvl5pPr>
              <a:defRPr sz="1400">
                <a:solidFill>
                  <a:srgbClr val="2A2A2A"/>
                </a:solidFill>
              </a:defRPr>
            </a:lvl5pPr>
          </a:lstStyle>
          <a:p>
            <a:pPr lvl="0"/>
            <a:r>
              <a:rPr lang="en-US" dirty="0"/>
              <a:t>[Sub Title]</a:t>
            </a:r>
          </a:p>
        </p:txBody>
      </p:sp>
    </p:spTree>
    <p:extLst>
      <p:ext uri="{BB962C8B-B14F-4D97-AF65-F5344CB8AC3E}">
        <p14:creationId xmlns:p14="http://schemas.microsoft.com/office/powerpoint/2010/main" val="2690153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8">
          <p15:clr>
            <a:srgbClr val="FBAE40"/>
          </p15:clr>
        </p15:guide>
        <p15:guide id="2" orient="horz" pos="3888">
          <p15:clr>
            <a:srgbClr val="FBAE40"/>
          </p15:clr>
        </p15:guide>
        <p15:guide id="3" pos="264">
          <p15:clr>
            <a:srgbClr val="FBAE40"/>
          </p15:clr>
        </p15:guide>
        <p15:guide id="4" pos="729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2DAE2F49-0454-17CE-EE84-0AE3E0F8CA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0584" y="1478726"/>
            <a:ext cx="45719" cy="47832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</p:pic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83AD910E-D229-A2F8-60D9-6AE8689DF5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9438" y="1478726"/>
            <a:ext cx="45719" cy="478323"/>
          </a:xfrm>
          <a:prstGeom prst="rect">
            <a:avLst/>
          </a:prstGeom>
          <a:solidFill>
            <a:srgbClr val="EB6C15"/>
          </a:solidFill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FF05815-1622-B221-F921-1ABB930DE31D}"/>
              </a:ext>
            </a:extLst>
          </p:cNvPr>
          <p:cNvSpPr/>
          <p:nvPr userDrawn="1"/>
        </p:nvSpPr>
        <p:spPr>
          <a:xfrm>
            <a:off x="1823902" y="1478726"/>
            <a:ext cx="571032" cy="478323"/>
          </a:xfrm>
          <a:prstGeom prst="rect">
            <a:avLst/>
          </a:prstGeom>
          <a:noFill/>
          <a:ln w="6350">
            <a:solidFill>
              <a:srgbClr val="7B6CDE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56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109738-0FAA-E566-2987-32CFDCF4EE60}"/>
              </a:ext>
            </a:extLst>
          </p:cNvPr>
          <p:cNvSpPr/>
          <p:nvPr userDrawn="1"/>
        </p:nvSpPr>
        <p:spPr>
          <a:xfrm>
            <a:off x="2538253" y="1478726"/>
            <a:ext cx="571032" cy="478323"/>
          </a:xfrm>
          <a:prstGeom prst="rect">
            <a:avLst/>
          </a:prstGeom>
          <a:noFill/>
          <a:ln w="6350">
            <a:solidFill>
              <a:srgbClr val="C1788E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56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A552C6-BABE-14BE-D776-9EF8024A2C64}"/>
              </a:ext>
            </a:extLst>
          </p:cNvPr>
          <p:cNvSpPr/>
          <p:nvPr userDrawn="1"/>
        </p:nvSpPr>
        <p:spPr>
          <a:xfrm>
            <a:off x="3252604" y="1478726"/>
            <a:ext cx="571032" cy="478323"/>
          </a:xfrm>
          <a:prstGeom prst="rect">
            <a:avLst/>
          </a:prstGeom>
          <a:noFill/>
          <a:ln w="6350">
            <a:solidFill>
              <a:srgbClr val="94B65B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560"/>
          </a:p>
        </p:txBody>
      </p:sp>
      <p:pic>
        <p:nvPicPr>
          <p:cNvPr id="8" name="Picture 6" descr="Shape&#10;&#10;Description automatically generated">
            <a:extLst>
              <a:ext uri="{FF2B5EF4-FFF2-40B4-BE49-F238E27FC236}">
                <a16:creationId xmlns:a16="http://schemas.microsoft.com/office/drawing/2014/main" id="{526EC7D1-160E-5556-3DC5-8D6EB27E78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4786" y="1478726"/>
            <a:ext cx="45719" cy="4783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DE9EDDE-5FA7-6195-7750-BD047B121F07}"/>
              </a:ext>
            </a:extLst>
          </p:cNvPr>
          <p:cNvSpPr/>
          <p:nvPr userDrawn="1"/>
        </p:nvSpPr>
        <p:spPr>
          <a:xfrm>
            <a:off x="5404287" y="1464901"/>
            <a:ext cx="571032" cy="478322"/>
          </a:xfrm>
          <a:prstGeom prst="rect">
            <a:avLst/>
          </a:prstGeom>
          <a:solidFill>
            <a:srgbClr val="B8E2C5">
              <a:alpha val="9804"/>
            </a:srgbClr>
          </a:solidFill>
          <a:ln w="6350">
            <a:solidFill>
              <a:srgbClr val="B8E2C5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56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9E204E-EB70-B0D2-6973-C1ABF57555F0}"/>
              </a:ext>
            </a:extLst>
          </p:cNvPr>
          <p:cNvSpPr/>
          <p:nvPr userDrawn="1"/>
        </p:nvSpPr>
        <p:spPr>
          <a:xfrm>
            <a:off x="4681569" y="1464901"/>
            <a:ext cx="570781" cy="481162"/>
          </a:xfrm>
          <a:prstGeom prst="rect">
            <a:avLst/>
          </a:prstGeom>
          <a:solidFill>
            <a:srgbClr val="9373BF">
              <a:alpha val="9804"/>
            </a:srgbClr>
          </a:solidFill>
          <a:ln w="6350">
            <a:solidFill>
              <a:srgbClr val="7B6CDE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56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65E7F0-8CD7-B604-17EB-116E10264F6C}"/>
              </a:ext>
            </a:extLst>
          </p:cNvPr>
          <p:cNvSpPr/>
          <p:nvPr userDrawn="1"/>
        </p:nvSpPr>
        <p:spPr>
          <a:xfrm>
            <a:off x="3975585" y="1471967"/>
            <a:ext cx="570781" cy="481162"/>
          </a:xfrm>
          <a:prstGeom prst="rect">
            <a:avLst/>
          </a:prstGeom>
          <a:solidFill>
            <a:srgbClr val="C1788E">
              <a:alpha val="9804"/>
            </a:srgbClr>
          </a:solidFill>
          <a:ln w="6350">
            <a:solidFill>
              <a:srgbClr val="C1788E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751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035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255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006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7587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5104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92622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0139" algn="l" defTabSz="1055035" rtl="0" eaLnBrk="1" latinLnBrk="0" hangingPunct="1">
              <a:defRPr sz="20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560"/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49C461A3-2060-89D9-AE9A-46383F9C760F}"/>
              </a:ext>
            </a:extLst>
          </p:cNvPr>
          <p:cNvSpPr/>
          <p:nvPr userDrawn="1"/>
        </p:nvSpPr>
        <p:spPr>
          <a:xfrm>
            <a:off x="1823902" y="2106699"/>
            <a:ext cx="570781" cy="478323"/>
          </a:xfrm>
          <a:prstGeom prst="roundRect">
            <a:avLst>
              <a:gd name="adj" fmla="val 5683"/>
            </a:avLst>
          </a:prstGeom>
          <a:solidFill>
            <a:srgbClr val="EFF6FF"/>
          </a:solidFill>
          <a:ln w="19050" cap="flat">
            <a:solidFill>
              <a:srgbClr val="BFDBFE"/>
            </a:solidFill>
            <a:prstDash val="dash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64"/>
          </a:p>
        </p:txBody>
      </p:sp>
      <p:sp>
        <p:nvSpPr>
          <p:cNvPr id="13" name="Rounded Rectangle 27">
            <a:extLst>
              <a:ext uri="{FF2B5EF4-FFF2-40B4-BE49-F238E27FC236}">
                <a16:creationId xmlns:a16="http://schemas.microsoft.com/office/drawing/2014/main" id="{85139D4E-DC5A-2298-EE71-E3616921BF06}"/>
              </a:ext>
            </a:extLst>
          </p:cNvPr>
          <p:cNvSpPr/>
          <p:nvPr userDrawn="1"/>
        </p:nvSpPr>
        <p:spPr>
          <a:xfrm>
            <a:off x="2529886" y="2106699"/>
            <a:ext cx="570781" cy="478323"/>
          </a:xfrm>
          <a:prstGeom prst="roundRect">
            <a:avLst>
              <a:gd name="adj" fmla="val 6120"/>
            </a:avLst>
          </a:prstGeom>
          <a:solidFill>
            <a:srgbClr val="EFF6FF"/>
          </a:solidFill>
          <a:ln w="19050">
            <a:solidFill>
              <a:srgbClr val="BFDBF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64"/>
          </a:p>
        </p:txBody>
      </p:sp>
      <p:sp>
        <p:nvSpPr>
          <p:cNvPr id="14" name="Rounded Rectangle 50">
            <a:extLst>
              <a:ext uri="{FF2B5EF4-FFF2-40B4-BE49-F238E27FC236}">
                <a16:creationId xmlns:a16="http://schemas.microsoft.com/office/drawing/2014/main" id="{A0F46FCB-CA77-D2B9-82CA-8AD78F7FD8FA}"/>
              </a:ext>
            </a:extLst>
          </p:cNvPr>
          <p:cNvSpPr/>
          <p:nvPr userDrawn="1"/>
        </p:nvSpPr>
        <p:spPr>
          <a:xfrm>
            <a:off x="3975322" y="2106699"/>
            <a:ext cx="570781" cy="478323"/>
          </a:xfrm>
          <a:prstGeom prst="roundRect">
            <a:avLst>
              <a:gd name="adj" fmla="val 6355"/>
            </a:avLst>
          </a:prstGeom>
          <a:solidFill>
            <a:srgbClr val="F9FAFB"/>
          </a:solidFill>
          <a:ln w="19050">
            <a:solidFill>
              <a:srgbClr val="E5E7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64" dirty="0"/>
          </a:p>
        </p:txBody>
      </p:sp>
      <p:sp>
        <p:nvSpPr>
          <p:cNvPr id="15" name="Rounded Rectangle 52">
            <a:extLst>
              <a:ext uri="{FF2B5EF4-FFF2-40B4-BE49-F238E27FC236}">
                <a16:creationId xmlns:a16="http://schemas.microsoft.com/office/drawing/2014/main" id="{0666F05C-C059-70C5-50BB-C9C57745B0B9}"/>
              </a:ext>
            </a:extLst>
          </p:cNvPr>
          <p:cNvSpPr/>
          <p:nvPr userDrawn="1"/>
        </p:nvSpPr>
        <p:spPr>
          <a:xfrm>
            <a:off x="3252604" y="2110206"/>
            <a:ext cx="570781" cy="47832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64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130116-0551-1623-D67D-9AFCE4414E55}"/>
              </a:ext>
            </a:extLst>
          </p:cNvPr>
          <p:cNvSpPr txBox="1"/>
          <p:nvPr userDrawn="1"/>
        </p:nvSpPr>
        <p:spPr>
          <a:xfrm>
            <a:off x="553616" y="354563"/>
            <a:ext cx="976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+mj-lt"/>
              </a:rPr>
              <a:t>&lt; Objects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6C494B-6602-2FF2-2433-B058BA08494E}"/>
              </a:ext>
            </a:extLst>
          </p:cNvPr>
          <p:cNvSpPr txBox="1"/>
          <p:nvPr userDrawn="1"/>
        </p:nvSpPr>
        <p:spPr>
          <a:xfrm>
            <a:off x="6797527" y="1519396"/>
            <a:ext cx="570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>
              <a:buNone/>
            </a:pPr>
            <a:r>
              <a:rPr lang="en-GB" sz="1800" u="none" strike="noStrike" dirty="0">
                <a:effectLst/>
              </a:rPr>
              <a:t>◐</a:t>
            </a:r>
            <a:endParaRPr lang="en-GB" sz="1800" b="1" i="0" u="none" strike="noStrike" dirty="0">
              <a:solidFill>
                <a:srgbClr val="1F2D3D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8B8AD0-56CA-6172-38B1-CB402DFD355E}"/>
              </a:ext>
            </a:extLst>
          </p:cNvPr>
          <p:cNvSpPr txBox="1"/>
          <p:nvPr userDrawn="1"/>
        </p:nvSpPr>
        <p:spPr>
          <a:xfrm>
            <a:off x="7491446" y="1527882"/>
            <a:ext cx="570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>
              <a:buNone/>
            </a:pPr>
            <a:r>
              <a:rPr lang="en-GB" sz="1800" u="none" strike="noStrike" dirty="0">
                <a:effectLst/>
              </a:rPr>
              <a:t>○</a:t>
            </a:r>
            <a:endParaRPr lang="en-GB" sz="1800" b="1" i="0" u="none" strike="noStrike" dirty="0">
              <a:solidFill>
                <a:srgbClr val="1F2D3D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C19FD7-95FC-4579-642A-DE090BE73231}"/>
              </a:ext>
            </a:extLst>
          </p:cNvPr>
          <p:cNvSpPr txBox="1"/>
          <p:nvPr userDrawn="1"/>
        </p:nvSpPr>
        <p:spPr>
          <a:xfrm>
            <a:off x="8185365" y="1519396"/>
            <a:ext cx="570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>
              <a:buNone/>
            </a:pPr>
            <a:r>
              <a:rPr lang="en-GB" sz="1800" u="none" strike="noStrike" dirty="0">
                <a:effectLst/>
              </a:rPr>
              <a:t>●</a:t>
            </a:r>
            <a:endParaRPr lang="en-GB" sz="1800" b="1" i="0" u="none" strike="noStrike" dirty="0">
              <a:solidFill>
                <a:srgbClr val="1F2D3D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4544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/>
          <p:cNvGraphicFramePr>
            <a:graphicFrameLocks noChangeAspect="1"/>
          </p:cNvGraphicFramePr>
          <p:nvPr userDrawn="1">
            <p:custDataLst>
              <p:tags r:id="rId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7" imgH="348" progId="TCLayout.ActiveDocument.1">
                  <p:embed/>
                </p:oleObj>
              </mc:Choice>
              <mc:Fallback>
                <p:oleObj name="think-cell Slide" r:id="rId9" imgW="347" imgH="348" progId="TCLayout.ActiveDocument.1">
                  <p:embed/>
                  <p:pic>
                    <p:nvPicPr>
                      <p:cNvPr id="10" name="Object 9" hidden="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5591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0" r:id="rId1"/>
    <p:sldLayoutId id="2147484071" r:id="rId2"/>
    <p:sldLayoutId id="2147484081" r:id="rId3"/>
    <p:sldLayoutId id="2147484074" r:id="rId4"/>
    <p:sldLayoutId id="2147484075" r:id="rId5"/>
    <p:sldLayoutId id="214748408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E8BBD-A2A6-FBEB-0808-B55A65957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Deck 2026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7A05D-FD18-B6A2-DBC7-1B33F583D2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June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9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C8158-8F55-0786-76E2-B4042442B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4EB83-7E53-CB77-D8D5-FA922CA036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90327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One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Body text goes here.
Second bullet point.</a:t>
            </a:r>
          </a:p>
        </p:txBody>
      </p:sp>
      <p:sp>
        <p:nvSpPr>
          <p:cNvPr id="4" name="Table Placeholder 3"/>
          <p:cNvSpPr>
            <a:spLocks noGrp="1"/>
          </p:cNvSpPr>
          <p:nvPr>
            <p:ph type="tbl" idx="11" sz="quarter"/>
          </p:nvPr>
        </p:nvSpPr>
        <p:spPr/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Left column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Right column text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Split Slide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Caption 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Two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Deep dive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Content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More body content here.</a:t>
            </a:r>
          </a:p>
        </p:txBody>
      </p:sp>
      <p:sp>
        <p:nvSpPr>
          <p:cNvPr id="4" name="Table Placeholder 3"/>
          <p:cNvSpPr>
            <a:spLocks noGrp="1"/>
          </p:cNvSpPr>
          <p:nvPr>
            <p:ph type="tbl" idx="11" sz="quarter"/>
          </p:nvPr>
        </p:nvSpPr>
        <p:spPr/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28224&quot;&gt;&lt;version val=&quot;3572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3.66742638120747477259E+00&quot;&gt;&lt;m_msothmcolidx val=&quot;0&quot;/&gt;&lt;m_rgb r=&quot;59&quot; g=&quot;59&quot; b=&quot;59&quot;/&gt;&lt;/elem&gt;&lt;elem m_fUsage=&quot;2.78046537639950441800E+00&quot;&gt;&lt;m_msothmcolidx val=&quot;0&quot;/&gt;&lt;m_rgb r=&quot;06&quot; g=&quot;0B&quot; b=&quot;25&quot;/&gt;&lt;/elem&gt;&lt;elem m_fUsage=&quot;2.23209809585355367645E+00&quot;&gt;&lt;m_msothmcolidx val=&quot;0&quot;/&gt;&lt;m_rgb r=&quot;63&quot; g=&quot;60&quot; b=&quot;D8&quot;/&gt;&lt;/elem&gt;&lt;elem m_fUsage=&quot;9.38152042447694678451E-01&quot;&gt;&lt;m_msothmcolidx val=&quot;0&quot;/&gt;&lt;m_rgb r=&quot;A6&quot; g=&quot;A6&quot; b=&quot;A6&quot;/&gt;&lt;/elem&gt;&lt;elem m_fUsage=&quot;1.63967812865785600440E-01&quot;&gt;&lt;m_msothmcolidx val=&quot;0&quot;/&gt;&lt;m_rgb r=&quot;D7&quot; g=&quot;D6&quot; b=&quot;F2&quot;/&gt;&lt;/elem&gt;&lt;elem m_fUsage=&quot;9.24865752059652601602E-02&quot;&gt;&lt;m_msothmcolidx val=&quot;0&quot;/&gt;&lt;m_rgb r=&quot;F1&quot; g=&quot;F1&quot; b=&quot;FF&quot;/&gt;&lt;/elem&gt;&lt;elem m_fUsage=&quot;7.97664430768725701837E-02&quot;&gt;&lt;m_msothmcolidx val=&quot;0&quot;/&gt;&lt;m_rgb r=&quot;0A&quot; g=&quot;0A&quot; b=&quot;0A&quot;/&gt;&lt;/elem&gt;&lt;elem m_fUsage=&quot;1.82480036314007498799E-02&quot;&gt;&lt;m_msothmcolidx val=&quot;0&quot;/&gt;&lt;m_rgb r=&quot;F2&quot; g=&quot;F2&quot; b=&quot;F2&quot;/&gt;&lt;/elem&gt;&lt;elem m_fUsage=&quot;4.40268420491518163579E-03&quot;&gt;&lt;m_msothmcolidx val=&quot;0&quot;/&gt;&lt;m_rgb r=&quot;1C&quot; g=&quot;06&quot; b=&quot;42&quot;/&gt;&lt;/elem&gt;&lt;elem m_fUsage=&quot;3.72303224522803170859E-03&quot;&gt;&lt;m_msothmcolidx val=&quot;0&quot;/&gt;&lt;m_rgb r=&quot;D4&quot; g=&quot;E1&quot; b=&quot;01&quot;/&gt;&lt;/elem&gt;&lt;elem m_fUsage=&quot;3.41568843344306795340E-03&quot;&gt;&lt;m_msothmcolidx val=&quot;0&quot;/&gt;&lt;m_rgb r=&quot;00&quot; g=&quot;90&quot; b=&quot;FC&quot;/&gt;&lt;/elem&gt;&lt;elem m_fUsage=&quot;2.73892744995341171077E-03&quot;&gt;&lt;m_msothmcolidx val=&quot;0&quot;/&gt;&lt;m_rgb r=&quot;26&quot; g=&quot;26&quot; b=&quot;26&quot;/&gt;&lt;/elem&gt;&lt;elem m_fUsage=&quot;2.62962955116796074512E-03&quot;&gt;&lt;m_msothmcolidx val=&quot;0&quot;/&gt;&lt;m_rgb r=&quot;82&quot; g=&quot;FF&quot; b=&quot;68&quot;/&gt;&lt;/elem&gt;&lt;elem m_fUsage=&quot;2.46503470495807071317E-03&quot;&gt;&lt;m_msothmcolidx val=&quot;0&quot;/&gt;&lt;m_rgb r=&quot;4F&quot; g=&quot;FA&quot; b=&quot;FC&quot;/&gt;&lt;/elem&gt;&lt;elem m_fUsage=&quot;1.82320684249249738255E-03&quot;&gt;&lt;m_msothmcolidx val=&quot;0&quot;/&gt;&lt;m_rgb r=&quot;00&quot; g=&quot;2C&quot; b=&quot;C9&quot;/&gt;&lt;/elem&gt;&lt;elem m_fUsage=&quot;1.79701029991443349265E-03&quot;&gt;&lt;m_msothmcolidx val=&quot;0&quot;/&gt;&lt;m_rgb r=&quot;77&quot; g=&quot;CD&quot; b=&quot;D6&quot;/&gt;&lt;/elem&gt;&lt;elem m_fUsage=&quot;1.61730926992299014339E-03&quot;&gt;&lt;m_msothmcolidx val=&quot;0&quot;/&gt;&lt;m_rgb r=&quot;76&quot; g=&quot;B6&quot; b=&quot;A6&quot;/&gt;&lt;/elem&gt;&lt;elem m_fUsage=&quot;1.45557834293069112905E-03&quot;&gt;&lt;m_msothmcolidx val=&quot;0&quot;/&gt;&lt;m_rgb r=&quot;88&quot; g=&quot;82&quot; b=&quot;C7&quot;/&gt;&lt;/elem&gt;&lt;elem m_fUsage=&quot;1.31002050863762210288E-03&quot;&gt;&lt;m_msothmcolidx val=&quot;0&quot;/&gt;&lt;m_rgb r=&quot;78&quot; g=&quot;A3&quot; b=&quot;F5&quot;/&gt;&lt;/elem&gt;&lt;elem m_fUsage=&quot;8.68844201949461193539E-06&quot;&gt;&lt;m_msothmcolidx val=&quot;0&quot;/&gt;&lt;m_rgb r=&quot;D2&quot; g=&quot;E8&quot; b=&quot;FA&quot;/&gt;&lt;/elem&gt;&lt;elem m_fUsage=&quot;5.24031078959297589804E-07&quot;&gt;&lt;m_msothmcolidx val=&quot;0&quot;/&gt;&lt;m_rgb r=&quot;DD&quot; g=&quot;E4&quot; b=&quot;FF&quot;/&gt;&lt;/elem&gt;&lt;elem m_fUsage=&quot;4.36223253020203343021E-07&quot;&gt;&lt;m_msothmcolidx val=&quot;0&quot;/&gt;&lt;m_rgb r=&quot;E5&quot; g=&quot;D9&quot; b=&quot;FB&quot;/&gt;&lt;/elem&gt;&lt;elem m_fUsage=&quot;3.92600927718183019307E-07&quot;&gt;&lt;m_msothmcolidx val=&quot;0&quot;/&gt;&lt;m_rgb r=&quot;A7&quot; g=&quot;7D&quot; b=&quot;F3&quot;/&gt;&lt;/elem&gt;&lt;elem m_fUsage=&quot;3.30976403502673229173E-07&quot;&gt;&lt;m_msothmcolidx val=&quot;0&quot;/&gt;&lt;m_rgb r=&quot;CF&quot; g=&quot;DA&quot; b=&quot;EB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6MHJ_U_8ZMrXCOUZSML0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6MHJ_U_8ZMrXCOUZSML0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6MHJ_U_8ZMrXCOUZSML0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1_Office Theme [1780290002289]">
  <a:themeElements>
    <a:clrScheme name="Office">
      <a:dk1>
        <a:srgbClr val="060B25"/>
      </a:dk1>
      <a:lt1>
        <a:srgbClr val="F2F2F2"/>
      </a:lt1>
      <a:dk2>
        <a:srgbClr val="595959"/>
      </a:dk2>
      <a:lt2>
        <a:srgbClr val="ECECF2"/>
      </a:lt2>
      <a:accent1>
        <a:srgbClr val="6360D8"/>
      </a:accent1>
      <a:accent2>
        <a:srgbClr val="5B9BD5"/>
      </a:accent2>
      <a:accent3>
        <a:srgbClr val="4472C4"/>
      </a:accent3>
      <a:accent4>
        <a:srgbClr val="FFFFFF"/>
      </a:accent4>
      <a:accent5>
        <a:srgbClr val="A6A6A6"/>
      </a:accent5>
      <a:accent6>
        <a:srgbClr val="F1F1FF"/>
      </a:accent6>
      <a:hlink>
        <a:srgbClr val="0563C1"/>
      </a:hlink>
      <a:folHlink>
        <a:srgbClr val="954F72"/>
      </a:folHlink>
    </a:clrScheme>
    <a:fontScheme name="Custom 19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20000"/>
            <a:lumOff val="80000"/>
          </a:schemeClr>
        </a:solidFill>
      </a:spPr>
      <a:bodyPr rtlCol="0" anchor="ctr"/>
      <a:lstStyle>
        <a:defPPr algn="ctr">
          <a:defRPr sz="1200" dirty="0" smtClean="0">
            <a:solidFill>
              <a:srgbClr val="C00000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EBEC733A-3D46-49E5-88AD-3F8192BE96C6}">
  <we:reference id="36907bf5-2c4b-4ebb-b2d8-8ed6acad83c2" version="1.0.0.0" store="\\americasgc.com\netlogon\Addins" storeType="Filesystem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751C6D0-5CD2-4DC5-957C-90CEC10591FA}">
  <we:reference id="WA200010001" version="1.0.0.0" store="Omex" storeType="OMEX"/>
  <we:alternateReferences>
    <we:reference id="WA200010001" version="1.0.0.0" store="WA200010001" storeType="OMEX"/>
  </we:alternateReferences>
  <we:properties>
    <we:property name="claude.fileId" value="&quot;89022577-32b6-4c2e-b9ad-5585835a8524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6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6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3.xml"/></Relationships>
</file>

<file path=customXml/_rels/item6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4.xml"/></Relationships>
</file>

<file path=customXml/_rels/item6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5.xml"/></Relationships>
</file>

<file path=customXml/_rels/item6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6.xml"/></Relationships>
</file>

<file path=customXml/_rels/item6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7.xml"/></Relationships>
</file>

<file path=customXml/_rels/item6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8.xml"/></Relationships>
</file>

<file path=customXml/_rels/item6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9.xml"/></Relationships>
</file>

<file path=customXml/_rels/item7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0.xml"/></Relationships>
</file>

<file path=customXml/_rels/item7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1.xml"/></Relationships>
</file>

<file path=customXml/_rels/item7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2.xml"/></Relationships>
</file>

<file path=customXml/_rels/item7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3.xml"/></Relationships>
</file>

<file path=customXml/_rels/item7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4.xml"/></Relationships>
</file>

<file path=customXml/_rels/item7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5.xml"/></Relationships>
</file>

<file path=customXml/_rels/item7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6.xml"/></Relationships>
</file>

<file path=customXml/_rels/item7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7.xml"/></Relationships>
</file>

<file path=customXml/_rels/item7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8.xml"/></Relationships>
</file>

<file path=customXml/_rels/item7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9.xml"/></Relationships>
</file>

<file path=customXml/_rels/item8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0.xml"/></Relationships>
</file>

<file path=customXml/_rels/item8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1.xml"/></Relationships>
</file>

<file path=customXml/_rels/item8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2.xml"/></Relationships>
</file>

<file path=customXml/_rels/item8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3.xml"/></Relationships>
</file>

<file path=customXml/_rels/item8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4.xml"/></Relationships>
</file>

<file path=customXml/_rels/item8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5.xml"/></Relationships>
</file>

<file path=customXml/_rels/item8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6.xml"/></Relationships>
</file>

<file path=customXml/_rels/item8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7.xml"/></Relationships>
</file>

<file path=customXml/_rels/item8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8.xml"/></Relationships>
</file>

<file path=customXml/_rels/item8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9.xml"/></Relationships>
</file>

<file path=customXml/_rels/item9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0.xml"/></Relationships>
</file>

<file path=customXml/_rels/item9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1.xml"/></Relationships>
</file>

<file path=customXml/_rels/item9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2.xml"/></Relationships>
</file>

<file path=customXml/_rels/item9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3.xml"/></Relationships>
</file>

<file path=customXml/_rels/item9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4.xml"/></Relationships>
</file>

<file path=customXml/_rels/item9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5.xml"/></Relationships>
</file>

<file path=customXml/_rels/item9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6.xml"/></Relationships>
</file>

<file path=customXml/_rels/item9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7.xml"/></Relationships>
</file>

<file path=customXml/_rels/item9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8.xml"/></Relationships>
</file>

<file path=customXml/_rels/item9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9.xml"/></Relationships>
</file>

<file path=customXml/_rels/item10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0.xml"/></Relationships>
</file>

<file path=customXml/_rels/item10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1.xml"/></Relationships>
</file>

<file path=customXml/_rels/item10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2.xml"/></Relationships>
</file>

<file path=customXml/_rels/item10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3.xml"/></Relationships>
</file>

<file path=customXml/_rels/item10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4.xml"/></Relationships>
</file>

<file path=customXml/_rels/item10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5.xml"/></Relationships>
</file>

<file path=customXml/_rels/item10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6.xml"/></Relationships>
</file>

<file path=customXml/_rels/item10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7.xml"/></Relationships>
</file>

<file path=customXml/_rels/item10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8.xml"/></Relationships>
</file>

<file path=customXml/_rels/item10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9.xml"/></Relationships>
</file>

<file path=customXml/_rels/item1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0.xml"/></Relationships>
</file>

<file path=customXml/_rels/item1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1.xml"/></Relationships>
</file>

<file path=customXml/_rels/item1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2.xml"/></Relationships>
</file>

<file path=customXml/_rels/item1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3.xml"/></Relationships>
</file>

<file path=customXml/_rels/item1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4.xml"/></Relationships>
</file>

<file path=customXml/_rels/item1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5.xml"/></Relationships>
</file>

<file path=customXml/_rels/item1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6.xml"/></Relationships>
</file>

<file path=customXml/_rels/item1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7.xml"/></Relationships>
</file>

<file path=customXml/item1.xml>��
</file>

<file path=customXml/item2.xml>��
</file>

<file path=customXml/item3.xml>��
</file>

<file path=customXml/item4.xml>��
</file>

<file path=customXml/item5.xml>��
</file>

<file path=customXml/item6.xml>��
</file>

<file path=customXml/item7.xml>��
</file>

<file path=customXml/item8.xml>��
</file>

<file path=customXml/item9.xml>��
</file>

<file path=customXml/item10.xml>��
</file>

<file path=customXml/item11.xml>��
</file>

<file path=customXml/item12.xml>��
</file>

<file path=customXml/item13.xml>��
</file>

<file path=customXml/item14.xml>��
</file>

<file path=customXml/item15.xml>��
</file>

<file path=customXml/item16.xml>��
</file>

<file path=customXml/item17.xml>��
</file>

<file path=customXml/item18.xml>��
</file>

<file path=customXml/item19.xml>��
</file>

<file path=customXml/item20.xml>��
</file>

<file path=customXml/item21.xml>��
</file>

<file path=customXml/item22.xml>��
</file>

<file path=customXml/item23.xml>��
</file>

<file path=customXml/item24.xml>��
</file>

<file path=customXml/item25.xml>��
</file>

<file path=customXml/item26.xml>��
</file>

<file path=customXml/item27.xml>��
</file>

<file path=customXml/item28.xml>��
</file>

<file path=customXml/item29.xml>��
</file>

<file path=customXml/item30.xml>��
</file>

<file path=customXml/item31.xml>��
</file>

<file path=customXml/item32.xml>��
</file>

<file path=customXml/item33.xml>��
</file>

<file path=customXml/item34.xml>��
</file>

<file path=customXml/item35.xml>��
</file>

<file path=customXml/item36.xml>��
</file>

<file path=customXml/item37.xml>��
</file>

<file path=customXml/item38.xml>��
</file>

<file path=customXml/item39.xml>��
</file>

<file path=customXml/item40.xml>��
</file>

<file path=customXml/item41.xml>��
</file>

<file path=customXml/item42.xml>��
</file>

<file path=customXml/item43.xml>��
</file>

<file path=customXml/item4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C20B2BEC42184B9B09B4DCB75AE854" ma:contentTypeVersion="16" ma:contentTypeDescription="Create a new document." ma:contentTypeScope="" ma:versionID="6d647af67586286d4a74a343d310fee0">
  <xsd:schema xmlns:xsd="http://www.w3.org/2001/XMLSchema" xmlns:xs="http://www.w3.org/2001/XMLSchema" xmlns:p="http://schemas.microsoft.com/office/2006/metadata/properties" xmlns:ns1="http://schemas.microsoft.com/sharepoint/v3" xmlns:ns2="4f13e1c8-40a9-4213-b369-b1bd096025ff" xmlns:ns3="50b4b0f7-67da-44ec-acc1-354403535a64" targetNamespace="http://schemas.microsoft.com/office/2006/metadata/properties" ma:root="true" ma:fieldsID="aa8c1d2e302c938ff7bc1cdfc1864556" ns1:_="" ns2:_="" ns3:_="">
    <xsd:import namespace="http://schemas.microsoft.com/sharepoint/v3"/>
    <xsd:import namespace="4f13e1c8-40a9-4213-b369-b1bd096025ff"/>
    <xsd:import namespace="50b4b0f7-67da-44ec-acc1-354403535a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13e1c8-40a9-4213-b369-b1bd096025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b8986d67-a85e-41b2-b7e6-ba90d8c4bed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b4b0f7-67da-44ec-acc1-354403535a6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a98ffa60-c56c-44d9-a4ae-309767b1b618}" ma:internalName="TaxCatchAll" ma:showField="CatchAllData" ma:web="50b4b0f7-67da-44ec-acc1-354403535a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5.xml>��
</file>

<file path=customXml/item46.xml>��
</file>

<file path=customXml/item47.xml>��
</file>

<file path=customXml/item48.xml>��
</file>

<file path=customXml/item49.xml>��
</file>

<file path=customXml/item50.xml>��
</file>

<file path=customXml/item51.xml>��
</file>

<file path=customXml/item52.xml>��
</file>

<file path=customXml/item53.xml>��
</file>

<file path=customXml/item5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5.xml>��
</file>

<file path=customXml/item56.xml>��
</file>

<file path=customXml/item57.xml>��
</file>

<file path=customXml/item58.xml>��
</file>

<file path=customXml/item59.xml>��
</file>

<file path=customXml/item60.xml>��
</file>

<file path=customXml/item61.xml>��
</file>

<file path=customXml/item62.xml>��
</file>

<file path=customXml/item63.xml>��
</file>

<file path=customXml/item64.xml>��
</file>

<file path=customXml/item65.xml>��
</file>

<file path=customXml/item66.xml>��
</file>

<file path=customXml/item67.xml>��
</file>

<file path=customXml/item68.xml>��
</file>

<file path=customXml/item69.xml>��
</file>

<file path=customXml/item70.xml>��
</file>

<file path=customXml/item71.xml>��
</file>

<file path=customXml/item72.xml>��
</file>

<file path=customXml/item73.xml>��
</file>

<file path=customXml/item74.xml>��
</file>

<file path=customXml/item75.xml>��
</file>

<file path=customXml/item76.xml>��
</file>

<file path=customXml/item77.xml>��
</file>

<file path=customXml/item78.xml>��
</file>

<file path=customXml/item79.xml>��
</file>

<file path=customXml/item80.xml>��
</file>

<file path=customXml/item81.xml>��
</file>

<file path=customXml/item82.xml>��
</file>

<file path=customXml/item83.xml>��
</file>

<file path=customXml/item84.xml>��
</file>

<file path=customXml/item85.xml>��
</file>

<file path=customXml/item86.xml>��
</file>

<file path=customXml/item87.xml>��
</file>

<file path=customXml/item88.xml>��
</file>

<file path=customXml/item89.xml>��
</file>

<file path=customXml/item90.xml>��
</file>

<file path=customXml/item91.xml>��
</file>

<file path=customXml/item92.xml>��
</file>

<file path=customXml/item93.xml>��
</file>

<file path=customXml/item94.xml>��
</file>

<file path=customXml/item95.xml>��
</file>

<file path=customXml/item96.xml>��
</file>

<file path=customXml/item97.xml>��
</file>

<file path=customXml/item98.xml>��
</file>

<file path=customXml/item99.xml>��
</file>

<file path=customXml/item100.xml>��
</file>

<file path=customXml/item101.xml>��
</file>

<file path=customXml/item102.xml>��
</file>

<file path=customXml/item103.xml>��
</file>

<file path=customXml/item104.xml>��
</file>

<file path=customXml/item10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4f13e1c8-40a9-4213-b369-b1bd096025ff">
      <Terms xmlns="http://schemas.microsoft.com/office/infopath/2007/PartnerControls"/>
    </lcf76f155ced4ddcb4097134ff3c332f>
    <TaxCatchAll xmlns="50b4b0f7-67da-44ec-acc1-354403535a64" xsi:nil="true"/>
    <SharedWithUsers xmlns="50b4b0f7-67da-44ec-acc1-354403535a64">
      <UserInfo>
        <DisplayName/>
        <AccountId xsi:nil="true"/>
        <AccountType/>
      </UserInfo>
    </SharedWithUsers>
  </documentManagement>
</p:properties>
</file>

<file path=customXml/item106.xml>��
</file>

<file path=customXml/item107.xml>��
</file>

<file path=customXml/item108.xml>��
</file>

<file path=customXml/item109.xml>��
</file>

<file path=customXml/item110.xml>��
</file>

<file path=customXml/item111.xml>��
</file>

<file path=customXml/item112.xml>��
</file>

<file path=customXml/item113.xml>��
</file>

<file path=customXml/item114.xml>��
</file>

<file path=customXml/item115.xml>��
</file>

<file path=customXml/item116.xml>��
</file>

<file path=customXml/item117.xml>��
</file>

<file path=customXml/itemProps1.xml><?xml version="1.0" encoding="utf-8"?>
<ds:datastoreItem xmlns:ds="http://schemas.openxmlformats.org/officeDocument/2006/customXml" ds:itemID="{BCF00861-1514-4D08-B38C-E6F74F30B3B4}">
  <ds:schemaRefs>
    <ds:schemaRef ds:uri="http://www.w3.org/2001/XMLSchema"/>
    <ds:schemaRef ds:uri="pb-wrapper"/>
  </ds:schemaRefs>
</ds:datastoreItem>
</file>

<file path=customXml/itemProps2.xml><?xml version="1.0" encoding="utf-8"?>
<ds:datastoreItem xmlns:ds="http://schemas.openxmlformats.org/officeDocument/2006/customXml" ds:itemID="{B6B234AF-C1CD-4566-8201-D18E230AB5D3}">
  <ds:schemaRefs>
    <ds:schemaRef ds:uri="http://www.w3.org/2001/XMLSchema"/>
    <ds:schemaRef ds:uri="pb-wrapper"/>
  </ds:schemaRefs>
</ds:datastoreItem>
</file>

<file path=customXml/itemProps3.xml><?xml version="1.0" encoding="utf-8"?>
<ds:datastoreItem xmlns:ds="http://schemas.openxmlformats.org/officeDocument/2006/customXml" ds:itemID="{FE88CC75-84B0-4E9B-8B1D-E5D39E1F529C}">
  <ds:schemaRefs>
    <ds:schemaRef ds:uri="http://www.w3.org/2001/XMLSchema"/>
    <ds:schemaRef ds:uri="pb-wrapper"/>
  </ds:schemaRefs>
</ds:datastoreItem>
</file>

<file path=customXml/itemProps4.xml><?xml version="1.0" encoding="utf-8"?>
<ds:datastoreItem xmlns:ds="http://schemas.openxmlformats.org/officeDocument/2006/customXml" ds:itemID="{7A71BE1D-9D12-44A3-8C21-69F75EB62E74}">
  <ds:schemaRefs>
    <ds:schemaRef ds:uri="http://www.w3.org/2001/XMLSchema"/>
    <ds:schemaRef ds:uri="pb-wrapper"/>
  </ds:schemaRefs>
</ds:datastoreItem>
</file>

<file path=customXml/itemProps5.xml><?xml version="1.0" encoding="utf-8"?>
<ds:datastoreItem xmlns:ds="http://schemas.openxmlformats.org/officeDocument/2006/customXml" ds:itemID="{30C7E7F4-80AF-4A8B-9E1D-25E3B0D0A205}">
  <ds:schemaRefs>
    <ds:schemaRef ds:uri="http://www.w3.org/2001/XMLSchema"/>
    <ds:schemaRef ds:uri="pb-wrapper"/>
  </ds:schemaRefs>
</ds:datastoreItem>
</file>

<file path=customXml/itemProps6.xml><?xml version="1.0" encoding="utf-8"?>
<ds:datastoreItem xmlns:ds="http://schemas.openxmlformats.org/officeDocument/2006/customXml" ds:itemID="{77DD9860-13C1-4B7B-940E-4CDF46C0E0DC}">
  <ds:schemaRefs>
    <ds:schemaRef ds:uri="http://www.w3.org/2001/XMLSchema"/>
    <ds:schemaRef ds:uri="pb-wrapper"/>
  </ds:schemaRefs>
</ds:datastoreItem>
</file>

<file path=customXml/itemProps7.xml><?xml version="1.0" encoding="utf-8"?>
<ds:datastoreItem xmlns:ds="http://schemas.openxmlformats.org/officeDocument/2006/customXml" ds:itemID="{F2023A5C-D2AF-45A2-A1C3-F8F7793CD1EF}">
  <ds:schemaRefs>
    <ds:schemaRef ds:uri="http://www.w3.org/2001/XMLSchema"/>
    <ds:schemaRef ds:uri="pb-wrapper"/>
  </ds:schemaRefs>
</ds:datastoreItem>
</file>

<file path=customXml/itemProps8.xml><?xml version="1.0" encoding="utf-8"?>
<ds:datastoreItem xmlns:ds="http://schemas.openxmlformats.org/officeDocument/2006/customXml" ds:itemID="{57E0349B-7EBC-4E60-A525-F78AB818B5E3}">
  <ds:schemaRefs>
    <ds:schemaRef ds:uri="http://www.w3.org/2001/XMLSchema"/>
    <ds:schemaRef ds:uri="pb-wrapper"/>
  </ds:schemaRefs>
</ds:datastoreItem>
</file>

<file path=customXml/itemProps9.xml><?xml version="1.0" encoding="utf-8"?>
<ds:datastoreItem xmlns:ds="http://schemas.openxmlformats.org/officeDocument/2006/customXml" ds:itemID="{602A4780-E5BD-4F0F-A778-3FEC9B307FF3}">
  <ds:schemaRefs>
    <ds:schemaRef ds:uri="http://www.w3.org/2001/XMLSchema"/>
    <ds:schemaRef ds:uri="pb-wrapper"/>
  </ds:schemaRefs>
</ds:datastoreItem>
</file>

<file path=customXml/itemProps10.xml><?xml version="1.0" encoding="utf-8"?>
<ds:datastoreItem xmlns:ds="http://schemas.openxmlformats.org/officeDocument/2006/customXml" ds:itemID="{98A923B6-6CAD-4892-8E39-7022EE08C7C7}">
  <ds:schemaRefs>
    <ds:schemaRef ds:uri="http://www.w3.org/2001/XMLSchema"/>
    <ds:schemaRef ds:uri="pb-wrapper"/>
  </ds:schemaRefs>
</ds:datastoreItem>
</file>

<file path=customXml/itemProps11.xml><?xml version="1.0" encoding="utf-8"?>
<ds:datastoreItem xmlns:ds="http://schemas.openxmlformats.org/officeDocument/2006/customXml" ds:itemID="{CA335F86-749D-4FD6-9BFA-CF7BE0DF8383}">
  <ds:schemaRefs>
    <ds:schemaRef ds:uri="http://www.w3.org/2001/XMLSchema"/>
    <ds:schemaRef ds:uri="pb-wrapper"/>
  </ds:schemaRefs>
</ds:datastoreItem>
</file>

<file path=customXml/itemProps12.xml><?xml version="1.0" encoding="utf-8"?>
<ds:datastoreItem xmlns:ds="http://schemas.openxmlformats.org/officeDocument/2006/customXml" ds:itemID="{202B069A-82DF-434A-8CB9-2D28F3CF368F}">
  <ds:schemaRefs>
    <ds:schemaRef ds:uri="http://www.w3.org/2001/XMLSchema"/>
    <ds:schemaRef ds:uri="pb-wrapper"/>
  </ds:schemaRefs>
</ds:datastoreItem>
</file>

<file path=customXml/itemProps13.xml><?xml version="1.0" encoding="utf-8"?>
<ds:datastoreItem xmlns:ds="http://schemas.openxmlformats.org/officeDocument/2006/customXml" ds:itemID="{5C6BCEFA-5B5B-4A84-8DDD-E3C44B0CBA11}">
  <ds:schemaRefs>
    <ds:schemaRef ds:uri="http://www.w3.org/2001/XMLSchema"/>
    <ds:schemaRef ds:uri="pb-wrapper"/>
  </ds:schemaRefs>
</ds:datastoreItem>
</file>

<file path=customXml/itemProps14.xml><?xml version="1.0" encoding="utf-8"?>
<ds:datastoreItem xmlns:ds="http://schemas.openxmlformats.org/officeDocument/2006/customXml" ds:itemID="{AEAE1F78-5AE5-4E60-BB9F-6948306D081C}">
  <ds:schemaRefs>
    <ds:schemaRef ds:uri="http://www.w3.org/2001/XMLSchema"/>
    <ds:schemaRef ds:uri="pb-wrapper"/>
  </ds:schemaRefs>
</ds:datastoreItem>
</file>

<file path=customXml/itemProps15.xml><?xml version="1.0" encoding="utf-8"?>
<ds:datastoreItem xmlns:ds="http://schemas.openxmlformats.org/officeDocument/2006/customXml" ds:itemID="{C680549C-D301-44D5-9695-C56BEAC54A3A}">
  <ds:schemaRefs>
    <ds:schemaRef ds:uri="http://www.w3.org/2001/XMLSchema"/>
    <ds:schemaRef ds:uri="pb-wrapper"/>
  </ds:schemaRefs>
</ds:datastoreItem>
</file>

<file path=customXml/itemProps16.xml><?xml version="1.0" encoding="utf-8"?>
<ds:datastoreItem xmlns:ds="http://schemas.openxmlformats.org/officeDocument/2006/customXml" ds:itemID="{A7AD51FB-2BC6-4578-83C7-24110D0B8F69}">
  <ds:schemaRefs>
    <ds:schemaRef ds:uri="http://www.w3.org/2001/XMLSchema"/>
    <ds:schemaRef ds:uri="pb-wrapper"/>
  </ds:schemaRefs>
</ds:datastoreItem>
</file>

<file path=customXml/itemProps17.xml><?xml version="1.0" encoding="utf-8"?>
<ds:datastoreItem xmlns:ds="http://schemas.openxmlformats.org/officeDocument/2006/customXml" ds:itemID="{AED55962-9703-4A65-8EBF-EADCA9411FBD}">
  <ds:schemaRefs>
    <ds:schemaRef ds:uri="http://www.w3.org/2001/XMLSchema"/>
    <ds:schemaRef ds:uri="pb-wrapper"/>
  </ds:schemaRefs>
</ds:datastoreItem>
</file>

<file path=customXml/itemProps18.xml><?xml version="1.0" encoding="utf-8"?>
<ds:datastoreItem xmlns:ds="http://schemas.openxmlformats.org/officeDocument/2006/customXml" ds:itemID="{FD7EB55F-1FBF-45A8-B5A3-7D23D5C0DC97}">
  <ds:schemaRefs>
    <ds:schemaRef ds:uri="http://www.w3.org/2001/XMLSchema"/>
    <ds:schemaRef ds:uri="pb-wrapper"/>
  </ds:schemaRefs>
</ds:datastoreItem>
</file>

<file path=customXml/itemProps19.xml><?xml version="1.0" encoding="utf-8"?>
<ds:datastoreItem xmlns:ds="http://schemas.openxmlformats.org/officeDocument/2006/customXml" ds:itemID="{ABC9A531-5A69-4412-8D80-ACD09860B05A}">
  <ds:schemaRefs>
    <ds:schemaRef ds:uri="http://www.w3.org/2001/XMLSchema"/>
    <ds:schemaRef ds:uri="pb-wrapper"/>
  </ds:schemaRefs>
</ds:datastoreItem>
</file>

<file path=customXml/itemProps20.xml><?xml version="1.0" encoding="utf-8"?>
<ds:datastoreItem xmlns:ds="http://schemas.openxmlformats.org/officeDocument/2006/customXml" ds:itemID="{6A860028-3307-4B6B-ABE0-81709059037A}">
  <ds:schemaRefs>
    <ds:schemaRef ds:uri="http://www.w3.org/2001/XMLSchema"/>
    <ds:schemaRef ds:uri="pb-wrapper"/>
  </ds:schemaRefs>
</ds:datastoreItem>
</file>

<file path=customXml/itemProps21.xml><?xml version="1.0" encoding="utf-8"?>
<ds:datastoreItem xmlns:ds="http://schemas.openxmlformats.org/officeDocument/2006/customXml" ds:itemID="{08784DF9-1C0D-4803-8553-CF901FFE741C}">
  <ds:schemaRefs>
    <ds:schemaRef ds:uri="http://www.w3.org/2001/XMLSchema"/>
    <ds:schemaRef ds:uri="pb-wrapper"/>
  </ds:schemaRefs>
</ds:datastoreItem>
</file>

<file path=customXml/itemProps22.xml><?xml version="1.0" encoding="utf-8"?>
<ds:datastoreItem xmlns:ds="http://schemas.openxmlformats.org/officeDocument/2006/customXml" ds:itemID="{9746E98A-05B4-43F0-9282-05EA9D8422AE}">
  <ds:schemaRefs>
    <ds:schemaRef ds:uri="http://www.w3.org/2001/XMLSchema"/>
    <ds:schemaRef ds:uri="pb-wrapper"/>
  </ds:schemaRefs>
</ds:datastoreItem>
</file>

<file path=customXml/itemProps23.xml><?xml version="1.0" encoding="utf-8"?>
<ds:datastoreItem xmlns:ds="http://schemas.openxmlformats.org/officeDocument/2006/customXml" ds:itemID="{FE83DA2D-F197-4BD8-9228-159A6B0F1A4D}">
  <ds:schemaRefs>
    <ds:schemaRef ds:uri="http://www.w3.org/2001/XMLSchema"/>
    <ds:schemaRef ds:uri="pb-wrapper"/>
  </ds:schemaRefs>
</ds:datastoreItem>
</file>

<file path=customXml/itemProps24.xml><?xml version="1.0" encoding="utf-8"?>
<ds:datastoreItem xmlns:ds="http://schemas.openxmlformats.org/officeDocument/2006/customXml" ds:itemID="{0AE4C8A3-F6E3-4C22-BBD9-A9750D584D0F}">
  <ds:schemaRefs>
    <ds:schemaRef ds:uri="http://www.w3.org/2001/XMLSchema"/>
    <ds:schemaRef ds:uri="pb-wrapper"/>
  </ds:schemaRefs>
</ds:datastoreItem>
</file>

<file path=customXml/itemProps25.xml><?xml version="1.0" encoding="utf-8"?>
<ds:datastoreItem xmlns:ds="http://schemas.openxmlformats.org/officeDocument/2006/customXml" ds:itemID="{3E721C3B-CEB9-4861-B9EF-B141034FA1EF}">
  <ds:schemaRefs>
    <ds:schemaRef ds:uri="http://www.w3.org/2001/XMLSchema"/>
    <ds:schemaRef ds:uri="pb-wrapper"/>
  </ds:schemaRefs>
</ds:datastoreItem>
</file>

<file path=customXml/itemProps26.xml><?xml version="1.0" encoding="utf-8"?>
<ds:datastoreItem xmlns:ds="http://schemas.openxmlformats.org/officeDocument/2006/customXml" ds:itemID="{9F6D8240-C7A8-448C-8531-86C2EDD181F8}">
  <ds:schemaRefs>
    <ds:schemaRef ds:uri="http://www.w3.org/2001/XMLSchema"/>
    <ds:schemaRef ds:uri="pb-wrapper"/>
  </ds:schemaRefs>
</ds:datastoreItem>
</file>

<file path=customXml/itemProps27.xml><?xml version="1.0" encoding="utf-8"?>
<ds:datastoreItem xmlns:ds="http://schemas.openxmlformats.org/officeDocument/2006/customXml" ds:itemID="{0BF0D344-C8A6-4DF6-A4F6-293A8D1F44E6}">
  <ds:schemaRefs>
    <ds:schemaRef ds:uri="http://www.w3.org/2001/XMLSchema"/>
    <ds:schemaRef ds:uri="pb-wrapper"/>
  </ds:schemaRefs>
</ds:datastoreItem>
</file>

<file path=customXml/itemProps28.xml><?xml version="1.0" encoding="utf-8"?>
<ds:datastoreItem xmlns:ds="http://schemas.openxmlformats.org/officeDocument/2006/customXml" ds:itemID="{A445F7CA-C617-415D-A505-17F41135DDEC}">
  <ds:schemaRefs>
    <ds:schemaRef ds:uri="http://www.w3.org/2001/XMLSchema"/>
    <ds:schemaRef ds:uri="pb-wrapper"/>
  </ds:schemaRefs>
</ds:datastoreItem>
</file>

<file path=customXml/itemProps29.xml><?xml version="1.0" encoding="utf-8"?>
<ds:datastoreItem xmlns:ds="http://schemas.openxmlformats.org/officeDocument/2006/customXml" ds:itemID="{8190FCDD-188E-4B02-839D-51C0076A784F}">
  <ds:schemaRefs>
    <ds:schemaRef ds:uri="http://www.w3.org/2001/XMLSchema"/>
    <ds:schemaRef ds:uri="pb-wrapper"/>
  </ds:schemaRefs>
</ds:datastoreItem>
</file>

<file path=customXml/itemProps30.xml><?xml version="1.0" encoding="utf-8"?>
<ds:datastoreItem xmlns:ds="http://schemas.openxmlformats.org/officeDocument/2006/customXml" ds:itemID="{068742E6-319C-4A97-822D-A02C8406DDD4}">
  <ds:schemaRefs>
    <ds:schemaRef ds:uri="http://www.w3.org/2001/XMLSchema"/>
    <ds:schemaRef ds:uri="pb-wrapper"/>
  </ds:schemaRefs>
</ds:datastoreItem>
</file>

<file path=customXml/itemProps31.xml><?xml version="1.0" encoding="utf-8"?>
<ds:datastoreItem xmlns:ds="http://schemas.openxmlformats.org/officeDocument/2006/customXml" ds:itemID="{3DE87272-3D02-44BA-91ED-07683197AF8E}">
  <ds:schemaRefs>
    <ds:schemaRef ds:uri="http://www.w3.org/2001/XMLSchema"/>
    <ds:schemaRef ds:uri="pb-wrapper"/>
  </ds:schemaRefs>
</ds:datastoreItem>
</file>

<file path=customXml/itemProps32.xml><?xml version="1.0" encoding="utf-8"?>
<ds:datastoreItem xmlns:ds="http://schemas.openxmlformats.org/officeDocument/2006/customXml" ds:itemID="{05D2B320-F565-49CA-A0FF-B14C85FEC92E}">
  <ds:schemaRefs>
    <ds:schemaRef ds:uri="http://www.w3.org/2001/XMLSchema"/>
    <ds:schemaRef ds:uri="pb-wrapper"/>
  </ds:schemaRefs>
</ds:datastoreItem>
</file>

<file path=customXml/itemProps33.xml><?xml version="1.0" encoding="utf-8"?>
<ds:datastoreItem xmlns:ds="http://schemas.openxmlformats.org/officeDocument/2006/customXml" ds:itemID="{1D1BA060-C721-4F64-AC62-FC4E8FAA5436}">
  <ds:schemaRefs>
    <ds:schemaRef ds:uri="http://www.w3.org/2001/XMLSchema"/>
    <ds:schemaRef ds:uri="pb-wrapper"/>
  </ds:schemaRefs>
</ds:datastoreItem>
</file>

<file path=customXml/itemProps34.xml><?xml version="1.0" encoding="utf-8"?>
<ds:datastoreItem xmlns:ds="http://schemas.openxmlformats.org/officeDocument/2006/customXml" ds:itemID="{B047E67A-D01C-4B87-AE07-AB72261D09FC}">
  <ds:schemaRefs>
    <ds:schemaRef ds:uri="http://www.w3.org/2001/XMLSchema"/>
    <ds:schemaRef ds:uri="pb-wrapper"/>
  </ds:schemaRefs>
</ds:datastoreItem>
</file>

<file path=customXml/itemProps35.xml><?xml version="1.0" encoding="utf-8"?>
<ds:datastoreItem xmlns:ds="http://schemas.openxmlformats.org/officeDocument/2006/customXml" ds:itemID="{8292E092-F912-4130-8035-A54143CC33C7}">
  <ds:schemaRefs>
    <ds:schemaRef ds:uri="http://www.w3.org/2001/XMLSchema"/>
    <ds:schemaRef ds:uri="pb-wrapper"/>
  </ds:schemaRefs>
</ds:datastoreItem>
</file>

<file path=customXml/itemProps36.xml><?xml version="1.0" encoding="utf-8"?>
<ds:datastoreItem xmlns:ds="http://schemas.openxmlformats.org/officeDocument/2006/customXml" ds:itemID="{7641BFEF-504B-4FD4-95A3-1306A34CF963}">
  <ds:schemaRefs>
    <ds:schemaRef ds:uri="http://www.w3.org/2001/XMLSchema"/>
    <ds:schemaRef ds:uri="pb-wrapper"/>
  </ds:schemaRefs>
</ds:datastoreItem>
</file>

<file path=customXml/itemProps37.xml><?xml version="1.0" encoding="utf-8"?>
<ds:datastoreItem xmlns:ds="http://schemas.openxmlformats.org/officeDocument/2006/customXml" ds:itemID="{6B207DBD-71A4-4E8D-96B0-6A772F5640D7}">
  <ds:schemaRefs>
    <ds:schemaRef ds:uri="http://www.w3.org/2001/XMLSchema"/>
    <ds:schemaRef ds:uri="pb-wrapper"/>
  </ds:schemaRefs>
</ds:datastoreItem>
</file>

<file path=customXml/itemProps38.xml><?xml version="1.0" encoding="utf-8"?>
<ds:datastoreItem xmlns:ds="http://schemas.openxmlformats.org/officeDocument/2006/customXml" ds:itemID="{0E34B9CD-5DB5-4B5B-99BD-288DB20F3560}">
  <ds:schemaRefs>
    <ds:schemaRef ds:uri="http://www.w3.org/2001/XMLSchema"/>
    <ds:schemaRef ds:uri="pb-wrapper"/>
  </ds:schemaRefs>
</ds:datastoreItem>
</file>

<file path=customXml/itemProps39.xml><?xml version="1.0" encoding="utf-8"?>
<ds:datastoreItem xmlns:ds="http://schemas.openxmlformats.org/officeDocument/2006/customXml" ds:itemID="{3F1BB04E-832C-4131-AC8D-7A9D1371982A}">
  <ds:schemaRefs>
    <ds:schemaRef ds:uri="http://www.w3.org/2001/XMLSchema"/>
    <ds:schemaRef ds:uri="pb-wrapper"/>
  </ds:schemaRefs>
</ds:datastoreItem>
</file>

<file path=customXml/itemProps40.xml><?xml version="1.0" encoding="utf-8"?>
<ds:datastoreItem xmlns:ds="http://schemas.openxmlformats.org/officeDocument/2006/customXml" ds:itemID="{04367381-31E6-480E-BEEC-05558A7A7362}">
  <ds:schemaRefs>
    <ds:schemaRef ds:uri="http://www.w3.org/2001/XMLSchema"/>
    <ds:schemaRef ds:uri="pb-wrapper"/>
  </ds:schemaRefs>
</ds:datastoreItem>
</file>

<file path=customXml/itemProps41.xml><?xml version="1.0" encoding="utf-8"?>
<ds:datastoreItem xmlns:ds="http://schemas.openxmlformats.org/officeDocument/2006/customXml" ds:itemID="{6BAC7F2B-524A-4127-8973-489ADD86B0AA}">
  <ds:schemaRefs>
    <ds:schemaRef ds:uri="http://www.w3.org/2001/XMLSchema"/>
    <ds:schemaRef ds:uri="pb-wrapper"/>
  </ds:schemaRefs>
</ds:datastoreItem>
</file>

<file path=customXml/itemProps42.xml><?xml version="1.0" encoding="utf-8"?>
<ds:datastoreItem xmlns:ds="http://schemas.openxmlformats.org/officeDocument/2006/customXml" ds:itemID="{F7712A6C-BA10-4668-994E-83517DFCD253}">
  <ds:schemaRefs>
    <ds:schemaRef ds:uri="http://www.w3.org/2001/XMLSchema"/>
    <ds:schemaRef ds:uri="pb-wrapper"/>
  </ds:schemaRefs>
</ds:datastoreItem>
</file>

<file path=customXml/itemProps43.xml><?xml version="1.0" encoding="utf-8"?>
<ds:datastoreItem xmlns:ds="http://schemas.openxmlformats.org/officeDocument/2006/customXml" ds:itemID="{135A2E66-76B4-4467-B732-EAFB847C6595}">
  <ds:schemaRefs>
    <ds:schemaRef ds:uri="http://www.w3.org/2001/XMLSchema"/>
    <ds:schemaRef ds:uri="pb-wrapper"/>
  </ds:schemaRefs>
</ds:datastoreItem>
</file>

<file path=customXml/itemProps44.xml><?xml version="1.0" encoding="utf-8"?>
<ds:datastoreItem xmlns:ds="http://schemas.openxmlformats.org/officeDocument/2006/customXml" ds:itemID="{E6EDEFD0-3352-4CCE-872C-5498A40180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f13e1c8-40a9-4213-b369-b1bd096025ff"/>
    <ds:schemaRef ds:uri="50b4b0f7-67da-44ec-acc1-354403535a6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5.xml><?xml version="1.0" encoding="utf-8"?>
<ds:datastoreItem xmlns:ds="http://schemas.openxmlformats.org/officeDocument/2006/customXml" ds:itemID="{FDF7E501-9105-4243-9857-B8465BF511B6}">
  <ds:schemaRefs>
    <ds:schemaRef ds:uri="http://www.w3.org/2001/XMLSchema"/>
    <ds:schemaRef ds:uri="pb-wrapper"/>
  </ds:schemaRefs>
</ds:datastoreItem>
</file>

<file path=customXml/itemProps46.xml><?xml version="1.0" encoding="utf-8"?>
<ds:datastoreItem xmlns:ds="http://schemas.openxmlformats.org/officeDocument/2006/customXml" ds:itemID="{1EB1C490-61BD-4A0D-B85F-665CF6030199}">
  <ds:schemaRefs>
    <ds:schemaRef ds:uri="http://www.w3.org/2001/XMLSchema"/>
    <ds:schemaRef ds:uri="pb-wrapper"/>
  </ds:schemaRefs>
</ds:datastoreItem>
</file>

<file path=customXml/itemProps47.xml><?xml version="1.0" encoding="utf-8"?>
<ds:datastoreItem xmlns:ds="http://schemas.openxmlformats.org/officeDocument/2006/customXml" ds:itemID="{95228733-D166-46E8-9A21-C806DDB7A6F7}">
  <ds:schemaRefs>
    <ds:schemaRef ds:uri="http://www.w3.org/2001/XMLSchema"/>
    <ds:schemaRef ds:uri="pb-wrapper"/>
  </ds:schemaRefs>
</ds:datastoreItem>
</file>

<file path=customXml/itemProps48.xml><?xml version="1.0" encoding="utf-8"?>
<ds:datastoreItem xmlns:ds="http://schemas.openxmlformats.org/officeDocument/2006/customXml" ds:itemID="{64F58480-3BEC-473A-8115-E83FB655D9F3}">
  <ds:schemaRefs>
    <ds:schemaRef ds:uri="http://www.w3.org/2001/XMLSchema"/>
    <ds:schemaRef ds:uri="pb-wrapper"/>
  </ds:schemaRefs>
</ds:datastoreItem>
</file>

<file path=customXml/itemProps49.xml><?xml version="1.0" encoding="utf-8"?>
<ds:datastoreItem xmlns:ds="http://schemas.openxmlformats.org/officeDocument/2006/customXml" ds:itemID="{C8C1AF28-6DEC-4AF7-8402-C1586A2A0ED5}">
  <ds:schemaRefs>
    <ds:schemaRef ds:uri="http://www.w3.org/2001/XMLSchema"/>
    <ds:schemaRef ds:uri="pb-wrapper"/>
  </ds:schemaRefs>
</ds:datastoreItem>
</file>

<file path=customXml/itemProps50.xml><?xml version="1.0" encoding="utf-8"?>
<ds:datastoreItem xmlns:ds="http://schemas.openxmlformats.org/officeDocument/2006/customXml" ds:itemID="{F8AA09C1-157E-4956-9B2B-0C2DFD77A458}">
  <ds:schemaRefs>
    <ds:schemaRef ds:uri="http://www.w3.org/2001/XMLSchema"/>
    <ds:schemaRef ds:uri="pb-wrapper"/>
  </ds:schemaRefs>
</ds:datastoreItem>
</file>

<file path=customXml/itemProps51.xml><?xml version="1.0" encoding="utf-8"?>
<ds:datastoreItem xmlns:ds="http://schemas.openxmlformats.org/officeDocument/2006/customXml" ds:itemID="{8CA4558E-8076-4920-8386-F52DEF82E855}">
  <ds:schemaRefs>
    <ds:schemaRef ds:uri="http://www.w3.org/2001/XMLSchema"/>
    <ds:schemaRef ds:uri="pb-wrapper"/>
  </ds:schemaRefs>
</ds:datastoreItem>
</file>

<file path=customXml/itemProps52.xml><?xml version="1.0" encoding="utf-8"?>
<ds:datastoreItem xmlns:ds="http://schemas.openxmlformats.org/officeDocument/2006/customXml" ds:itemID="{4411D646-71AA-4A17-B952-7040920928F8}">
  <ds:schemaRefs>
    <ds:schemaRef ds:uri="http://www.w3.org/2001/XMLSchema"/>
    <ds:schemaRef ds:uri="pb-wrapper"/>
  </ds:schemaRefs>
</ds:datastoreItem>
</file>

<file path=customXml/itemProps53.xml><?xml version="1.0" encoding="utf-8"?>
<ds:datastoreItem xmlns:ds="http://schemas.openxmlformats.org/officeDocument/2006/customXml" ds:itemID="{80E75742-C176-4B43-8580-032627E77239}">
  <ds:schemaRefs>
    <ds:schemaRef ds:uri="http://www.w3.org/2001/XMLSchema"/>
    <ds:schemaRef ds:uri="pb-wrapper"/>
  </ds:schemaRefs>
</ds:datastoreItem>
</file>

<file path=customXml/itemProps54.xml><?xml version="1.0" encoding="utf-8"?>
<ds:datastoreItem xmlns:ds="http://schemas.openxmlformats.org/officeDocument/2006/customXml" ds:itemID="{3D93F732-A8F1-4CC2-9FF2-3668A0034BED}">
  <ds:schemaRefs>
    <ds:schemaRef ds:uri="http://schemas.microsoft.com/sharepoint/v3/contenttype/forms"/>
  </ds:schemaRefs>
</ds:datastoreItem>
</file>

<file path=customXml/itemProps55.xml><?xml version="1.0" encoding="utf-8"?>
<ds:datastoreItem xmlns:ds="http://schemas.openxmlformats.org/officeDocument/2006/customXml" ds:itemID="{5E850392-750A-46DA-A3DE-81B88EFF2B6E}">
  <ds:schemaRefs>
    <ds:schemaRef ds:uri="http://www.w3.org/2001/XMLSchema"/>
    <ds:schemaRef ds:uri="pb-wrapper"/>
  </ds:schemaRefs>
</ds:datastoreItem>
</file>

<file path=customXml/itemProps56.xml><?xml version="1.0" encoding="utf-8"?>
<ds:datastoreItem xmlns:ds="http://schemas.openxmlformats.org/officeDocument/2006/customXml" ds:itemID="{6ACE0DF2-8B69-4C46-A044-867A68063B58}">
  <ds:schemaRefs>
    <ds:schemaRef ds:uri="http://www.w3.org/2001/XMLSchema"/>
    <ds:schemaRef ds:uri="pb-wrapper"/>
  </ds:schemaRefs>
</ds:datastoreItem>
</file>

<file path=customXml/itemProps57.xml><?xml version="1.0" encoding="utf-8"?>
<ds:datastoreItem xmlns:ds="http://schemas.openxmlformats.org/officeDocument/2006/customXml" ds:itemID="{B6568635-9AC8-468D-8414-CE15EB5A6535}">
  <ds:schemaRefs>
    <ds:schemaRef ds:uri="http://www.w3.org/2001/XMLSchema"/>
    <ds:schemaRef ds:uri="pb-wrapper"/>
  </ds:schemaRefs>
</ds:datastoreItem>
</file>

<file path=customXml/itemProps58.xml><?xml version="1.0" encoding="utf-8"?>
<ds:datastoreItem xmlns:ds="http://schemas.openxmlformats.org/officeDocument/2006/customXml" ds:itemID="{6175645C-98FF-470F-9CF9-1E5DC9F283C3}">
  <ds:schemaRefs>
    <ds:schemaRef ds:uri="http://www.w3.org/2001/XMLSchema"/>
    <ds:schemaRef ds:uri="pb-wrapper"/>
  </ds:schemaRefs>
</ds:datastoreItem>
</file>

<file path=customXml/itemProps59.xml><?xml version="1.0" encoding="utf-8"?>
<ds:datastoreItem xmlns:ds="http://schemas.openxmlformats.org/officeDocument/2006/customXml" ds:itemID="{613A2394-B3F9-476A-85F2-3083646A8769}">
  <ds:schemaRefs>
    <ds:schemaRef ds:uri="http://www.w3.org/2001/XMLSchema"/>
    <ds:schemaRef ds:uri="pb-wrapper"/>
  </ds:schemaRefs>
</ds:datastoreItem>
</file>

<file path=customXml/itemProps60.xml><?xml version="1.0" encoding="utf-8"?>
<ds:datastoreItem xmlns:ds="http://schemas.openxmlformats.org/officeDocument/2006/customXml" ds:itemID="{C510E35E-4C6D-4D0F-AC4D-B9C8240CE102}">
  <ds:schemaRefs>
    <ds:schemaRef ds:uri="http://www.w3.org/2001/XMLSchema"/>
    <ds:schemaRef ds:uri="pb-wrapper"/>
  </ds:schemaRefs>
</ds:datastoreItem>
</file>

<file path=customXml/itemProps61.xml><?xml version="1.0" encoding="utf-8"?>
<ds:datastoreItem xmlns:ds="http://schemas.openxmlformats.org/officeDocument/2006/customXml" ds:itemID="{B5AC93DA-A1BB-446C-9DE2-73614AF9BDD1}">
  <ds:schemaRefs>
    <ds:schemaRef ds:uri="http://www.w3.org/2001/XMLSchema"/>
    <ds:schemaRef ds:uri="pb-wrapper"/>
  </ds:schemaRefs>
</ds:datastoreItem>
</file>

<file path=customXml/itemProps62.xml><?xml version="1.0" encoding="utf-8"?>
<ds:datastoreItem xmlns:ds="http://schemas.openxmlformats.org/officeDocument/2006/customXml" ds:itemID="{89E93B8F-D768-41E9-AA10-E2AB67C8F660}">
  <ds:schemaRefs>
    <ds:schemaRef ds:uri="http://www.w3.org/2001/XMLSchema"/>
    <ds:schemaRef ds:uri="pb-wrapper"/>
  </ds:schemaRefs>
</ds:datastoreItem>
</file>

<file path=customXml/itemProps63.xml><?xml version="1.0" encoding="utf-8"?>
<ds:datastoreItem xmlns:ds="http://schemas.openxmlformats.org/officeDocument/2006/customXml" ds:itemID="{FEC9BE0B-0D5F-49CC-BA6E-8337BD52B0F7}">
  <ds:schemaRefs>
    <ds:schemaRef ds:uri="http://www.w3.org/2001/XMLSchema"/>
    <ds:schemaRef ds:uri="pb-wrapper"/>
  </ds:schemaRefs>
</ds:datastoreItem>
</file>

<file path=customXml/itemProps64.xml><?xml version="1.0" encoding="utf-8"?>
<ds:datastoreItem xmlns:ds="http://schemas.openxmlformats.org/officeDocument/2006/customXml" ds:itemID="{B7A7230B-ACC3-4150-8285-48D807266775}">
  <ds:schemaRefs>
    <ds:schemaRef ds:uri="http://www.w3.org/2001/XMLSchema"/>
    <ds:schemaRef ds:uri="pb-wrapper"/>
  </ds:schemaRefs>
</ds:datastoreItem>
</file>

<file path=customXml/itemProps65.xml><?xml version="1.0" encoding="utf-8"?>
<ds:datastoreItem xmlns:ds="http://schemas.openxmlformats.org/officeDocument/2006/customXml" ds:itemID="{DD3D1635-75EA-43AE-8CE8-26F680D95FA2}">
  <ds:schemaRefs>
    <ds:schemaRef ds:uri="http://www.w3.org/2001/XMLSchema"/>
    <ds:schemaRef ds:uri="pb-wrapper"/>
  </ds:schemaRefs>
</ds:datastoreItem>
</file>

<file path=customXml/itemProps66.xml><?xml version="1.0" encoding="utf-8"?>
<ds:datastoreItem xmlns:ds="http://schemas.openxmlformats.org/officeDocument/2006/customXml" ds:itemID="{E531B45C-94E9-4347-B496-F409375A29BA}">
  <ds:schemaRefs>
    <ds:schemaRef ds:uri="http://www.w3.org/2001/XMLSchema"/>
    <ds:schemaRef ds:uri="pb-wrapper"/>
  </ds:schemaRefs>
</ds:datastoreItem>
</file>

<file path=customXml/itemProps67.xml><?xml version="1.0" encoding="utf-8"?>
<ds:datastoreItem xmlns:ds="http://schemas.openxmlformats.org/officeDocument/2006/customXml" ds:itemID="{42A929A6-63D5-4FC9-B70A-CB703275162E}">
  <ds:schemaRefs>
    <ds:schemaRef ds:uri="http://www.w3.org/2001/XMLSchema"/>
    <ds:schemaRef ds:uri="pb-wrapper"/>
  </ds:schemaRefs>
</ds:datastoreItem>
</file>

<file path=customXml/itemProps68.xml><?xml version="1.0" encoding="utf-8"?>
<ds:datastoreItem xmlns:ds="http://schemas.openxmlformats.org/officeDocument/2006/customXml" ds:itemID="{4E089A53-6E6E-485D-B5B1-39B99DF53628}">
  <ds:schemaRefs>
    <ds:schemaRef ds:uri="http://www.w3.org/2001/XMLSchema"/>
    <ds:schemaRef ds:uri="pb-wrapper"/>
  </ds:schemaRefs>
</ds:datastoreItem>
</file>

<file path=customXml/itemProps69.xml><?xml version="1.0" encoding="utf-8"?>
<ds:datastoreItem xmlns:ds="http://schemas.openxmlformats.org/officeDocument/2006/customXml" ds:itemID="{DD57CE18-83B8-4BFA-A93C-A87DC4F6CCC8}">
  <ds:schemaRefs>
    <ds:schemaRef ds:uri="http://www.w3.org/2001/XMLSchema"/>
    <ds:schemaRef ds:uri="pb-wrapper"/>
  </ds:schemaRefs>
</ds:datastoreItem>
</file>

<file path=customXml/itemProps70.xml><?xml version="1.0" encoding="utf-8"?>
<ds:datastoreItem xmlns:ds="http://schemas.openxmlformats.org/officeDocument/2006/customXml" ds:itemID="{273B0EE9-87E0-483D-B6D0-2FAEAB454DAD}">
  <ds:schemaRefs>
    <ds:schemaRef ds:uri="http://www.w3.org/2001/XMLSchema"/>
    <ds:schemaRef ds:uri="pb-wrapper"/>
  </ds:schemaRefs>
</ds:datastoreItem>
</file>

<file path=customXml/itemProps71.xml><?xml version="1.0" encoding="utf-8"?>
<ds:datastoreItem xmlns:ds="http://schemas.openxmlformats.org/officeDocument/2006/customXml" ds:itemID="{BFF707C3-99F6-401D-8811-CBEF3020EC88}">
  <ds:schemaRefs>
    <ds:schemaRef ds:uri="http://www.w3.org/2001/XMLSchema"/>
    <ds:schemaRef ds:uri="pb-wrapper"/>
  </ds:schemaRefs>
</ds:datastoreItem>
</file>

<file path=customXml/itemProps72.xml><?xml version="1.0" encoding="utf-8"?>
<ds:datastoreItem xmlns:ds="http://schemas.openxmlformats.org/officeDocument/2006/customXml" ds:itemID="{23BFBA5C-03D8-4FE8-841D-6F47735579C6}">
  <ds:schemaRefs>
    <ds:schemaRef ds:uri="http://www.w3.org/2001/XMLSchema"/>
    <ds:schemaRef ds:uri="pb-wrapper"/>
  </ds:schemaRefs>
</ds:datastoreItem>
</file>

<file path=customXml/itemProps73.xml><?xml version="1.0" encoding="utf-8"?>
<ds:datastoreItem xmlns:ds="http://schemas.openxmlformats.org/officeDocument/2006/customXml" ds:itemID="{C5211A86-E86A-4E97-ACF9-73309ECC89F9}">
  <ds:schemaRefs>
    <ds:schemaRef ds:uri="http://www.w3.org/2001/XMLSchema"/>
    <ds:schemaRef ds:uri="pb-wrapper"/>
  </ds:schemaRefs>
</ds:datastoreItem>
</file>

<file path=customXml/itemProps74.xml><?xml version="1.0" encoding="utf-8"?>
<ds:datastoreItem xmlns:ds="http://schemas.openxmlformats.org/officeDocument/2006/customXml" ds:itemID="{D9F74605-6815-498C-ADA1-8AFFDC98D4FD}">
  <ds:schemaRefs>
    <ds:schemaRef ds:uri="http://www.w3.org/2001/XMLSchema"/>
    <ds:schemaRef ds:uri="pb-wrapper"/>
  </ds:schemaRefs>
</ds:datastoreItem>
</file>

<file path=customXml/itemProps75.xml><?xml version="1.0" encoding="utf-8"?>
<ds:datastoreItem xmlns:ds="http://schemas.openxmlformats.org/officeDocument/2006/customXml" ds:itemID="{F0F36037-6601-48F5-B356-E082C40A36FB}">
  <ds:schemaRefs>
    <ds:schemaRef ds:uri="http://www.w3.org/2001/XMLSchema"/>
    <ds:schemaRef ds:uri="pb-wrapper"/>
  </ds:schemaRefs>
</ds:datastoreItem>
</file>

<file path=customXml/itemProps76.xml><?xml version="1.0" encoding="utf-8"?>
<ds:datastoreItem xmlns:ds="http://schemas.openxmlformats.org/officeDocument/2006/customXml" ds:itemID="{CDC171DE-1B10-44F5-B418-053CA02344E0}">
  <ds:schemaRefs>
    <ds:schemaRef ds:uri="http://www.w3.org/2001/XMLSchema"/>
    <ds:schemaRef ds:uri="pb-wrapper"/>
  </ds:schemaRefs>
</ds:datastoreItem>
</file>

<file path=customXml/itemProps77.xml><?xml version="1.0" encoding="utf-8"?>
<ds:datastoreItem xmlns:ds="http://schemas.openxmlformats.org/officeDocument/2006/customXml" ds:itemID="{644E0DC5-2244-4F85-8A27-92F3C02D43BF}">
  <ds:schemaRefs>
    <ds:schemaRef ds:uri="http://www.w3.org/2001/XMLSchema"/>
    <ds:schemaRef ds:uri="pb-wrapper"/>
  </ds:schemaRefs>
</ds:datastoreItem>
</file>

<file path=customXml/itemProps78.xml><?xml version="1.0" encoding="utf-8"?>
<ds:datastoreItem xmlns:ds="http://schemas.openxmlformats.org/officeDocument/2006/customXml" ds:itemID="{E7963AAC-6F54-44A9-8097-68278917C0BF}">
  <ds:schemaRefs>
    <ds:schemaRef ds:uri="http://www.w3.org/2001/XMLSchema"/>
    <ds:schemaRef ds:uri="pb-wrapper"/>
  </ds:schemaRefs>
</ds:datastoreItem>
</file>

<file path=customXml/itemProps79.xml><?xml version="1.0" encoding="utf-8"?>
<ds:datastoreItem xmlns:ds="http://schemas.openxmlformats.org/officeDocument/2006/customXml" ds:itemID="{312B44CE-7952-4654-962D-687F5E455DEC}">
  <ds:schemaRefs>
    <ds:schemaRef ds:uri="http://www.w3.org/2001/XMLSchema"/>
    <ds:schemaRef ds:uri="pb-wrapper"/>
  </ds:schemaRefs>
</ds:datastoreItem>
</file>

<file path=customXml/itemProps80.xml><?xml version="1.0" encoding="utf-8"?>
<ds:datastoreItem xmlns:ds="http://schemas.openxmlformats.org/officeDocument/2006/customXml" ds:itemID="{C9B9939A-C4D6-43DD-BC31-08FD7F6ACFFE}">
  <ds:schemaRefs>
    <ds:schemaRef ds:uri="http://www.w3.org/2001/XMLSchema"/>
    <ds:schemaRef ds:uri="pb-wrapper"/>
  </ds:schemaRefs>
</ds:datastoreItem>
</file>

<file path=customXml/itemProps81.xml><?xml version="1.0" encoding="utf-8"?>
<ds:datastoreItem xmlns:ds="http://schemas.openxmlformats.org/officeDocument/2006/customXml" ds:itemID="{D0C728FF-3BD8-4B1F-9177-38DA5F71717C}">
  <ds:schemaRefs>
    <ds:schemaRef ds:uri="http://www.w3.org/2001/XMLSchema"/>
    <ds:schemaRef ds:uri="pb-wrapper"/>
  </ds:schemaRefs>
</ds:datastoreItem>
</file>

<file path=customXml/itemProps82.xml><?xml version="1.0" encoding="utf-8"?>
<ds:datastoreItem xmlns:ds="http://schemas.openxmlformats.org/officeDocument/2006/customXml" ds:itemID="{DED386D7-8EA7-4E14-B1B4-58174A0336DD}">
  <ds:schemaRefs>
    <ds:schemaRef ds:uri="http://www.w3.org/2001/XMLSchema"/>
    <ds:schemaRef ds:uri="pb-wrapper"/>
  </ds:schemaRefs>
</ds:datastoreItem>
</file>

<file path=customXml/itemProps83.xml><?xml version="1.0" encoding="utf-8"?>
<ds:datastoreItem xmlns:ds="http://schemas.openxmlformats.org/officeDocument/2006/customXml" ds:itemID="{CC9931E7-DD28-44C4-9BDB-7C1B4D0DB7BD}">
  <ds:schemaRefs>
    <ds:schemaRef ds:uri="http://www.w3.org/2001/XMLSchema"/>
    <ds:schemaRef ds:uri="pb-wrapper"/>
  </ds:schemaRefs>
</ds:datastoreItem>
</file>

<file path=customXml/itemProps84.xml><?xml version="1.0" encoding="utf-8"?>
<ds:datastoreItem xmlns:ds="http://schemas.openxmlformats.org/officeDocument/2006/customXml" ds:itemID="{A1BBCCF0-5193-4DEC-AB0B-9685D8AE7B77}">
  <ds:schemaRefs>
    <ds:schemaRef ds:uri="http://www.w3.org/2001/XMLSchema"/>
    <ds:schemaRef ds:uri="pb-wrapper"/>
  </ds:schemaRefs>
</ds:datastoreItem>
</file>

<file path=customXml/itemProps85.xml><?xml version="1.0" encoding="utf-8"?>
<ds:datastoreItem xmlns:ds="http://schemas.openxmlformats.org/officeDocument/2006/customXml" ds:itemID="{28EE4999-13CF-4E5A-A975-6981A7CA0A69}">
  <ds:schemaRefs>
    <ds:schemaRef ds:uri="http://www.w3.org/2001/XMLSchema"/>
    <ds:schemaRef ds:uri="pb-wrapper"/>
  </ds:schemaRefs>
</ds:datastoreItem>
</file>

<file path=customXml/itemProps86.xml><?xml version="1.0" encoding="utf-8"?>
<ds:datastoreItem xmlns:ds="http://schemas.openxmlformats.org/officeDocument/2006/customXml" ds:itemID="{A0645945-7083-4A4C-82E5-66CCDBE5C346}">
  <ds:schemaRefs>
    <ds:schemaRef ds:uri="http://www.w3.org/2001/XMLSchema"/>
    <ds:schemaRef ds:uri="pb-wrapper"/>
  </ds:schemaRefs>
</ds:datastoreItem>
</file>

<file path=customXml/itemProps87.xml><?xml version="1.0" encoding="utf-8"?>
<ds:datastoreItem xmlns:ds="http://schemas.openxmlformats.org/officeDocument/2006/customXml" ds:itemID="{2BFB67A6-5074-482F-B17B-43E7584E7D02}">
  <ds:schemaRefs>
    <ds:schemaRef ds:uri="http://www.w3.org/2001/XMLSchema"/>
    <ds:schemaRef ds:uri="pb-wrapper"/>
  </ds:schemaRefs>
</ds:datastoreItem>
</file>

<file path=customXml/itemProps88.xml><?xml version="1.0" encoding="utf-8"?>
<ds:datastoreItem xmlns:ds="http://schemas.openxmlformats.org/officeDocument/2006/customXml" ds:itemID="{F93FD4A8-2C06-4245-A714-8188F51BED16}">
  <ds:schemaRefs>
    <ds:schemaRef ds:uri="http://www.w3.org/2001/XMLSchema"/>
    <ds:schemaRef ds:uri="pb-wrapper"/>
  </ds:schemaRefs>
</ds:datastoreItem>
</file>

<file path=customXml/itemProps89.xml><?xml version="1.0" encoding="utf-8"?>
<ds:datastoreItem xmlns:ds="http://schemas.openxmlformats.org/officeDocument/2006/customXml" ds:itemID="{DCBDD882-81C5-4CC1-AC7A-D60D22779706}">
  <ds:schemaRefs>
    <ds:schemaRef ds:uri="http://www.w3.org/2001/XMLSchema"/>
    <ds:schemaRef ds:uri="pb-wrapper"/>
  </ds:schemaRefs>
</ds:datastoreItem>
</file>

<file path=customXml/itemProps90.xml><?xml version="1.0" encoding="utf-8"?>
<ds:datastoreItem xmlns:ds="http://schemas.openxmlformats.org/officeDocument/2006/customXml" ds:itemID="{8F597424-52F3-4E53-9922-34170F04AC0D}">
  <ds:schemaRefs>
    <ds:schemaRef ds:uri="http://www.w3.org/2001/XMLSchema"/>
    <ds:schemaRef ds:uri="pb-wrapper"/>
  </ds:schemaRefs>
</ds:datastoreItem>
</file>

<file path=customXml/itemProps91.xml><?xml version="1.0" encoding="utf-8"?>
<ds:datastoreItem xmlns:ds="http://schemas.openxmlformats.org/officeDocument/2006/customXml" ds:itemID="{B39BCA62-C1E1-487F-BA6F-1F3FAAF2D061}">
  <ds:schemaRefs>
    <ds:schemaRef ds:uri="http://www.w3.org/2001/XMLSchema"/>
    <ds:schemaRef ds:uri="pb-wrapper"/>
  </ds:schemaRefs>
</ds:datastoreItem>
</file>

<file path=customXml/itemProps92.xml><?xml version="1.0" encoding="utf-8"?>
<ds:datastoreItem xmlns:ds="http://schemas.openxmlformats.org/officeDocument/2006/customXml" ds:itemID="{4B0F7D96-5ED3-496F-BD10-1AA1FC9ED91C}">
  <ds:schemaRefs>
    <ds:schemaRef ds:uri="http://www.w3.org/2001/XMLSchema"/>
    <ds:schemaRef ds:uri="pb-wrapper"/>
  </ds:schemaRefs>
</ds:datastoreItem>
</file>

<file path=customXml/itemProps93.xml><?xml version="1.0" encoding="utf-8"?>
<ds:datastoreItem xmlns:ds="http://schemas.openxmlformats.org/officeDocument/2006/customXml" ds:itemID="{D0E211E8-CECA-4554-9B01-E8B279DAA9CC}">
  <ds:schemaRefs>
    <ds:schemaRef ds:uri="http://www.w3.org/2001/XMLSchema"/>
    <ds:schemaRef ds:uri="pb-wrapper"/>
  </ds:schemaRefs>
</ds:datastoreItem>
</file>

<file path=customXml/itemProps94.xml><?xml version="1.0" encoding="utf-8"?>
<ds:datastoreItem xmlns:ds="http://schemas.openxmlformats.org/officeDocument/2006/customXml" ds:itemID="{E4AAF2F7-E267-49A9-9667-5893E4B2206A}">
  <ds:schemaRefs>
    <ds:schemaRef ds:uri="http://www.w3.org/2001/XMLSchema"/>
    <ds:schemaRef ds:uri="pb-wrapper"/>
  </ds:schemaRefs>
</ds:datastoreItem>
</file>

<file path=customXml/itemProps95.xml><?xml version="1.0" encoding="utf-8"?>
<ds:datastoreItem xmlns:ds="http://schemas.openxmlformats.org/officeDocument/2006/customXml" ds:itemID="{2B043F16-4EFF-45E6-9130-6CE2DEAA68FB}">
  <ds:schemaRefs>
    <ds:schemaRef ds:uri="http://www.w3.org/2001/XMLSchema"/>
    <ds:schemaRef ds:uri="pb-wrapper"/>
  </ds:schemaRefs>
</ds:datastoreItem>
</file>

<file path=customXml/itemProps96.xml><?xml version="1.0" encoding="utf-8"?>
<ds:datastoreItem xmlns:ds="http://schemas.openxmlformats.org/officeDocument/2006/customXml" ds:itemID="{C1D74AE9-2171-418F-BF82-DA9DCCC5DF9A}">
  <ds:schemaRefs>
    <ds:schemaRef ds:uri="http://www.w3.org/2001/XMLSchema"/>
    <ds:schemaRef ds:uri="pb-wrapper"/>
  </ds:schemaRefs>
</ds:datastoreItem>
</file>

<file path=customXml/itemProps97.xml><?xml version="1.0" encoding="utf-8"?>
<ds:datastoreItem xmlns:ds="http://schemas.openxmlformats.org/officeDocument/2006/customXml" ds:itemID="{5A599C80-DA6F-4D27-9B14-8BD652089B1F}">
  <ds:schemaRefs>
    <ds:schemaRef ds:uri="http://www.w3.org/2001/XMLSchema"/>
    <ds:schemaRef ds:uri="pb-wrapper"/>
  </ds:schemaRefs>
</ds:datastoreItem>
</file>

<file path=customXml/itemProps98.xml><?xml version="1.0" encoding="utf-8"?>
<ds:datastoreItem xmlns:ds="http://schemas.openxmlformats.org/officeDocument/2006/customXml" ds:itemID="{CAE39F80-D2F5-4C13-9008-D742506C334C}">
  <ds:schemaRefs>
    <ds:schemaRef ds:uri="http://www.w3.org/2001/XMLSchema"/>
    <ds:schemaRef ds:uri="pb-wrapper"/>
  </ds:schemaRefs>
</ds:datastoreItem>
</file>

<file path=customXml/itemProps99.xml><?xml version="1.0" encoding="utf-8"?>
<ds:datastoreItem xmlns:ds="http://schemas.openxmlformats.org/officeDocument/2006/customXml" ds:itemID="{7844203B-C040-401C-AC7E-028F2B4BED9B}">
  <ds:schemaRefs>
    <ds:schemaRef ds:uri="http://www.w3.org/2001/XMLSchema"/>
    <ds:schemaRef ds:uri="pb-wrapper"/>
  </ds:schemaRefs>
</ds:datastoreItem>
</file>

<file path=customXml/itemProps100.xml><?xml version="1.0" encoding="utf-8"?>
<ds:datastoreItem xmlns:ds="http://schemas.openxmlformats.org/officeDocument/2006/customXml" ds:itemID="{46BBDE4B-B60D-4FB0-86E2-3B05F127CFFD}">
  <ds:schemaRefs>
    <ds:schemaRef ds:uri="http://www.w3.org/2001/XMLSchema"/>
    <ds:schemaRef ds:uri="pb-wrapper"/>
  </ds:schemaRefs>
</ds:datastoreItem>
</file>

<file path=customXml/itemProps101.xml><?xml version="1.0" encoding="utf-8"?>
<ds:datastoreItem xmlns:ds="http://schemas.openxmlformats.org/officeDocument/2006/customXml" ds:itemID="{ECEC0153-32AD-4671-8A07-9D70BF544E75}">
  <ds:schemaRefs>
    <ds:schemaRef ds:uri="http://www.w3.org/2001/XMLSchema"/>
    <ds:schemaRef ds:uri="pb-wrapper"/>
  </ds:schemaRefs>
</ds:datastoreItem>
</file>

<file path=customXml/itemProps102.xml><?xml version="1.0" encoding="utf-8"?>
<ds:datastoreItem xmlns:ds="http://schemas.openxmlformats.org/officeDocument/2006/customXml" ds:itemID="{BCBB6799-84F3-428B-80B8-8F266358A209}">
  <ds:schemaRefs>
    <ds:schemaRef ds:uri="http://www.w3.org/2001/XMLSchema"/>
    <ds:schemaRef ds:uri="pb-wrapper"/>
  </ds:schemaRefs>
</ds:datastoreItem>
</file>

<file path=customXml/itemProps103.xml><?xml version="1.0" encoding="utf-8"?>
<ds:datastoreItem xmlns:ds="http://schemas.openxmlformats.org/officeDocument/2006/customXml" ds:itemID="{A771B443-D9DB-46A0-8638-48F9D5A657C3}">
  <ds:schemaRefs>
    <ds:schemaRef ds:uri="http://www.w3.org/2001/XMLSchema"/>
    <ds:schemaRef ds:uri="pb-wrapper"/>
  </ds:schemaRefs>
</ds:datastoreItem>
</file>

<file path=customXml/itemProps104.xml><?xml version="1.0" encoding="utf-8"?>
<ds:datastoreItem xmlns:ds="http://schemas.openxmlformats.org/officeDocument/2006/customXml" ds:itemID="{22F99B51-9FA1-4AD9-85CB-F0117DEDD6D9}">
  <ds:schemaRefs>
    <ds:schemaRef ds:uri="http://www.w3.org/2001/XMLSchema"/>
    <ds:schemaRef ds:uri="pb-wrapper"/>
  </ds:schemaRefs>
</ds:datastoreItem>
</file>

<file path=customXml/itemProps105.xml><?xml version="1.0" encoding="utf-8"?>
<ds:datastoreItem xmlns:ds="http://schemas.openxmlformats.org/officeDocument/2006/customXml" ds:itemID="{68780F13-A779-4913-9582-18AA57C7C4EC}">
  <ds:schemaRefs>
    <ds:schemaRef ds:uri="http://purl.org/dc/terms/"/>
    <ds:schemaRef ds:uri="50b4b0f7-67da-44ec-acc1-354403535a64"/>
    <ds:schemaRef ds:uri="http://schemas.microsoft.com/office/2006/documentManagement/types"/>
    <ds:schemaRef ds:uri="http://schemas.microsoft.com/sharepoint/v3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elements/1.1/"/>
    <ds:schemaRef ds:uri="4f13e1c8-40a9-4213-b369-b1bd096025ff"/>
    <ds:schemaRef ds:uri="http://schemas.microsoft.com/office/2006/metadata/properties"/>
    <ds:schemaRef ds:uri="http://purl.org/dc/dcmitype/"/>
  </ds:schemaRefs>
</ds:datastoreItem>
</file>

<file path=customXml/itemProps106.xml><?xml version="1.0" encoding="utf-8"?>
<ds:datastoreItem xmlns:ds="http://schemas.openxmlformats.org/officeDocument/2006/customXml" ds:itemID="{5937AE42-F664-44E4-8E36-3F4B42786175}">
  <ds:schemaRefs>
    <ds:schemaRef ds:uri="http://www.w3.org/2001/XMLSchema"/>
    <ds:schemaRef ds:uri="pb-wrapper"/>
  </ds:schemaRefs>
</ds:datastoreItem>
</file>

<file path=customXml/itemProps107.xml><?xml version="1.0" encoding="utf-8"?>
<ds:datastoreItem xmlns:ds="http://schemas.openxmlformats.org/officeDocument/2006/customXml" ds:itemID="{1DEF5C90-56EB-4739-BBD6-066C3F5A5FB0}">
  <ds:schemaRefs>
    <ds:schemaRef ds:uri="http://www.w3.org/2001/XMLSchema"/>
    <ds:schemaRef ds:uri="pb-wrapper"/>
  </ds:schemaRefs>
</ds:datastoreItem>
</file>

<file path=customXml/itemProps108.xml><?xml version="1.0" encoding="utf-8"?>
<ds:datastoreItem xmlns:ds="http://schemas.openxmlformats.org/officeDocument/2006/customXml" ds:itemID="{5C307F79-EEDA-4FDE-86D7-DC0B52E81F06}">
  <ds:schemaRefs>
    <ds:schemaRef ds:uri="http://www.w3.org/2001/XMLSchema"/>
    <ds:schemaRef ds:uri="pb-wrapper"/>
  </ds:schemaRefs>
</ds:datastoreItem>
</file>

<file path=customXml/itemProps109.xml><?xml version="1.0" encoding="utf-8"?>
<ds:datastoreItem xmlns:ds="http://schemas.openxmlformats.org/officeDocument/2006/customXml" ds:itemID="{59FF184F-818F-42F3-964E-F2629C5DE5E8}">
  <ds:schemaRefs>
    <ds:schemaRef ds:uri="http://www.w3.org/2001/XMLSchema"/>
    <ds:schemaRef ds:uri="pb-wrapper"/>
  </ds:schemaRefs>
</ds:datastoreItem>
</file>

<file path=customXml/itemProps110.xml><?xml version="1.0" encoding="utf-8"?>
<ds:datastoreItem xmlns:ds="http://schemas.openxmlformats.org/officeDocument/2006/customXml" ds:itemID="{1656FD4E-35A0-413D-96CF-409A9534FBE5}">
  <ds:schemaRefs>
    <ds:schemaRef ds:uri="http://www.w3.org/2001/XMLSchema"/>
    <ds:schemaRef ds:uri="pb-wrapper"/>
  </ds:schemaRefs>
</ds:datastoreItem>
</file>

<file path=customXml/itemProps111.xml><?xml version="1.0" encoding="utf-8"?>
<ds:datastoreItem xmlns:ds="http://schemas.openxmlformats.org/officeDocument/2006/customXml" ds:itemID="{93BBB243-F8FC-4944-A2B8-4B9E44755457}">
  <ds:schemaRefs>
    <ds:schemaRef ds:uri="http://www.w3.org/2001/XMLSchema"/>
    <ds:schemaRef ds:uri="pb-wrapper"/>
  </ds:schemaRefs>
</ds:datastoreItem>
</file>

<file path=customXml/itemProps112.xml><?xml version="1.0" encoding="utf-8"?>
<ds:datastoreItem xmlns:ds="http://schemas.openxmlformats.org/officeDocument/2006/customXml" ds:itemID="{5A5E96D6-049F-4263-862E-A7B03708688F}">
  <ds:schemaRefs>
    <ds:schemaRef ds:uri="http://www.w3.org/2001/XMLSchema"/>
    <ds:schemaRef ds:uri="pb-wrapper"/>
  </ds:schemaRefs>
</ds:datastoreItem>
</file>

<file path=customXml/itemProps113.xml><?xml version="1.0" encoding="utf-8"?>
<ds:datastoreItem xmlns:ds="http://schemas.openxmlformats.org/officeDocument/2006/customXml" ds:itemID="{EE66E8AF-C8E9-4B92-8A8F-0FC7A78C8505}">
  <ds:schemaRefs>
    <ds:schemaRef ds:uri="http://www.w3.org/2001/XMLSchema"/>
    <ds:schemaRef ds:uri="pb-wrapper"/>
  </ds:schemaRefs>
</ds:datastoreItem>
</file>

<file path=customXml/itemProps114.xml><?xml version="1.0" encoding="utf-8"?>
<ds:datastoreItem xmlns:ds="http://schemas.openxmlformats.org/officeDocument/2006/customXml" ds:itemID="{5374878B-DFC5-443D-B177-395B72B4E992}">
  <ds:schemaRefs>
    <ds:schemaRef ds:uri="http://www.w3.org/2001/XMLSchema"/>
    <ds:schemaRef ds:uri="pb-wrapper"/>
  </ds:schemaRefs>
</ds:datastoreItem>
</file>

<file path=customXml/itemProps115.xml><?xml version="1.0" encoding="utf-8"?>
<ds:datastoreItem xmlns:ds="http://schemas.openxmlformats.org/officeDocument/2006/customXml" ds:itemID="{2C81F259-A41B-4896-ADD5-C0930EFB3B84}">
  <ds:schemaRefs>
    <ds:schemaRef ds:uri="http://www.w3.org/2001/XMLSchema"/>
    <ds:schemaRef ds:uri="pb-wrapper"/>
  </ds:schemaRefs>
</ds:datastoreItem>
</file>

<file path=customXml/itemProps116.xml><?xml version="1.0" encoding="utf-8"?>
<ds:datastoreItem xmlns:ds="http://schemas.openxmlformats.org/officeDocument/2006/customXml" ds:itemID="{B16936D8-1F62-41D9-A48B-11350DD7ED32}">
  <ds:schemaRefs>
    <ds:schemaRef ds:uri="http://www.w3.org/2001/XMLSchema"/>
    <ds:schemaRef ds:uri="pb-wrapper"/>
  </ds:schemaRefs>
</ds:datastoreItem>
</file>

<file path=customXml/itemProps117.xml><?xml version="1.0" encoding="utf-8"?>
<ds:datastoreItem xmlns:ds="http://schemas.openxmlformats.org/officeDocument/2006/customXml" ds:itemID="{500D5B4B-53CF-47D1-B6C3-8A0B324348E1}">
  <ds:schemaRefs>
    <ds:schemaRef ds:uri="http://www.w3.org/2001/XMLSchema"/>
    <ds:schemaRef ds:uri="pb-wrapper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4898</TotalTime>
  <Words>198</Words>
  <Application>Microsoft Macintosh PowerPoint</Application>
  <PresentationFormat>Widescreen</PresentationFormat>
  <Paragraphs>19</Paragraphs>
  <Slides>6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Wingdings</vt:lpstr>
      <vt:lpstr>Calibri</vt:lpstr>
      <vt:lpstr>1_Office Theme [1780290002289]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Joyce, Tommy</dc:creator>
  <cp:lastModifiedBy>Ananthu Sunil</cp:lastModifiedBy>
  <cp:revision>46</cp:revision>
  <cp:lastPrinted>2025-06-13T12:23:45Z</cp:lastPrinted>
  <dcterms:created xsi:type="dcterms:W3CDTF">2022-09-08T15:43:58Z</dcterms:created>
  <dcterms:modified xsi:type="dcterms:W3CDTF">2026-06-02T07:02:40Z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0x0101009DC20B2BEC42184B9B09B4DCB75AE854</vt:lpwstr>
  </property>
  <property fmtid="{D5CDD505-2E9C-101B-9397-08002B2CF9AE}" pid="3" name="MediaServiceImageTags">
    <vt:lpwstr/>
  </property>
  <property fmtid="{D5CDD505-2E9C-101B-9397-08002B2CF9AE}" pid="4" name="Order">
    <vt:lpwstr>49600.0000000000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