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3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4.xml" ContentType="application/vnd.openxmlformats-officedocument.theme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comments/modernComment_7F3E9405_9BD0CDF1.xml" ContentType="application/vnd.ms-powerpoint.comment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846" r:id="rId2"/>
    <p:sldMasterId id="2147483913" r:id="rId3"/>
    <p:sldMasterId id="2147483927" r:id="rId4"/>
    <p:sldMasterId id="2147483992" r:id="rId5"/>
  </p:sldMasterIdLst>
  <p:notesMasterIdLst>
    <p:notesMasterId r:id="rId44"/>
  </p:notesMasterIdLst>
  <p:sldIdLst>
    <p:sldId id="267" r:id="rId6"/>
    <p:sldId id="266" r:id="rId7"/>
    <p:sldId id="260" r:id="rId8"/>
    <p:sldId id="265" r:id="rId9"/>
    <p:sldId id="1127" r:id="rId10"/>
    <p:sldId id="262" r:id="rId11"/>
    <p:sldId id="263" r:id="rId12"/>
    <p:sldId id="1131" r:id="rId13"/>
    <p:sldId id="2134807612" r:id="rId14"/>
    <p:sldId id="1110" r:id="rId15"/>
    <p:sldId id="1114" r:id="rId16"/>
    <p:sldId id="1113" r:id="rId17"/>
    <p:sldId id="1117" r:id="rId18"/>
    <p:sldId id="1118" r:id="rId19"/>
    <p:sldId id="1116" r:id="rId20"/>
    <p:sldId id="1119" r:id="rId21"/>
    <p:sldId id="1126" r:id="rId22"/>
    <p:sldId id="1124" r:id="rId23"/>
    <p:sldId id="1125" r:id="rId24"/>
    <p:sldId id="2134807608" r:id="rId25"/>
    <p:sldId id="2134807611" r:id="rId26"/>
    <p:sldId id="552" r:id="rId27"/>
    <p:sldId id="1128" r:id="rId28"/>
    <p:sldId id="2134807610" r:id="rId29"/>
    <p:sldId id="1130" r:id="rId30"/>
    <p:sldId id="1129" r:id="rId31"/>
    <p:sldId id="756" r:id="rId32"/>
    <p:sldId id="2134807607" r:id="rId33"/>
    <p:sldId id="2134807609" r:id="rId34"/>
    <p:sldId id="575" r:id="rId35"/>
    <p:sldId id="2134807565" r:id="rId36"/>
    <p:sldId id="2134807564" r:id="rId37"/>
    <p:sldId id="2134807561" r:id="rId38"/>
    <p:sldId id="2134807485" r:id="rId39"/>
    <p:sldId id="2134807566" r:id="rId40"/>
    <p:sldId id="2134807567" r:id="rId41"/>
    <p:sldId id="2134807557" r:id="rId42"/>
    <p:sldId id="985" r:id="rId43"/>
  </p:sldIdLst>
  <p:sldSz cx="10566400" cy="594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0BBB18-163F-6954-A403-A7B4C7EDCEB6}" name="Paul Stokes" initials="PS" userId="Paul Stokes" providerId="None"/>
  <p188:author id="{EFA9273A-F862-A2FC-55DA-287F682A24F8}" name="Sam Weeks" initials="SW" userId="S::sam.weeks@prevalent.ai::8b569cff-cd1f-4995-82d7-024098bdea28" providerId="AD"/>
  <p188:author id="{E8C8683D-9B75-6CF3-63C5-230C7C25F186}" name="Paul Stokes" initials="PS" userId="S::Paul.Stokes@prevalent.ai::e5f08a93-7fa1-4bfb-b732-923168dfa3a0" providerId="AD"/>
  <p188:author id="{AE6966B2-3893-15FE-5963-1B5A4676C71C}" name="Ganapathy N" initials="GN" userId="S::ganapathy.n@prevalent.ai::be23ec9b-7baf-4178-a943-e71b476509d4" providerId="AD"/>
  <p188:author id="{A22D00E3-C660-EEFE-E2E2-4251DD370460}" name="Sara Mottus" initials="SM" userId="S::sara.mottus@prevalent.ai::b0fdbe10-fe42-444b-af0a-0cb453012ad7" providerId="AD"/>
  <p188:author id="{F3A137F2-D2A9-6DA0-2E9B-EE0E0008F428}" name="Arun Raj" initials="AR" userId="S::arun.raj@prevalent.ai::a5707190-9c0c-4418-ad3d-bee3c604d8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EBE0"/>
    <a:srgbClr val="E5F8ED"/>
    <a:srgbClr val="F2FBFA"/>
    <a:srgbClr val="ECEFF9"/>
    <a:srgbClr val="FBF5F0"/>
    <a:srgbClr val="F6EBF8"/>
    <a:srgbClr val="F5D6F5"/>
    <a:srgbClr val="0A7BEC"/>
    <a:srgbClr val="EB6C15"/>
    <a:srgbClr val="4D2E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170F1-12A7-8E48-A771-205117572F66}" v="348" dt="2026-04-14T08:47:04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hu Sunil" userId="d7e478f0-81f2-4b7e-9aaa-f27143366749" providerId="ADAL" clId="{16A3A1AF-EB8C-571E-96A8-F6386396DB47}"/>
    <pc:docChg chg="modSld">
      <pc:chgData name="Ananthu Sunil" userId="d7e478f0-81f2-4b7e-9aaa-f27143366749" providerId="ADAL" clId="{16A3A1AF-EB8C-571E-96A8-F6386396DB47}" dt="2025-11-11T04:32:28.372" v="1" actId="1036"/>
      <pc:docMkLst>
        <pc:docMk/>
      </pc:docMkLst>
      <pc:sldChg chg="modSp mod">
        <pc:chgData name="Ananthu Sunil" userId="d7e478f0-81f2-4b7e-9aaa-f27143366749" providerId="ADAL" clId="{16A3A1AF-EB8C-571E-96A8-F6386396DB47}" dt="2025-11-11T04:32:28.372" v="1" actId="1036"/>
        <pc:sldMkLst>
          <pc:docMk/>
          <pc:sldMk cId="2468135221" sldId="1114"/>
        </pc:sldMkLst>
        <pc:picChg chg="mod">
          <ac:chgData name="Ananthu Sunil" userId="d7e478f0-81f2-4b7e-9aaa-f27143366749" providerId="ADAL" clId="{16A3A1AF-EB8C-571E-96A8-F6386396DB47}" dt="2025-11-11T04:32:28.372" v="1" actId="1036"/>
          <ac:picMkLst>
            <pc:docMk/>
            <pc:sldMk cId="2468135221" sldId="1114"/>
            <ac:picMk id="4" creationId="{FC44DB02-C3DA-F06E-124D-23050312A22B}"/>
          </ac:picMkLst>
        </pc:picChg>
      </pc:sldChg>
    </pc:docChg>
  </pc:docChgLst>
  <pc:docChgLst>
    <pc:chgData name="Ananthu Sunil" userId="d7e478f0-81f2-4b7e-9aaa-f27143366749" providerId="ADAL" clId="{87106D48-EF64-5C9D-87AF-5AFCC9784E7D}"/>
    <pc:docChg chg="undo custSel delSld modSld">
      <pc:chgData name="Ananthu Sunil" userId="d7e478f0-81f2-4b7e-9aaa-f27143366749" providerId="ADAL" clId="{87106D48-EF64-5C9D-87AF-5AFCC9784E7D}" dt="2026-04-14T08:47:04.625" v="382"/>
      <pc:docMkLst>
        <pc:docMk/>
      </pc:docMkLst>
      <pc:sldChg chg="del">
        <pc:chgData name="Ananthu Sunil" userId="d7e478f0-81f2-4b7e-9aaa-f27143366749" providerId="ADAL" clId="{87106D48-EF64-5C9D-87AF-5AFCC9784E7D}" dt="2026-04-14T08:43:13.300" v="221" actId="2696"/>
        <pc:sldMkLst>
          <pc:docMk/>
          <pc:sldMk cId="1907028831" sldId="282"/>
        </pc:sldMkLst>
      </pc:sldChg>
      <pc:sldChg chg="modSp">
        <pc:chgData name="Ananthu Sunil" userId="d7e478f0-81f2-4b7e-9aaa-f27143366749" providerId="ADAL" clId="{87106D48-EF64-5C9D-87AF-5AFCC9784E7D}" dt="2026-04-14T08:39:21.967" v="10" actId="20577"/>
        <pc:sldMkLst>
          <pc:docMk/>
          <pc:sldMk cId="3528403042" sldId="552"/>
        </pc:sldMkLst>
        <pc:graphicFrameChg chg="mod">
          <ac:chgData name="Ananthu Sunil" userId="d7e478f0-81f2-4b7e-9aaa-f27143366749" providerId="ADAL" clId="{87106D48-EF64-5C9D-87AF-5AFCC9784E7D}" dt="2026-04-14T08:39:21.967" v="10" actId="20577"/>
          <ac:graphicFrameMkLst>
            <pc:docMk/>
            <pc:sldMk cId="3528403042" sldId="552"/>
            <ac:graphicFrameMk id="3" creationId="{2884F29C-8D86-66FE-E087-E115BA96575F}"/>
          </ac:graphicFrameMkLst>
        </pc:graphicFrameChg>
      </pc:sldChg>
      <pc:sldChg chg="delSp modSp mod">
        <pc:chgData name="Ananthu Sunil" userId="d7e478f0-81f2-4b7e-9aaa-f27143366749" providerId="ADAL" clId="{87106D48-EF64-5C9D-87AF-5AFCC9784E7D}" dt="2026-04-14T08:43:11.068" v="220"/>
        <pc:sldMkLst>
          <pc:docMk/>
          <pc:sldMk cId="59377812" sldId="575"/>
        </pc:sldMkLst>
        <pc:spChg chg="mod">
          <ac:chgData name="Ananthu Sunil" userId="d7e478f0-81f2-4b7e-9aaa-f27143366749" providerId="ADAL" clId="{87106D48-EF64-5C9D-87AF-5AFCC9784E7D}" dt="2026-04-14T08:42:55.022" v="192" actId="20577"/>
          <ac:spMkLst>
            <pc:docMk/>
            <pc:sldMk cId="59377812" sldId="575"/>
            <ac:spMk id="3" creationId="{6CA001EB-7CBA-7CEA-7322-E77BF44F5B99}"/>
          </ac:spMkLst>
        </pc:spChg>
        <pc:spChg chg="del mod">
          <ac:chgData name="Ananthu Sunil" userId="d7e478f0-81f2-4b7e-9aaa-f27143366749" providerId="ADAL" clId="{87106D48-EF64-5C9D-87AF-5AFCC9784E7D}" dt="2026-04-14T08:43:10.177" v="218"/>
          <ac:spMkLst>
            <pc:docMk/>
            <pc:sldMk cId="59377812" sldId="575"/>
            <ac:spMk id="13" creationId="{76C3E7D9-58CD-4D6C-1307-4B37FD043BFE}"/>
          </ac:spMkLst>
        </pc:spChg>
        <pc:spChg chg="del mod">
          <ac:chgData name="Ananthu Sunil" userId="d7e478f0-81f2-4b7e-9aaa-f27143366749" providerId="ADAL" clId="{87106D48-EF64-5C9D-87AF-5AFCC9784E7D}" dt="2026-04-14T08:43:09.147" v="214"/>
          <ac:spMkLst>
            <pc:docMk/>
            <pc:sldMk cId="59377812" sldId="575"/>
            <ac:spMk id="15" creationId="{20877F54-8EC7-5374-8786-9FC2EE0934F2}"/>
          </ac:spMkLst>
        </pc:spChg>
        <pc:spChg chg="del mod">
          <ac:chgData name="Ananthu Sunil" userId="d7e478f0-81f2-4b7e-9aaa-f27143366749" providerId="ADAL" clId="{87106D48-EF64-5C9D-87AF-5AFCC9784E7D}" dt="2026-04-14T08:42:56.361" v="194"/>
          <ac:spMkLst>
            <pc:docMk/>
            <pc:sldMk cId="59377812" sldId="575"/>
            <ac:spMk id="21" creationId="{54406915-42DD-038C-1FA7-907677139952}"/>
          </ac:spMkLst>
        </pc:spChg>
        <pc:spChg chg="del mod">
          <ac:chgData name="Ananthu Sunil" userId="d7e478f0-81f2-4b7e-9aaa-f27143366749" providerId="ADAL" clId="{87106D48-EF64-5C9D-87AF-5AFCC9784E7D}" dt="2026-04-14T08:43:11.068" v="220"/>
          <ac:spMkLst>
            <pc:docMk/>
            <pc:sldMk cId="59377812" sldId="575"/>
            <ac:spMk id="22" creationId="{11AAA007-8375-31F3-7119-79888133E2D8}"/>
          </ac:spMkLst>
        </pc:spChg>
        <pc:spChg chg="del mod">
          <ac:chgData name="Ananthu Sunil" userId="d7e478f0-81f2-4b7e-9aaa-f27143366749" providerId="ADAL" clId="{87106D48-EF64-5C9D-87AF-5AFCC9784E7D}" dt="2026-04-14T08:42:57.762" v="202"/>
          <ac:spMkLst>
            <pc:docMk/>
            <pc:sldMk cId="59377812" sldId="575"/>
            <ac:spMk id="36" creationId="{C06A4FBF-A963-69BA-7DDC-C94C6A442BBE}"/>
          </ac:spMkLst>
        </pc:spChg>
        <pc:spChg chg="del mod">
          <ac:chgData name="Ananthu Sunil" userId="d7e478f0-81f2-4b7e-9aaa-f27143366749" providerId="ADAL" clId="{87106D48-EF64-5C9D-87AF-5AFCC9784E7D}" dt="2026-04-14T08:42:58.574" v="208"/>
          <ac:spMkLst>
            <pc:docMk/>
            <pc:sldMk cId="59377812" sldId="575"/>
            <ac:spMk id="37" creationId="{B281847E-FA14-CC13-6E36-B9CA68736550}"/>
          </ac:spMkLst>
        </pc:spChg>
        <pc:spChg chg="del mod">
          <ac:chgData name="Ananthu Sunil" userId="d7e478f0-81f2-4b7e-9aaa-f27143366749" providerId="ADAL" clId="{87106D48-EF64-5C9D-87AF-5AFCC9784E7D}" dt="2026-04-14T08:43:10.160" v="216"/>
          <ac:spMkLst>
            <pc:docMk/>
            <pc:sldMk cId="59377812" sldId="575"/>
            <ac:spMk id="38" creationId="{BA52A449-9E82-1FE5-E1D5-37F9A16DF7DE}"/>
          </ac:spMkLst>
        </pc:spChg>
        <pc:spChg chg="del mod">
          <ac:chgData name="Ananthu Sunil" userId="d7e478f0-81f2-4b7e-9aaa-f27143366749" providerId="ADAL" clId="{87106D48-EF64-5C9D-87AF-5AFCC9784E7D}" dt="2026-04-14T08:42:58.406" v="206"/>
          <ac:spMkLst>
            <pc:docMk/>
            <pc:sldMk cId="59377812" sldId="575"/>
            <ac:spMk id="40" creationId="{53815102-6520-A664-E1DE-25DD710CD3DD}"/>
          </ac:spMkLst>
        </pc:spChg>
        <pc:spChg chg="del mod">
          <ac:chgData name="Ananthu Sunil" userId="d7e478f0-81f2-4b7e-9aaa-f27143366749" providerId="ADAL" clId="{87106D48-EF64-5C9D-87AF-5AFCC9784E7D}" dt="2026-04-14T08:42:58.348" v="204"/>
          <ac:spMkLst>
            <pc:docMk/>
            <pc:sldMk cId="59377812" sldId="575"/>
            <ac:spMk id="41" creationId="{4F81192A-9E5E-6E22-8B6B-13D3652E4061}"/>
          </ac:spMkLst>
        </pc:spChg>
        <pc:spChg chg="del mod">
          <ac:chgData name="Ananthu Sunil" userId="d7e478f0-81f2-4b7e-9aaa-f27143366749" providerId="ADAL" clId="{87106D48-EF64-5C9D-87AF-5AFCC9784E7D}" dt="2026-04-14T08:42:56.516" v="196"/>
          <ac:spMkLst>
            <pc:docMk/>
            <pc:sldMk cId="59377812" sldId="575"/>
            <ac:spMk id="46" creationId="{19835D78-4A14-4D1B-5C5B-2F68A41FBE1A}"/>
          </ac:spMkLst>
        </pc:spChg>
        <pc:spChg chg="del mod">
          <ac:chgData name="Ananthu Sunil" userId="d7e478f0-81f2-4b7e-9aaa-f27143366749" providerId="ADAL" clId="{87106D48-EF64-5C9D-87AF-5AFCC9784E7D}" dt="2026-04-14T08:42:57.503" v="200"/>
          <ac:spMkLst>
            <pc:docMk/>
            <pc:sldMk cId="59377812" sldId="575"/>
            <ac:spMk id="48" creationId="{DD00D631-31E0-4867-682B-8C0F144B2F95}"/>
          </ac:spMkLst>
        </pc:spChg>
        <pc:spChg chg="del mod">
          <ac:chgData name="Ananthu Sunil" userId="d7e478f0-81f2-4b7e-9aaa-f27143366749" providerId="ADAL" clId="{87106D48-EF64-5C9D-87AF-5AFCC9784E7D}" dt="2026-04-14T08:42:57.359" v="198"/>
          <ac:spMkLst>
            <pc:docMk/>
            <pc:sldMk cId="59377812" sldId="575"/>
            <ac:spMk id="1046" creationId="{4C8D11E1-E971-59EC-7CA8-884321FC2162}"/>
          </ac:spMkLst>
        </pc:spChg>
      </pc:sldChg>
      <pc:sldChg chg="del">
        <pc:chgData name="Ananthu Sunil" userId="d7e478f0-81f2-4b7e-9aaa-f27143366749" providerId="ADAL" clId="{87106D48-EF64-5C9D-87AF-5AFCC9784E7D}" dt="2026-04-14T08:46:24.708" v="354" actId="2696"/>
        <pc:sldMkLst>
          <pc:docMk/>
          <pc:sldMk cId="1657121232" sldId="750"/>
        </pc:sldMkLst>
      </pc:sldChg>
      <pc:sldChg chg="delSp mod">
        <pc:chgData name="Ananthu Sunil" userId="d7e478f0-81f2-4b7e-9aaa-f27143366749" providerId="ADAL" clId="{87106D48-EF64-5C9D-87AF-5AFCC9784E7D}" dt="2026-04-14T08:40:38.154" v="52" actId="478"/>
        <pc:sldMkLst>
          <pc:docMk/>
          <pc:sldMk cId="2618959300" sldId="756"/>
        </pc:sldMkLst>
        <pc:spChg chg="del">
          <ac:chgData name="Ananthu Sunil" userId="d7e478f0-81f2-4b7e-9aaa-f27143366749" providerId="ADAL" clId="{87106D48-EF64-5C9D-87AF-5AFCC9784E7D}" dt="2026-04-14T08:40:32.947" v="50" actId="478"/>
          <ac:spMkLst>
            <pc:docMk/>
            <pc:sldMk cId="2618959300" sldId="756"/>
            <ac:spMk id="6" creationId="{1B6C4DF2-9F4D-5715-7D53-6575EA9EF65E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8" creationId="{91DBB718-0737-38BB-3347-158288406F20}"/>
          </ac:spMkLst>
        </pc:spChg>
        <pc:spChg chg="del">
          <ac:chgData name="Ananthu Sunil" userId="d7e478f0-81f2-4b7e-9aaa-f27143366749" providerId="ADAL" clId="{87106D48-EF64-5C9D-87AF-5AFCC9784E7D}" dt="2026-04-14T08:40:32.947" v="50" actId="478"/>
          <ac:spMkLst>
            <pc:docMk/>
            <pc:sldMk cId="2618959300" sldId="756"/>
            <ac:spMk id="10" creationId="{A9ED6DBF-1C99-BE05-0339-924CB4854643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12" creationId="{C58B517D-5D51-67F4-2226-410CA3C3868B}"/>
          </ac:spMkLst>
        </pc:spChg>
        <pc:spChg chg="del">
          <ac:chgData name="Ananthu Sunil" userId="d7e478f0-81f2-4b7e-9aaa-f27143366749" providerId="ADAL" clId="{87106D48-EF64-5C9D-87AF-5AFCC9784E7D}" dt="2026-04-14T08:40:26.436" v="48" actId="478"/>
          <ac:spMkLst>
            <pc:docMk/>
            <pc:sldMk cId="2618959300" sldId="756"/>
            <ac:spMk id="14" creationId="{659F3400-1802-463E-6C71-FB7DF90A6C91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16" creationId="{E32F6527-A86D-BAA9-2D0D-01FCB8231DEF}"/>
          </ac:spMkLst>
        </pc:spChg>
        <pc:spChg chg="del">
          <ac:chgData name="Ananthu Sunil" userId="d7e478f0-81f2-4b7e-9aaa-f27143366749" providerId="ADAL" clId="{87106D48-EF64-5C9D-87AF-5AFCC9784E7D}" dt="2026-04-14T08:40:32.947" v="50" actId="478"/>
          <ac:spMkLst>
            <pc:docMk/>
            <pc:sldMk cId="2618959300" sldId="756"/>
            <ac:spMk id="19" creationId="{0F91A971-329B-1444-6217-84042EE5020F}"/>
          </ac:spMkLst>
        </pc:spChg>
        <pc:spChg chg="del">
          <ac:chgData name="Ananthu Sunil" userId="d7e478f0-81f2-4b7e-9aaa-f27143366749" providerId="ADAL" clId="{87106D48-EF64-5C9D-87AF-5AFCC9784E7D}" dt="2026-04-14T08:40:26.436" v="48" actId="478"/>
          <ac:spMkLst>
            <pc:docMk/>
            <pc:sldMk cId="2618959300" sldId="756"/>
            <ac:spMk id="21" creationId="{7A15A8CE-F5F8-5192-5A8A-17FEEA4EC4D3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23" creationId="{AED6E3B9-ECF0-5F39-0496-60F99BFD6214}"/>
          </ac:spMkLst>
        </pc:spChg>
        <pc:spChg chg="del">
          <ac:chgData name="Ananthu Sunil" userId="d7e478f0-81f2-4b7e-9aaa-f27143366749" providerId="ADAL" clId="{87106D48-EF64-5C9D-87AF-5AFCC9784E7D}" dt="2026-04-14T08:40:32.947" v="50" actId="478"/>
          <ac:spMkLst>
            <pc:docMk/>
            <pc:sldMk cId="2618959300" sldId="756"/>
            <ac:spMk id="27" creationId="{5B336E4F-26F3-D719-F004-6799EDA3612F}"/>
          </ac:spMkLst>
        </pc:spChg>
        <pc:spChg chg="del">
          <ac:chgData name="Ananthu Sunil" userId="d7e478f0-81f2-4b7e-9aaa-f27143366749" providerId="ADAL" clId="{87106D48-EF64-5C9D-87AF-5AFCC9784E7D}" dt="2026-04-14T08:40:29.439" v="49" actId="478"/>
          <ac:spMkLst>
            <pc:docMk/>
            <pc:sldMk cId="2618959300" sldId="756"/>
            <ac:spMk id="30" creationId="{6DACF018-1925-9FA6-789B-5F6C3C62238F}"/>
          </ac:spMkLst>
        </pc:spChg>
        <pc:spChg chg="del">
          <ac:chgData name="Ananthu Sunil" userId="d7e478f0-81f2-4b7e-9aaa-f27143366749" providerId="ADAL" clId="{87106D48-EF64-5C9D-87AF-5AFCC9784E7D}" dt="2026-04-14T08:40:26.436" v="48" actId="478"/>
          <ac:spMkLst>
            <pc:docMk/>
            <pc:sldMk cId="2618959300" sldId="756"/>
            <ac:spMk id="34" creationId="{CA23FABF-BF49-8E92-67F9-953617442EC8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36" creationId="{889F9C72-841D-8E0B-7314-ACAE35AECA24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44" creationId="{B8A7867D-26C9-E229-DD42-2E50E9A57181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45" creationId="{EC8D7127-5ECB-ECD9-D3FF-496DD518EDD0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46" creationId="{503F3D88-FC32-360D-3328-0EF7188A3697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58" creationId="{E8CF450D-5624-2E00-7100-8A30554B33F7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61" creationId="{630C79F4-00B5-A021-C9E6-F35AE9AEAF26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63" creationId="{4D8468AB-9E3E-5B62-9C67-9568F4FD17CF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1050" creationId="{131EB6E8-91B6-9FC4-39E2-59505D78FFC9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1051" creationId="{03B95266-C882-9EE4-C407-918D5C28BE5E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1053" creationId="{6E859C0B-A784-4429-1842-ABE2C2A5CDFA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1054" creationId="{96ABB75D-E4F0-7BDA-84E0-4F64A2F0D33C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1056" creationId="{469D817B-FB95-5F75-4EBB-92F21A40CD81}"/>
          </ac:spMkLst>
        </pc:spChg>
        <pc:spChg chg="del">
          <ac:chgData name="Ananthu Sunil" userId="d7e478f0-81f2-4b7e-9aaa-f27143366749" providerId="ADAL" clId="{87106D48-EF64-5C9D-87AF-5AFCC9784E7D}" dt="2026-04-14T08:40:38.154" v="52" actId="478"/>
          <ac:spMkLst>
            <pc:docMk/>
            <pc:sldMk cId="2618959300" sldId="756"/>
            <ac:spMk id="1057" creationId="{05058008-C6C4-F4A4-DCB5-D58CB2565134}"/>
          </ac:spMkLst>
        </pc:spChg>
        <pc:spChg chg="del">
          <ac:chgData name="Ananthu Sunil" userId="d7e478f0-81f2-4b7e-9aaa-f27143366749" providerId="ADAL" clId="{87106D48-EF64-5C9D-87AF-5AFCC9784E7D}" dt="2026-04-14T08:40:35.669" v="51" actId="478"/>
          <ac:spMkLst>
            <pc:docMk/>
            <pc:sldMk cId="2618959300" sldId="756"/>
            <ac:spMk id="1062" creationId="{CA513B7A-7E09-7213-39B3-1139BD5DDC56}"/>
          </ac:spMkLst>
        </pc:spChg>
        <pc:cxnChg chg="del">
          <ac:chgData name="Ananthu Sunil" userId="d7e478f0-81f2-4b7e-9aaa-f27143366749" providerId="ADAL" clId="{87106D48-EF64-5C9D-87AF-5AFCC9784E7D}" dt="2026-04-14T08:40:35.669" v="51" actId="478"/>
          <ac:cxnSpMkLst>
            <pc:docMk/>
            <pc:sldMk cId="2618959300" sldId="756"/>
            <ac:cxnSpMk id="56" creationId="{730C2A53-48C3-5B62-5812-7B6261D8AE19}"/>
          </ac:cxnSpMkLst>
        </pc:cxnChg>
        <pc:cxnChg chg="del">
          <ac:chgData name="Ananthu Sunil" userId="d7e478f0-81f2-4b7e-9aaa-f27143366749" providerId="ADAL" clId="{87106D48-EF64-5C9D-87AF-5AFCC9784E7D}" dt="2026-04-14T08:40:35.669" v="51" actId="478"/>
          <ac:cxnSpMkLst>
            <pc:docMk/>
            <pc:sldMk cId="2618959300" sldId="756"/>
            <ac:cxnSpMk id="1052" creationId="{83583401-F93E-DB8D-C9C7-8525E0F1E1A4}"/>
          </ac:cxnSpMkLst>
        </pc:cxnChg>
      </pc:sldChg>
      <pc:sldChg chg="modSp mod">
        <pc:chgData name="Ananthu Sunil" userId="d7e478f0-81f2-4b7e-9aaa-f27143366749" providerId="ADAL" clId="{87106D48-EF64-5C9D-87AF-5AFCC9784E7D}" dt="2026-04-14T08:47:04.625" v="382"/>
        <pc:sldMkLst>
          <pc:docMk/>
          <pc:sldMk cId="3923951465" sldId="985"/>
        </pc:sldMkLst>
        <pc:spChg chg="mod">
          <ac:chgData name="Ananthu Sunil" userId="d7e478f0-81f2-4b7e-9aaa-f27143366749" providerId="ADAL" clId="{87106D48-EF64-5C9D-87AF-5AFCC9784E7D}" dt="2026-04-14T08:46:32.931" v="357" actId="20577"/>
          <ac:spMkLst>
            <pc:docMk/>
            <pc:sldMk cId="3923951465" sldId="985"/>
            <ac:spMk id="2" creationId="{00000000-0000-0000-0000-000000000000}"/>
          </ac:spMkLst>
        </pc:spChg>
        <pc:spChg chg="mod">
          <ac:chgData name="Ananthu Sunil" userId="d7e478f0-81f2-4b7e-9aaa-f27143366749" providerId="ADAL" clId="{87106D48-EF64-5C9D-87AF-5AFCC9784E7D}" dt="2026-04-14T08:46:51.912" v="373"/>
          <ac:spMkLst>
            <pc:docMk/>
            <pc:sldMk cId="3923951465" sldId="985"/>
            <ac:spMk id="12" creationId="{1561FA5E-7731-3D49-626D-F813969CC893}"/>
          </ac:spMkLst>
        </pc:spChg>
        <pc:spChg chg="mod">
          <ac:chgData name="Ananthu Sunil" userId="d7e478f0-81f2-4b7e-9aaa-f27143366749" providerId="ADAL" clId="{87106D48-EF64-5C9D-87AF-5AFCC9784E7D}" dt="2026-04-14T08:47:03.293" v="381"/>
          <ac:spMkLst>
            <pc:docMk/>
            <pc:sldMk cId="3923951465" sldId="985"/>
            <ac:spMk id="23" creationId="{90AD4A47-DD05-FF6E-67E6-3BF280B9399A}"/>
          </ac:spMkLst>
        </pc:spChg>
        <pc:spChg chg="mod">
          <ac:chgData name="Ananthu Sunil" userId="d7e478f0-81f2-4b7e-9aaa-f27143366749" providerId="ADAL" clId="{87106D48-EF64-5C9D-87AF-5AFCC9784E7D}" dt="2026-04-14T08:47:00.622" v="379"/>
          <ac:spMkLst>
            <pc:docMk/>
            <pc:sldMk cId="3923951465" sldId="985"/>
            <ac:spMk id="29" creationId="{405DDE7B-8252-678B-5B83-492C57984A84}"/>
          </ac:spMkLst>
        </pc:spChg>
        <pc:spChg chg="mod">
          <ac:chgData name="Ananthu Sunil" userId="d7e478f0-81f2-4b7e-9aaa-f27143366749" providerId="ADAL" clId="{87106D48-EF64-5C9D-87AF-5AFCC9784E7D}" dt="2026-04-14T08:46:59.160" v="378"/>
          <ac:spMkLst>
            <pc:docMk/>
            <pc:sldMk cId="3923951465" sldId="985"/>
            <ac:spMk id="30" creationId="{09923352-2F96-1ABC-AB13-4BA1D0803382}"/>
          </ac:spMkLst>
        </pc:spChg>
        <pc:spChg chg="mod">
          <ac:chgData name="Ananthu Sunil" userId="d7e478f0-81f2-4b7e-9aaa-f27143366749" providerId="ADAL" clId="{87106D48-EF64-5C9D-87AF-5AFCC9784E7D}" dt="2026-04-14T08:47:02.110" v="380"/>
          <ac:spMkLst>
            <pc:docMk/>
            <pc:sldMk cId="3923951465" sldId="985"/>
            <ac:spMk id="33" creationId="{FC8AE7BC-8D43-6ADD-3E14-5F13D16BD69A}"/>
          </ac:spMkLst>
        </pc:spChg>
        <pc:spChg chg="mod">
          <ac:chgData name="Ananthu Sunil" userId="d7e478f0-81f2-4b7e-9aaa-f27143366749" providerId="ADAL" clId="{87106D48-EF64-5C9D-87AF-5AFCC9784E7D}" dt="2026-04-14T08:46:57.628" v="377"/>
          <ac:spMkLst>
            <pc:docMk/>
            <pc:sldMk cId="3923951465" sldId="985"/>
            <ac:spMk id="36" creationId="{69A0D0BE-48BD-2473-9AB0-99BCC68A15F4}"/>
          </ac:spMkLst>
        </pc:spChg>
        <pc:spChg chg="mod">
          <ac:chgData name="Ananthu Sunil" userId="d7e478f0-81f2-4b7e-9aaa-f27143366749" providerId="ADAL" clId="{87106D48-EF64-5C9D-87AF-5AFCC9784E7D}" dt="2026-04-14T08:46:49.490" v="371"/>
          <ac:spMkLst>
            <pc:docMk/>
            <pc:sldMk cId="3923951465" sldId="985"/>
            <ac:spMk id="75" creationId="{A88377CD-5CE2-CA81-A0EC-AEB776C951F8}"/>
          </ac:spMkLst>
        </pc:spChg>
        <pc:spChg chg="mod">
          <ac:chgData name="Ananthu Sunil" userId="d7e478f0-81f2-4b7e-9aaa-f27143366749" providerId="ADAL" clId="{87106D48-EF64-5C9D-87AF-5AFCC9784E7D}" dt="2026-04-14T08:46:48.411" v="370"/>
          <ac:spMkLst>
            <pc:docMk/>
            <pc:sldMk cId="3923951465" sldId="985"/>
            <ac:spMk id="76" creationId="{D23B5A98-0434-7C68-35D4-1FFB977A7323}"/>
          </ac:spMkLst>
        </pc:spChg>
        <pc:spChg chg="mod">
          <ac:chgData name="Ananthu Sunil" userId="d7e478f0-81f2-4b7e-9aaa-f27143366749" providerId="ADAL" clId="{87106D48-EF64-5C9D-87AF-5AFCC9784E7D}" dt="2026-04-14T08:46:47.078" v="369"/>
          <ac:spMkLst>
            <pc:docMk/>
            <pc:sldMk cId="3923951465" sldId="985"/>
            <ac:spMk id="77" creationId="{546FEE7B-C3B8-8D3A-B926-032462FCD886}"/>
          </ac:spMkLst>
        </pc:spChg>
        <pc:spChg chg="mod">
          <ac:chgData name="Ananthu Sunil" userId="d7e478f0-81f2-4b7e-9aaa-f27143366749" providerId="ADAL" clId="{87106D48-EF64-5C9D-87AF-5AFCC9784E7D}" dt="2026-04-14T08:46:54.474" v="375"/>
          <ac:spMkLst>
            <pc:docMk/>
            <pc:sldMk cId="3923951465" sldId="985"/>
            <ac:spMk id="80" creationId="{27AD861B-5C8C-0070-E87A-BC3F6CAFF62D}"/>
          </ac:spMkLst>
        </pc:spChg>
        <pc:spChg chg="mod">
          <ac:chgData name="Ananthu Sunil" userId="d7e478f0-81f2-4b7e-9aaa-f27143366749" providerId="ADAL" clId="{87106D48-EF64-5C9D-87AF-5AFCC9784E7D}" dt="2026-04-14T08:47:04.625" v="382"/>
          <ac:spMkLst>
            <pc:docMk/>
            <pc:sldMk cId="3923951465" sldId="985"/>
            <ac:spMk id="82" creationId="{CAD18CA4-48A3-2650-7010-D1792BA9FCC6}"/>
          </ac:spMkLst>
        </pc:spChg>
        <pc:spChg chg="mod">
          <ac:chgData name="Ananthu Sunil" userId="d7e478f0-81f2-4b7e-9aaa-f27143366749" providerId="ADAL" clId="{87106D48-EF64-5C9D-87AF-5AFCC9784E7D}" dt="2026-04-14T08:46:56.381" v="376"/>
          <ac:spMkLst>
            <pc:docMk/>
            <pc:sldMk cId="3923951465" sldId="985"/>
            <ac:spMk id="83" creationId="{BAD615D7-6D58-F7F1-B004-9A0B98B94B45}"/>
          </ac:spMkLst>
        </pc:spChg>
        <pc:spChg chg="mod">
          <ac:chgData name="Ananthu Sunil" userId="d7e478f0-81f2-4b7e-9aaa-f27143366749" providerId="ADAL" clId="{87106D48-EF64-5C9D-87AF-5AFCC9784E7D}" dt="2026-04-14T08:46:50.695" v="372"/>
          <ac:spMkLst>
            <pc:docMk/>
            <pc:sldMk cId="3923951465" sldId="985"/>
            <ac:spMk id="84" creationId="{BD241A4F-617A-4FC4-E827-2AB946DFDF95}"/>
          </ac:spMkLst>
        </pc:spChg>
        <pc:spChg chg="mod">
          <ac:chgData name="Ananthu Sunil" userId="d7e478f0-81f2-4b7e-9aaa-f27143366749" providerId="ADAL" clId="{87106D48-EF64-5C9D-87AF-5AFCC9784E7D}" dt="2026-04-14T08:46:53.281" v="374"/>
          <ac:spMkLst>
            <pc:docMk/>
            <pc:sldMk cId="3923951465" sldId="985"/>
            <ac:spMk id="86" creationId="{8A0BDD1E-AC85-5BD5-7B57-486FE5585BD2}"/>
          </ac:spMkLst>
        </pc:spChg>
        <pc:spChg chg="mod">
          <ac:chgData name="Ananthu Sunil" userId="d7e478f0-81f2-4b7e-9aaa-f27143366749" providerId="ADAL" clId="{87106D48-EF64-5C9D-87AF-5AFCC9784E7D}" dt="2026-04-14T08:46:41.171" v="365" actId="20577"/>
          <ac:spMkLst>
            <pc:docMk/>
            <pc:sldMk cId="3923951465" sldId="985"/>
            <ac:spMk id="96" creationId="{ABA1BBAD-15AD-A32A-4303-DF2B70272E9E}"/>
          </ac:spMkLst>
        </pc:spChg>
        <pc:spChg chg="mod">
          <ac:chgData name="Ananthu Sunil" userId="d7e478f0-81f2-4b7e-9aaa-f27143366749" providerId="ADAL" clId="{87106D48-EF64-5C9D-87AF-5AFCC9784E7D}" dt="2026-04-14T08:46:43.411" v="366"/>
          <ac:spMkLst>
            <pc:docMk/>
            <pc:sldMk cId="3923951465" sldId="985"/>
            <ac:spMk id="97" creationId="{4D1765DE-409B-277F-5994-5BACB437EF7F}"/>
          </ac:spMkLst>
        </pc:spChg>
        <pc:spChg chg="mod">
          <ac:chgData name="Ananthu Sunil" userId="d7e478f0-81f2-4b7e-9aaa-f27143366749" providerId="ADAL" clId="{87106D48-EF64-5C9D-87AF-5AFCC9784E7D}" dt="2026-04-14T08:46:44.623" v="367"/>
          <ac:spMkLst>
            <pc:docMk/>
            <pc:sldMk cId="3923951465" sldId="985"/>
            <ac:spMk id="98" creationId="{E7D1511B-52F7-ECE8-B780-46685A5F9325}"/>
          </ac:spMkLst>
        </pc:spChg>
        <pc:spChg chg="mod">
          <ac:chgData name="Ananthu Sunil" userId="d7e478f0-81f2-4b7e-9aaa-f27143366749" providerId="ADAL" clId="{87106D48-EF64-5C9D-87AF-5AFCC9784E7D}" dt="2026-04-14T08:46:46.007" v="368"/>
          <ac:spMkLst>
            <pc:docMk/>
            <pc:sldMk cId="3923951465" sldId="985"/>
            <ac:spMk id="99" creationId="{78841D14-6129-D334-1A6E-0DE6D8128FE7}"/>
          </ac:spMkLst>
        </pc:spChg>
        <pc:cxnChg chg="mod">
          <ac:chgData name="Ananthu Sunil" userId="d7e478f0-81f2-4b7e-9aaa-f27143366749" providerId="ADAL" clId="{87106D48-EF64-5C9D-87AF-5AFCC9784E7D}" dt="2026-04-14T08:46:43.411" v="366"/>
          <ac:cxnSpMkLst>
            <pc:docMk/>
            <pc:sldMk cId="3923951465" sldId="985"/>
            <ac:cxnSpMk id="92" creationId="{245D4059-3EA2-1501-2560-BED71B28C8F2}"/>
          </ac:cxnSpMkLst>
        </pc:cxnChg>
      </pc:sldChg>
      <pc:sldChg chg="delSp modSp mod">
        <pc:chgData name="Ananthu Sunil" userId="d7e478f0-81f2-4b7e-9aaa-f27143366749" providerId="ADAL" clId="{87106D48-EF64-5C9D-87AF-5AFCC9784E7D}" dt="2026-04-14T08:39:45.189" v="26" actId="20577"/>
        <pc:sldMkLst>
          <pc:docMk/>
          <pc:sldMk cId="932157912" sldId="1130"/>
        </pc:sldMkLst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0" creationId="{A8CFC5CA-13CC-8F3F-9C17-597D07F10CE4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1" creationId="{8DB1739D-7B81-1E03-A799-54C538644660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2" creationId="{D4D22322-0D35-FE50-A652-5FF12C438EC9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3" creationId="{0BDA3EA8-A04F-1913-DF64-E20020E46F1D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4" creationId="{EB0F8CD0-7BF8-31EE-62AB-E674213CD401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5" creationId="{BACCB0C8-6B97-18D3-A76D-F9DEDAB1A148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6" creationId="{67B45999-AD21-39EC-2875-40ECA1B6D0E1}"/>
          </ac:spMkLst>
        </pc:spChg>
        <pc:spChg chg="del">
          <ac:chgData name="Ananthu Sunil" userId="d7e478f0-81f2-4b7e-9aaa-f27143366749" providerId="ADAL" clId="{87106D48-EF64-5C9D-87AF-5AFCC9784E7D}" dt="2026-04-14T08:39:41.847" v="19" actId="478"/>
          <ac:spMkLst>
            <pc:docMk/>
            <pc:sldMk cId="932157912" sldId="1130"/>
            <ac:spMk id="37" creationId="{0136EBAC-44C5-86A9-26CD-6E65B4138A8B}"/>
          </ac:spMkLst>
        </pc:spChg>
        <pc:spChg chg="mod">
          <ac:chgData name="Ananthu Sunil" userId="d7e478f0-81f2-4b7e-9aaa-f27143366749" providerId="ADAL" clId="{87106D48-EF64-5C9D-87AF-5AFCC9784E7D}" dt="2026-04-14T08:39:45.189" v="26" actId="20577"/>
          <ac:spMkLst>
            <pc:docMk/>
            <pc:sldMk cId="932157912" sldId="1130"/>
            <ac:spMk id="80" creationId="{BD608252-7A55-9D35-D5BD-74EF5EFC457E}"/>
          </ac:spMkLst>
        </pc:spChg>
      </pc:sldChg>
      <pc:sldChg chg="del">
        <pc:chgData name="Ananthu Sunil" userId="d7e478f0-81f2-4b7e-9aaa-f27143366749" providerId="ADAL" clId="{87106D48-EF64-5C9D-87AF-5AFCC9784E7D}" dt="2026-04-14T08:44:35.791" v="292" actId="2696"/>
        <pc:sldMkLst>
          <pc:docMk/>
          <pc:sldMk cId="3677885461" sldId="1133"/>
        </pc:sldMkLst>
      </pc:sldChg>
      <pc:sldChg chg="del">
        <pc:chgData name="Ananthu Sunil" userId="d7e478f0-81f2-4b7e-9aaa-f27143366749" providerId="ADAL" clId="{87106D48-EF64-5C9D-87AF-5AFCC9784E7D}" dt="2026-04-14T08:44:43.436" v="293" actId="2696"/>
        <pc:sldMkLst>
          <pc:docMk/>
          <pc:sldMk cId="1562452007" sldId="2134807482"/>
        </pc:sldMkLst>
      </pc:sldChg>
      <pc:sldChg chg="modSp mod">
        <pc:chgData name="Ananthu Sunil" userId="d7e478f0-81f2-4b7e-9aaa-f27143366749" providerId="ADAL" clId="{87106D48-EF64-5C9D-87AF-5AFCC9784E7D}" dt="2026-04-14T08:45:05.621" v="312"/>
        <pc:sldMkLst>
          <pc:docMk/>
          <pc:sldMk cId="3960783461" sldId="2134807485"/>
        </pc:sldMkLst>
        <pc:spChg chg="mod">
          <ac:chgData name="Ananthu Sunil" userId="d7e478f0-81f2-4b7e-9aaa-f27143366749" providerId="ADAL" clId="{87106D48-EF64-5C9D-87AF-5AFCC9784E7D}" dt="2026-04-14T08:44:48.991" v="294" actId="20577"/>
          <ac:spMkLst>
            <pc:docMk/>
            <pc:sldMk cId="3960783461" sldId="2134807485"/>
            <ac:spMk id="2" creationId="{1DE50F24-0B8B-4049-A5A8-60B6BB53B10D}"/>
          </ac:spMkLst>
        </pc:spChg>
        <pc:spChg chg="mod">
          <ac:chgData name="Ananthu Sunil" userId="d7e478f0-81f2-4b7e-9aaa-f27143366749" providerId="ADAL" clId="{87106D48-EF64-5C9D-87AF-5AFCC9784E7D}" dt="2026-04-14T08:44:57.389" v="306"/>
          <ac:spMkLst>
            <pc:docMk/>
            <pc:sldMk cId="3960783461" sldId="2134807485"/>
            <ac:spMk id="15" creationId="{33D9E8C2-415D-FF08-8257-09101AE5DD3B}"/>
          </ac:spMkLst>
        </pc:spChg>
        <pc:spChg chg="mod">
          <ac:chgData name="Ananthu Sunil" userId="d7e478f0-81f2-4b7e-9aaa-f27143366749" providerId="ADAL" clId="{87106D48-EF64-5C9D-87AF-5AFCC9784E7D}" dt="2026-04-14T08:44:58.584" v="307"/>
          <ac:spMkLst>
            <pc:docMk/>
            <pc:sldMk cId="3960783461" sldId="2134807485"/>
            <ac:spMk id="16" creationId="{7CC91C06-13C8-89B6-6457-D896249700C8}"/>
          </ac:spMkLst>
        </pc:spChg>
        <pc:spChg chg="mod">
          <ac:chgData name="Ananthu Sunil" userId="d7e478f0-81f2-4b7e-9aaa-f27143366749" providerId="ADAL" clId="{87106D48-EF64-5C9D-87AF-5AFCC9784E7D}" dt="2026-04-14T08:44:59.742" v="308"/>
          <ac:spMkLst>
            <pc:docMk/>
            <pc:sldMk cId="3960783461" sldId="2134807485"/>
            <ac:spMk id="17" creationId="{5F38C3FF-CD4A-8737-E034-15B14B4944F6}"/>
          </ac:spMkLst>
        </pc:spChg>
        <pc:spChg chg="mod">
          <ac:chgData name="Ananthu Sunil" userId="d7e478f0-81f2-4b7e-9aaa-f27143366749" providerId="ADAL" clId="{87106D48-EF64-5C9D-87AF-5AFCC9784E7D}" dt="2026-04-14T08:45:01.091" v="309"/>
          <ac:spMkLst>
            <pc:docMk/>
            <pc:sldMk cId="3960783461" sldId="2134807485"/>
            <ac:spMk id="44" creationId="{01CE1F06-0A58-A827-65B9-43E2913A3DA6}"/>
          </ac:spMkLst>
        </pc:spChg>
        <pc:spChg chg="mod">
          <ac:chgData name="Ananthu Sunil" userId="d7e478f0-81f2-4b7e-9aaa-f27143366749" providerId="ADAL" clId="{87106D48-EF64-5C9D-87AF-5AFCC9784E7D}" dt="2026-04-14T08:45:02.523" v="310"/>
          <ac:spMkLst>
            <pc:docMk/>
            <pc:sldMk cId="3960783461" sldId="2134807485"/>
            <ac:spMk id="45" creationId="{C885EEE5-5ABD-5307-2C6A-5906B115C117}"/>
          </ac:spMkLst>
        </pc:spChg>
        <pc:spChg chg="mod">
          <ac:chgData name="Ananthu Sunil" userId="d7e478f0-81f2-4b7e-9aaa-f27143366749" providerId="ADAL" clId="{87106D48-EF64-5C9D-87AF-5AFCC9784E7D}" dt="2026-04-14T08:45:03.885" v="311"/>
          <ac:spMkLst>
            <pc:docMk/>
            <pc:sldMk cId="3960783461" sldId="2134807485"/>
            <ac:spMk id="46" creationId="{B57C5A1E-7879-7984-1BB3-4D9D573BEC73}"/>
          </ac:spMkLst>
        </pc:spChg>
        <pc:spChg chg="mod">
          <ac:chgData name="Ananthu Sunil" userId="d7e478f0-81f2-4b7e-9aaa-f27143366749" providerId="ADAL" clId="{87106D48-EF64-5C9D-87AF-5AFCC9784E7D}" dt="2026-04-14T08:45:05.621" v="312"/>
          <ac:spMkLst>
            <pc:docMk/>
            <pc:sldMk cId="3960783461" sldId="2134807485"/>
            <ac:spMk id="47" creationId="{4FF20A2E-828B-EAC3-640D-29B46FB59B0E}"/>
          </ac:spMkLst>
        </pc:spChg>
        <pc:spChg chg="mod">
          <ac:chgData name="Ananthu Sunil" userId="d7e478f0-81f2-4b7e-9aaa-f27143366749" providerId="ADAL" clId="{87106D48-EF64-5C9D-87AF-5AFCC9784E7D}" dt="2026-04-14T08:44:55.298" v="305" actId="20577"/>
          <ac:spMkLst>
            <pc:docMk/>
            <pc:sldMk cId="3960783461" sldId="2134807485"/>
            <ac:spMk id="48" creationId="{2596D6A4-0743-6AA1-6E33-D431CB03BBBC}"/>
          </ac:spMkLst>
        </pc:spChg>
      </pc:sldChg>
      <pc:sldChg chg="del">
        <pc:chgData name="Ananthu Sunil" userId="d7e478f0-81f2-4b7e-9aaa-f27143366749" providerId="ADAL" clId="{87106D48-EF64-5C9D-87AF-5AFCC9784E7D}" dt="2026-04-14T08:45:53.433" v="334" actId="2696"/>
        <pc:sldMkLst>
          <pc:docMk/>
          <pc:sldMk cId="2109145610" sldId="2134807486"/>
        </pc:sldMkLst>
      </pc:sldChg>
      <pc:sldChg chg="del">
        <pc:chgData name="Ananthu Sunil" userId="d7e478f0-81f2-4b7e-9aaa-f27143366749" providerId="ADAL" clId="{87106D48-EF64-5C9D-87AF-5AFCC9784E7D}" dt="2026-04-14T08:45:55.698" v="335" actId="2696"/>
        <pc:sldMkLst>
          <pc:docMk/>
          <pc:sldMk cId="254070078" sldId="2134807487"/>
        </pc:sldMkLst>
      </pc:sldChg>
      <pc:sldChg chg="del">
        <pc:chgData name="Ananthu Sunil" userId="d7e478f0-81f2-4b7e-9aaa-f27143366749" providerId="ADAL" clId="{87106D48-EF64-5C9D-87AF-5AFCC9784E7D}" dt="2026-04-14T08:45:57.465" v="337" actId="2696"/>
        <pc:sldMkLst>
          <pc:docMk/>
          <pc:sldMk cId="3495730459" sldId="2134807488"/>
        </pc:sldMkLst>
      </pc:sldChg>
      <pc:sldChg chg="modSp">
        <pc:chgData name="Ananthu Sunil" userId="d7e478f0-81f2-4b7e-9aaa-f27143366749" providerId="ADAL" clId="{87106D48-EF64-5C9D-87AF-5AFCC9784E7D}" dt="2026-04-14T08:46:21.435" v="353"/>
        <pc:sldMkLst>
          <pc:docMk/>
          <pc:sldMk cId="2614152689" sldId="2134807557"/>
        </pc:sldMkLst>
        <pc:spChg chg="mod">
          <ac:chgData name="Ananthu Sunil" userId="d7e478f0-81f2-4b7e-9aaa-f27143366749" providerId="ADAL" clId="{87106D48-EF64-5C9D-87AF-5AFCC9784E7D}" dt="2026-04-14T08:46:04.524" v="340"/>
          <ac:spMkLst>
            <pc:docMk/>
            <pc:sldMk cId="2614152689" sldId="2134807557"/>
            <ac:spMk id="10" creationId="{46040815-3BF2-4F7D-445D-7F15E5C6E9B2}"/>
          </ac:spMkLst>
        </pc:spChg>
        <pc:spChg chg="mod">
          <ac:chgData name="Ananthu Sunil" userId="d7e478f0-81f2-4b7e-9aaa-f27143366749" providerId="ADAL" clId="{87106D48-EF64-5C9D-87AF-5AFCC9784E7D}" dt="2026-04-14T08:46:05.689" v="341"/>
          <ac:spMkLst>
            <pc:docMk/>
            <pc:sldMk cId="2614152689" sldId="2134807557"/>
            <ac:spMk id="14" creationId="{F7758E2F-C607-A53A-5861-D470EFB08980}"/>
          </ac:spMkLst>
        </pc:spChg>
        <pc:spChg chg="mod">
          <ac:chgData name="Ananthu Sunil" userId="d7e478f0-81f2-4b7e-9aaa-f27143366749" providerId="ADAL" clId="{87106D48-EF64-5C9D-87AF-5AFCC9784E7D}" dt="2026-04-14T08:46:06.944" v="342"/>
          <ac:spMkLst>
            <pc:docMk/>
            <pc:sldMk cId="2614152689" sldId="2134807557"/>
            <ac:spMk id="15" creationId="{4D671174-FE84-9C0A-8F59-FD01CF319EF4}"/>
          </ac:spMkLst>
        </pc:spChg>
        <pc:spChg chg="mod">
          <ac:chgData name="Ananthu Sunil" userId="d7e478f0-81f2-4b7e-9aaa-f27143366749" providerId="ADAL" clId="{87106D48-EF64-5C9D-87AF-5AFCC9784E7D}" dt="2026-04-14T08:46:08.278" v="343"/>
          <ac:spMkLst>
            <pc:docMk/>
            <pc:sldMk cId="2614152689" sldId="2134807557"/>
            <ac:spMk id="16" creationId="{53B747AD-569C-A000-A094-EBBA471A77E8}"/>
          </ac:spMkLst>
        </pc:spChg>
        <pc:spChg chg="mod">
          <ac:chgData name="Ananthu Sunil" userId="d7e478f0-81f2-4b7e-9aaa-f27143366749" providerId="ADAL" clId="{87106D48-EF64-5C9D-87AF-5AFCC9784E7D}" dt="2026-04-14T08:46:09.591" v="344"/>
          <ac:spMkLst>
            <pc:docMk/>
            <pc:sldMk cId="2614152689" sldId="2134807557"/>
            <ac:spMk id="21" creationId="{9BD5F9DD-FB30-23CB-83B6-C7368481399B}"/>
          </ac:spMkLst>
        </pc:spChg>
        <pc:spChg chg="mod">
          <ac:chgData name="Ananthu Sunil" userId="d7e478f0-81f2-4b7e-9aaa-f27143366749" providerId="ADAL" clId="{87106D48-EF64-5C9D-87AF-5AFCC9784E7D}" dt="2026-04-14T08:46:10.608" v="345"/>
          <ac:spMkLst>
            <pc:docMk/>
            <pc:sldMk cId="2614152689" sldId="2134807557"/>
            <ac:spMk id="22" creationId="{BAB47E9A-EC24-454F-54B7-53A1931048C8}"/>
          </ac:spMkLst>
        </pc:spChg>
        <pc:spChg chg="mod">
          <ac:chgData name="Ananthu Sunil" userId="d7e478f0-81f2-4b7e-9aaa-f27143366749" providerId="ADAL" clId="{87106D48-EF64-5C9D-87AF-5AFCC9784E7D}" dt="2026-04-14T08:46:11.922" v="346"/>
          <ac:spMkLst>
            <pc:docMk/>
            <pc:sldMk cId="2614152689" sldId="2134807557"/>
            <ac:spMk id="23" creationId="{9B297E6B-6ECB-E598-C69B-588061614D15}"/>
          </ac:spMkLst>
        </pc:spChg>
        <pc:spChg chg="mod">
          <ac:chgData name="Ananthu Sunil" userId="d7e478f0-81f2-4b7e-9aaa-f27143366749" providerId="ADAL" clId="{87106D48-EF64-5C9D-87AF-5AFCC9784E7D}" dt="2026-04-14T08:46:13.024" v="347"/>
          <ac:spMkLst>
            <pc:docMk/>
            <pc:sldMk cId="2614152689" sldId="2134807557"/>
            <ac:spMk id="24" creationId="{971E7809-B97C-3EB3-FC44-6D251174C554}"/>
          </ac:spMkLst>
        </pc:spChg>
        <pc:spChg chg="mod">
          <ac:chgData name="Ananthu Sunil" userId="d7e478f0-81f2-4b7e-9aaa-f27143366749" providerId="ADAL" clId="{87106D48-EF64-5C9D-87AF-5AFCC9784E7D}" dt="2026-04-14T08:46:15.212" v="348"/>
          <ac:spMkLst>
            <pc:docMk/>
            <pc:sldMk cId="2614152689" sldId="2134807557"/>
            <ac:spMk id="25" creationId="{FAF02541-EAE2-B589-6297-1684214E215F}"/>
          </ac:spMkLst>
        </pc:spChg>
        <pc:spChg chg="mod">
          <ac:chgData name="Ananthu Sunil" userId="d7e478f0-81f2-4b7e-9aaa-f27143366749" providerId="ADAL" clId="{87106D48-EF64-5C9D-87AF-5AFCC9784E7D}" dt="2026-04-14T08:46:16.391" v="349"/>
          <ac:spMkLst>
            <pc:docMk/>
            <pc:sldMk cId="2614152689" sldId="2134807557"/>
            <ac:spMk id="26" creationId="{544D32BB-1BCC-09D8-1AD6-1C06399B03CC}"/>
          </ac:spMkLst>
        </pc:spChg>
        <pc:spChg chg="mod">
          <ac:chgData name="Ananthu Sunil" userId="d7e478f0-81f2-4b7e-9aaa-f27143366749" providerId="ADAL" clId="{87106D48-EF64-5C9D-87AF-5AFCC9784E7D}" dt="2026-04-14T08:46:17.618" v="350"/>
          <ac:spMkLst>
            <pc:docMk/>
            <pc:sldMk cId="2614152689" sldId="2134807557"/>
            <ac:spMk id="27" creationId="{F2AAECF2-8589-7A7B-F6EF-84FA6275E065}"/>
          </ac:spMkLst>
        </pc:spChg>
        <pc:spChg chg="mod">
          <ac:chgData name="Ananthu Sunil" userId="d7e478f0-81f2-4b7e-9aaa-f27143366749" providerId="ADAL" clId="{87106D48-EF64-5C9D-87AF-5AFCC9784E7D}" dt="2026-04-14T08:46:18.598" v="351"/>
          <ac:spMkLst>
            <pc:docMk/>
            <pc:sldMk cId="2614152689" sldId="2134807557"/>
            <ac:spMk id="28" creationId="{5CA26DD5-EDA0-724E-BC6D-9F1A1B070B10}"/>
          </ac:spMkLst>
        </pc:spChg>
        <pc:spChg chg="mod">
          <ac:chgData name="Ananthu Sunil" userId="d7e478f0-81f2-4b7e-9aaa-f27143366749" providerId="ADAL" clId="{87106D48-EF64-5C9D-87AF-5AFCC9784E7D}" dt="2026-04-14T08:46:00.940" v="338"/>
          <ac:spMkLst>
            <pc:docMk/>
            <pc:sldMk cId="2614152689" sldId="2134807557"/>
            <ac:spMk id="55" creationId="{FA6C5E2E-B3AB-F22C-6F8B-BA500F9A1A25}"/>
          </ac:spMkLst>
        </pc:spChg>
        <pc:spChg chg="mod">
          <ac:chgData name="Ananthu Sunil" userId="d7e478f0-81f2-4b7e-9aaa-f27143366749" providerId="ADAL" clId="{87106D48-EF64-5C9D-87AF-5AFCC9784E7D}" dt="2026-04-14T08:46:20.102" v="352"/>
          <ac:spMkLst>
            <pc:docMk/>
            <pc:sldMk cId="2614152689" sldId="2134807557"/>
            <ac:spMk id="56" creationId="{B142F46B-4EE2-19C7-2B31-9C0D3CD955B3}"/>
          </ac:spMkLst>
        </pc:spChg>
        <pc:spChg chg="mod">
          <ac:chgData name="Ananthu Sunil" userId="d7e478f0-81f2-4b7e-9aaa-f27143366749" providerId="ADAL" clId="{87106D48-EF64-5C9D-87AF-5AFCC9784E7D}" dt="2026-04-14T08:46:03.204" v="339"/>
          <ac:spMkLst>
            <pc:docMk/>
            <pc:sldMk cId="2614152689" sldId="2134807557"/>
            <ac:spMk id="57" creationId="{CFDE5AEB-4BEE-1C0B-0EB3-2F367937C1C1}"/>
          </ac:spMkLst>
        </pc:spChg>
        <pc:spChg chg="mod">
          <ac:chgData name="Ananthu Sunil" userId="d7e478f0-81f2-4b7e-9aaa-f27143366749" providerId="ADAL" clId="{87106D48-EF64-5C9D-87AF-5AFCC9784E7D}" dt="2026-04-14T08:46:21.435" v="353"/>
          <ac:spMkLst>
            <pc:docMk/>
            <pc:sldMk cId="2614152689" sldId="2134807557"/>
            <ac:spMk id="58" creationId="{B2B139DA-3B96-348B-7654-8726ED2DFCCB}"/>
          </ac:spMkLst>
        </pc:spChg>
      </pc:sldChg>
      <pc:sldChg chg="del">
        <pc:chgData name="Ananthu Sunil" userId="d7e478f0-81f2-4b7e-9aaa-f27143366749" providerId="ADAL" clId="{87106D48-EF64-5C9D-87AF-5AFCC9784E7D}" dt="2026-04-14T08:45:56.517" v="336" actId="2696"/>
        <pc:sldMkLst>
          <pc:docMk/>
          <pc:sldMk cId="2942638793" sldId="2134807558"/>
        </pc:sldMkLst>
      </pc:sldChg>
      <pc:sldChg chg="del">
        <pc:chgData name="Ananthu Sunil" userId="d7e478f0-81f2-4b7e-9aaa-f27143366749" providerId="ADAL" clId="{87106D48-EF64-5C9D-87AF-5AFCC9784E7D}" dt="2026-04-14T08:46:26.135" v="355" actId="2696"/>
        <pc:sldMkLst>
          <pc:docMk/>
          <pc:sldMk cId="230008025" sldId="2134807559"/>
        </pc:sldMkLst>
      </pc:sldChg>
      <pc:sldChg chg="del">
        <pc:chgData name="Ananthu Sunil" userId="d7e478f0-81f2-4b7e-9aaa-f27143366749" providerId="ADAL" clId="{87106D48-EF64-5C9D-87AF-5AFCC9784E7D}" dt="2026-04-14T08:46:27.086" v="356" actId="2696"/>
        <pc:sldMkLst>
          <pc:docMk/>
          <pc:sldMk cId="1930850417" sldId="2134807560"/>
        </pc:sldMkLst>
      </pc:sldChg>
      <pc:sldChg chg="addSp delSp modSp mod">
        <pc:chgData name="Ananthu Sunil" userId="d7e478f0-81f2-4b7e-9aaa-f27143366749" providerId="ADAL" clId="{87106D48-EF64-5C9D-87AF-5AFCC9784E7D}" dt="2026-04-14T08:44:27.699" v="289" actId="20577"/>
        <pc:sldMkLst>
          <pc:docMk/>
          <pc:sldMk cId="1420380425" sldId="2134807561"/>
        </pc:sldMkLst>
        <pc:spChg chg="mod">
          <ac:chgData name="Ananthu Sunil" userId="d7e478f0-81f2-4b7e-9aaa-f27143366749" providerId="ADAL" clId="{87106D48-EF64-5C9D-87AF-5AFCC9784E7D}" dt="2026-04-14T08:44:00.049" v="267"/>
          <ac:spMkLst>
            <pc:docMk/>
            <pc:sldMk cId="1420380425" sldId="2134807561"/>
            <ac:spMk id="11" creationId="{828183F7-AEED-30DC-B945-7388B35DFF1E}"/>
          </ac:spMkLst>
        </pc:spChg>
        <pc:spChg chg="mod">
          <ac:chgData name="Ananthu Sunil" userId="d7e478f0-81f2-4b7e-9aaa-f27143366749" providerId="ADAL" clId="{87106D48-EF64-5C9D-87AF-5AFCC9784E7D}" dt="2026-04-14T08:44:01.953" v="269"/>
          <ac:spMkLst>
            <pc:docMk/>
            <pc:sldMk cId="1420380425" sldId="2134807561"/>
            <ac:spMk id="18" creationId="{C42B60A7-232A-473B-B0E7-F0A2E2D23892}"/>
          </ac:spMkLst>
        </pc:spChg>
        <pc:spChg chg="mod">
          <ac:chgData name="Ananthu Sunil" userId="d7e478f0-81f2-4b7e-9aaa-f27143366749" providerId="ADAL" clId="{87106D48-EF64-5C9D-87AF-5AFCC9784E7D}" dt="2026-04-14T08:44:03.189" v="270"/>
          <ac:spMkLst>
            <pc:docMk/>
            <pc:sldMk cId="1420380425" sldId="2134807561"/>
            <ac:spMk id="19" creationId="{5F07A76F-19CA-CB70-14B6-329342A7AA61}"/>
          </ac:spMkLst>
        </pc:spChg>
        <pc:spChg chg="mod">
          <ac:chgData name="Ananthu Sunil" userId="d7e478f0-81f2-4b7e-9aaa-f27143366749" providerId="ADAL" clId="{87106D48-EF64-5C9D-87AF-5AFCC9784E7D}" dt="2026-04-14T08:44:18.556" v="281"/>
          <ac:spMkLst>
            <pc:docMk/>
            <pc:sldMk cId="1420380425" sldId="2134807561"/>
            <ac:spMk id="21" creationId="{18D0C538-6C4E-5B46-5386-E1E3A81967CE}"/>
          </ac:spMkLst>
        </pc:spChg>
        <pc:spChg chg="mod">
          <ac:chgData name="Ananthu Sunil" userId="d7e478f0-81f2-4b7e-9aaa-f27143366749" providerId="ADAL" clId="{87106D48-EF64-5C9D-87AF-5AFCC9784E7D}" dt="2026-04-14T08:44:04.541" v="271"/>
          <ac:spMkLst>
            <pc:docMk/>
            <pc:sldMk cId="1420380425" sldId="2134807561"/>
            <ac:spMk id="22" creationId="{F1E8057E-54A0-BF16-3635-D59F3C35000F}"/>
          </ac:spMkLst>
        </pc:spChg>
        <pc:spChg chg="mod">
          <ac:chgData name="Ananthu Sunil" userId="d7e478f0-81f2-4b7e-9aaa-f27143366749" providerId="ADAL" clId="{87106D48-EF64-5C9D-87AF-5AFCC9784E7D}" dt="2026-04-14T08:43:44.790" v="247" actId="20577"/>
          <ac:spMkLst>
            <pc:docMk/>
            <pc:sldMk cId="1420380425" sldId="2134807561"/>
            <ac:spMk id="23" creationId="{B4E36D9C-E861-2A15-B8E6-91E9B95F871B}"/>
          </ac:spMkLst>
        </pc:spChg>
        <pc:spChg chg="mod">
          <ac:chgData name="Ananthu Sunil" userId="d7e478f0-81f2-4b7e-9aaa-f27143366749" providerId="ADAL" clId="{87106D48-EF64-5C9D-87AF-5AFCC9784E7D}" dt="2026-04-14T08:43:50.733" v="264" actId="20577"/>
          <ac:spMkLst>
            <pc:docMk/>
            <pc:sldMk cId="1420380425" sldId="2134807561"/>
            <ac:spMk id="24" creationId="{1FEB4144-9938-B949-B27B-7A8A54E46C5E}"/>
          </ac:spMkLst>
        </pc:spChg>
        <pc:spChg chg="mod">
          <ac:chgData name="Ananthu Sunil" userId="d7e478f0-81f2-4b7e-9aaa-f27143366749" providerId="ADAL" clId="{87106D48-EF64-5C9D-87AF-5AFCC9784E7D}" dt="2026-04-14T08:43:37.777" v="229" actId="20577"/>
          <ac:spMkLst>
            <pc:docMk/>
            <pc:sldMk cId="1420380425" sldId="2134807561"/>
            <ac:spMk id="27" creationId="{DB99C8CC-0546-24DE-2C64-ED5C467C8C8C}"/>
          </ac:spMkLst>
        </pc:spChg>
        <pc:spChg chg="mod">
          <ac:chgData name="Ananthu Sunil" userId="d7e478f0-81f2-4b7e-9aaa-f27143366749" providerId="ADAL" clId="{87106D48-EF64-5C9D-87AF-5AFCC9784E7D}" dt="2026-04-14T08:43:52.634" v="265"/>
          <ac:spMkLst>
            <pc:docMk/>
            <pc:sldMk cId="1420380425" sldId="2134807561"/>
            <ac:spMk id="28" creationId="{B2E9BAC5-05C5-31C1-08DD-F602AF6E0E61}"/>
          </ac:spMkLst>
        </pc:spChg>
        <pc:spChg chg="mod">
          <ac:chgData name="Ananthu Sunil" userId="d7e478f0-81f2-4b7e-9aaa-f27143366749" providerId="ADAL" clId="{87106D48-EF64-5C9D-87AF-5AFCC9784E7D}" dt="2026-04-14T08:43:46.886" v="251" actId="20577"/>
          <ac:spMkLst>
            <pc:docMk/>
            <pc:sldMk cId="1420380425" sldId="2134807561"/>
            <ac:spMk id="29" creationId="{A342CF02-98FF-0DC0-6C24-31E60382ABDB}"/>
          </ac:spMkLst>
        </pc:spChg>
        <pc:spChg chg="mod">
          <ac:chgData name="Ananthu Sunil" userId="d7e478f0-81f2-4b7e-9aaa-f27143366749" providerId="ADAL" clId="{87106D48-EF64-5C9D-87AF-5AFCC9784E7D}" dt="2026-04-14T08:43:53.703" v="266"/>
          <ac:spMkLst>
            <pc:docMk/>
            <pc:sldMk cId="1420380425" sldId="2134807561"/>
            <ac:spMk id="30" creationId="{8FB8AAED-B3D4-FF6C-EF2F-62F6E6B5DB6E}"/>
          </ac:spMkLst>
        </pc:spChg>
        <pc:spChg chg="mod">
          <ac:chgData name="Ananthu Sunil" userId="d7e478f0-81f2-4b7e-9aaa-f27143366749" providerId="ADAL" clId="{87106D48-EF64-5C9D-87AF-5AFCC9784E7D}" dt="2026-04-14T08:44:17.002" v="280"/>
          <ac:spMkLst>
            <pc:docMk/>
            <pc:sldMk cId="1420380425" sldId="2134807561"/>
            <ac:spMk id="32" creationId="{C07A46EC-0ADD-5136-FD7F-CCA7EE3AB47B}"/>
          </ac:spMkLst>
        </pc:spChg>
        <pc:spChg chg="add del mod">
          <ac:chgData name="Ananthu Sunil" userId="d7e478f0-81f2-4b7e-9aaa-f27143366749" providerId="ADAL" clId="{87106D48-EF64-5C9D-87AF-5AFCC9784E7D}" dt="2026-04-14T08:44:05.915" v="272"/>
          <ac:spMkLst>
            <pc:docMk/>
            <pc:sldMk cId="1420380425" sldId="2134807561"/>
            <ac:spMk id="33" creationId="{DFF90AA5-07E2-3E58-9132-A784877C5B8D}"/>
          </ac:spMkLst>
        </pc:spChg>
        <pc:spChg chg="add del mod">
          <ac:chgData name="Ananthu Sunil" userId="d7e478f0-81f2-4b7e-9aaa-f27143366749" providerId="ADAL" clId="{87106D48-EF64-5C9D-87AF-5AFCC9784E7D}" dt="2026-04-14T08:44:07.831" v="273" actId="20577"/>
          <ac:spMkLst>
            <pc:docMk/>
            <pc:sldMk cId="1420380425" sldId="2134807561"/>
            <ac:spMk id="34" creationId="{7A4541FA-3B6E-CDE5-C597-45FE0EE69658}"/>
          </ac:spMkLst>
        </pc:spChg>
        <pc:spChg chg="add del mod">
          <ac:chgData name="Ananthu Sunil" userId="d7e478f0-81f2-4b7e-9aaa-f27143366749" providerId="ADAL" clId="{87106D48-EF64-5C9D-87AF-5AFCC9784E7D}" dt="2026-04-14T08:44:10.156" v="274" actId="20577"/>
          <ac:spMkLst>
            <pc:docMk/>
            <pc:sldMk cId="1420380425" sldId="2134807561"/>
            <ac:spMk id="35" creationId="{18613C7F-ACE8-82E2-4965-0BE349F05B8D}"/>
          </ac:spMkLst>
        </pc:spChg>
        <pc:spChg chg="mod">
          <ac:chgData name="Ananthu Sunil" userId="d7e478f0-81f2-4b7e-9aaa-f27143366749" providerId="ADAL" clId="{87106D48-EF64-5C9D-87AF-5AFCC9784E7D}" dt="2026-04-14T08:44:11.173" v="275" actId="20577"/>
          <ac:spMkLst>
            <pc:docMk/>
            <pc:sldMk cId="1420380425" sldId="2134807561"/>
            <ac:spMk id="36" creationId="{0227784D-DB55-590D-516C-282A39A767FE}"/>
          </ac:spMkLst>
        </pc:spChg>
        <pc:spChg chg="mod">
          <ac:chgData name="Ananthu Sunil" userId="d7e478f0-81f2-4b7e-9aaa-f27143366749" providerId="ADAL" clId="{87106D48-EF64-5C9D-87AF-5AFCC9784E7D}" dt="2026-04-14T08:44:12.113" v="276" actId="20577"/>
          <ac:spMkLst>
            <pc:docMk/>
            <pc:sldMk cId="1420380425" sldId="2134807561"/>
            <ac:spMk id="37" creationId="{1E73A35B-2197-A4C0-921B-854025BC2F8C}"/>
          </ac:spMkLst>
        </pc:spChg>
        <pc:spChg chg="mod">
          <ac:chgData name="Ananthu Sunil" userId="d7e478f0-81f2-4b7e-9aaa-f27143366749" providerId="ADAL" clId="{87106D48-EF64-5C9D-87AF-5AFCC9784E7D}" dt="2026-04-14T08:44:13.186" v="277" actId="20577"/>
          <ac:spMkLst>
            <pc:docMk/>
            <pc:sldMk cId="1420380425" sldId="2134807561"/>
            <ac:spMk id="38" creationId="{F79F3643-49BE-F29F-F033-74767BC79504}"/>
          </ac:spMkLst>
        </pc:spChg>
        <pc:spChg chg="mod">
          <ac:chgData name="Ananthu Sunil" userId="d7e478f0-81f2-4b7e-9aaa-f27143366749" providerId="ADAL" clId="{87106D48-EF64-5C9D-87AF-5AFCC9784E7D}" dt="2026-04-14T08:44:14.216" v="278" actId="20577"/>
          <ac:spMkLst>
            <pc:docMk/>
            <pc:sldMk cId="1420380425" sldId="2134807561"/>
            <ac:spMk id="39" creationId="{D7774CE5-A667-6D51-95E8-0A44B204FA62}"/>
          </ac:spMkLst>
        </pc:spChg>
        <pc:spChg chg="mod">
          <ac:chgData name="Ananthu Sunil" userId="d7e478f0-81f2-4b7e-9aaa-f27143366749" providerId="ADAL" clId="{87106D48-EF64-5C9D-87AF-5AFCC9784E7D}" dt="2026-04-14T08:44:15.387" v="279" actId="20577"/>
          <ac:spMkLst>
            <pc:docMk/>
            <pc:sldMk cId="1420380425" sldId="2134807561"/>
            <ac:spMk id="40" creationId="{07263322-5B66-EE12-51D7-AC99BED983FB}"/>
          </ac:spMkLst>
        </pc:spChg>
        <pc:spChg chg="mod">
          <ac:chgData name="Ananthu Sunil" userId="d7e478f0-81f2-4b7e-9aaa-f27143366749" providerId="ADAL" clId="{87106D48-EF64-5C9D-87AF-5AFCC9784E7D}" dt="2026-04-14T08:44:21.384" v="283"/>
          <ac:spMkLst>
            <pc:docMk/>
            <pc:sldMk cId="1420380425" sldId="2134807561"/>
            <ac:spMk id="43" creationId="{DF87FC21-52FE-DFAD-63AC-E2CA92E9C244}"/>
          </ac:spMkLst>
        </pc:spChg>
        <pc:spChg chg="mod">
          <ac:chgData name="Ananthu Sunil" userId="d7e478f0-81f2-4b7e-9aaa-f27143366749" providerId="ADAL" clId="{87106D48-EF64-5C9D-87AF-5AFCC9784E7D}" dt="2026-04-14T08:44:22.420" v="284" actId="20577"/>
          <ac:spMkLst>
            <pc:docMk/>
            <pc:sldMk cId="1420380425" sldId="2134807561"/>
            <ac:spMk id="44" creationId="{07C54EDA-6ED9-E55B-A25E-9C18442D2D0B}"/>
          </ac:spMkLst>
        </pc:spChg>
        <pc:spChg chg="mod">
          <ac:chgData name="Ananthu Sunil" userId="d7e478f0-81f2-4b7e-9aaa-f27143366749" providerId="ADAL" clId="{87106D48-EF64-5C9D-87AF-5AFCC9784E7D}" dt="2026-04-14T08:44:23.570" v="285" actId="20577"/>
          <ac:spMkLst>
            <pc:docMk/>
            <pc:sldMk cId="1420380425" sldId="2134807561"/>
            <ac:spMk id="45" creationId="{754CECEB-DBFC-6788-EEA5-62C7456F479A}"/>
          </ac:spMkLst>
        </pc:spChg>
        <pc:spChg chg="mod">
          <ac:chgData name="Ananthu Sunil" userId="d7e478f0-81f2-4b7e-9aaa-f27143366749" providerId="ADAL" clId="{87106D48-EF64-5C9D-87AF-5AFCC9784E7D}" dt="2026-04-14T08:44:24.725" v="286" actId="20577"/>
          <ac:spMkLst>
            <pc:docMk/>
            <pc:sldMk cId="1420380425" sldId="2134807561"/>
            <ac:spMk id="46" creationId="{D970511B-650F-0FFC-30B1-0531AECB026E}"/>
          </ac:spMkLst>
        </pc:spChg>
        <pc:spChg chg="mod">
          <ac:chgData name="Ananthu Sunil" userId="d7e478f0-81f2-4b7e-9aaa-f27143366749" providerId="ADAL" clId="{87106D48-EF64-5C9D-87AF-5AFCC9784E7D}" dt="2026-04-14T08:44:25.732" v="287" actId="20577"/>
          <ac:spMkLst>
            <pc:docMk/>
            <pc:sldMk cId="1420380425" sldId="2134807561"/>
            <ac:spMk id="47" creationId="{D5E6CAC5-61D4-BF98-5E1E-CDDDBA33347D}"/>
          </ac:spMkLst>
        </pc:spChg>
        <pc:spChg chg="mod">
          <ac:chgData name="Ananthu Sunil" userId="d7e478f0-81f2-4b7e-9aaa-f27143366749" providerId="ADAL" clId="{87106D48-EF64-5C9D-87AF-5AFCC9784E7D}" dt="2026-04-14T08:44:26.763" v="288" actId="20577"/>
          <ac:spMkLst>
            <pc:docMk/>
            <pc:sldMk cId="1420380425" sldId="2134807561"/>
            <ac:spMk id="48" creationId="{0D995CBA-988F-566D-90F2-DF849495AF22}"/>
          </ac:spMkLst>
        </pc:spChg>
        <pc:spChg chg="mod">
          <ac:chgData name="Ananthu Sunil" userId="d7e478f0-81f2-4b7e-9aaa-f27143366749" providerId="ADAL" clId="{87106D48-EF64-5C9D-87AF-5AFCC9784E7D}" dt="2026-04-14T08:44:27.699" v="289" actId="20577"/>
          <ac:spMkLst>
            <pc:docMk/>
            <pc:sldMk cId="1420380425" sldId="2134807561"/>
            <ac:spMk id="49" creationId="{6EDD5027-BF9B-A5C1-BE80-340A11AD3447}"/>
          </ac:spMkLst>
        </pc:spChg>
      </pc:sldChg>
      <pc:sldChg chg="del">
        <pc:chgData name="Ananthu Sunil" userId="d7e478f0-81f2-4b7e-9aaa-f27143366749" providerId="ADAL" clId="{87106D48-EF64-5C9D-87AF-5AFCC9784E7D}" dt="2026-04-14T08:44:32.107" v="290" actId="2696"/>
        <pc:sldMkLst>
          <pc:docMk/>
          <pc:sldMk cId="3887285882" sldId="2134807562"/>
        </pc:sldMkLst>
      </pc:sldChg>
      <pc:sldChg chg="del">
        <pc:chgData name="Ananthu Sunil" userId="d7e478f0-81f2-4b7e-9aaa-f27143366749" providerId="ADAL" clId="{87106D48-EF64-5C9D-87AF-5AFCC9784E7D}" dt="2026-04-14T08:44:34.219" v="291" actId="2696"/>
        <pc:sldMkLst>
          <pc:docMk/>
          <pc:sldMk cId="286109992" sldId="2134807563"/>
        </pc:sldMkLst>
      </pc:sldChg>
      <pc:sldChg chg="delSp modSp mod">
        <pc:chgData name="Ananthu Sunil" userId="d7e478f0-81f2-4b7e-9aaa-f27143366749" providerId="ADAL" clId="{87106D48-EF64-5C9D-87AF-5AFCC9784E7D}" dt="2026-04-14T08:43:20.947" v="223" actId="20577"/>
        <pc:sldMkLst>
          <pc:docMk/>
          <pc:sldMk cId="365136443" sldId="2134807564"/>
        </pc:sldMkLst>
        <pc:spChg chg="mod">
          <ac:chgData name="Ananthu Sunil" userId="d7e478f0-81f2-4b7e-9aaa-f27143366749" providerId="ADAL" clId="{87106D48-EF64-5C9D-87AF-5AFCC9784E7D}" dt="2026-04-14T08:43:20.947" v="223" actId="20577"/>
          <ac:spMkLst>
            <pc:docMk/>
            <pc:sldMk cId="365136443" sldId="2134807564"/>
            <ac:spMk id="2" creationId="{5E090DBB-9836-2219-6EC2-088FEA918815}"/>
          </ac:spMkLst>
        </pc:spChg>
        <pc:picChg chg="del">
          <ac:chgData name="Ananthu Sunil" userId="d7e478f0-81f2-4b7e-9aaa-f27143366749" providerId="ADAL" clId="{87106D48-EF64-5C9D-87AF-5AFCC9784E7D}" dt="2026-04-14T08:43:16.853" v="222" actId="478"/>
          <ac:picMkLst>
            <pc:docMk/>
            <pc:sldMk cId="365136443" sldId="2134807564"/>
            <ac:picMk id="1039" creationId="{0DBC4641-41BF-CF89-B4AD-F9FCB81D05BF}"/>
          </ac:picMkLst>
        </pc:picChg>
      </pc:sldChg>
      <pc:sldChg chg="addSp delSp modSp mod">
        <pc:chgData name="Ananthu Sunil" userId="d7e478f0-81f2-4b7e-9aaa-f27143366749" providerId="ADAL" clId="{87106D48-EF64-5C9D-87AF-5AFCC9784E7D}" dt="2026-04-14T08:45:29.823" v="324"/>
        <pc:sldMkLst>
          <pc:docMk/>
          <pc:sldMk cId="2364621192" sldId="2134807566"/>
        </pc:sldMkLst>
        <pc:spChg chg="add del">
          <ac:chgData name="Ananthu Sunil" userId="d7e478f0-81f2-4b7e-9aaa-f27143366749" providerId="ADAL" clId="{87106D48-EF64-5C9D-87AF-5AFCC9784E7D}" dt="2026-04-14T08:45:23.471" v="320" actId="22"/>
          <ac:spMkLst>
            <pc:docMk/>
            <pc:sldMk cId="2364621192" sldId="2134807566"/>
            <ac:spMk id="3" creationId="{A5690753-76DF-6234-2149-7E7575F9EC2B}"/>
          </ac:spMkLst>
        </pc:spChg>
        <pc:spChg chg="mod">
          <ac:chgData name="Ananthu Sunil" userId="d7e478f0-81f2-4b7e-9aaa-f27143366749" providerId="ADAL" clId="{87106D48-EF64-5C9D-87AF-5AFCC9784E7D}" dt="2026-04-14T08:45:14.542" v="313"/>
          <ac:spMkLst>
            <pc:docMk/>
            <pc:sldMk cId="2364621192" sldId="2134807566"/>
            <ac:spMk id="68" creationId="{D342E356-A246-B24D-3B68-23AADA77447A}"/>
          </ac:spMkLst>
        </pc:spChg>
        <pc:spChg chg="mod">
          <ac:chgData name="Ananthu Sunil" userId="d7e478f0-81f2-4b7e-9aaa-f27143366749" providerId="ADAL" clId="{87106D48-EF64-5C9D-87AF-5AFCC9784E7D}" dt="2026-04-14T08:45:15.649" v="314"/>
          <ac:spMkLst>
            <pc:docMk/>
            <pc:sldMk cId="2364621192" sldId="2134807566"/>
            <ac:spMk id="71" creationId="{EEE091D8-1C6B-E6CF-C7FC-68347FB50E10}"/>
          </ac:spMkLst>
        </pc:spChg>
        <pc:spChg chg="mod">
          <ac:chgData name="Ananthu Sunil" userId="d7e478f0-81f2-4b7e-9aaa-f27143366749" providerId="ADAL" clId="{87106D48-EF64-5C9D-87AF-5AFCC9784E7D}" dt="2026-04-14T08:45:16.910" v="315"/>
          <ac:spMkLst>
            <pc:docMk/>
            <pc:sldMk cId="2364621192" sldId="2134807566"/>
            <ac:spMk id="74" creationId="{142FD255-3DE5-E720-047F-F50B4182F1D5}"/>
          </ac:spMkLst>
        </pc:spChg>
        <pc:spChg chg="mod">
          <ac:chgData name="Ananthu Sunil" userId="d7e478f0-81f2-4b7e-9aaa-f27143366749" providerId="ADAL" clId="{87106D48-EF64-5C9D-87AF-5AFCC9784E7D}" dt="2026-04-14T08:45:26.817" v="322"/>
          <ac:spMkLst>
            <pc:docMk/>
            <pc:sldMk cId="2364621192" sldId="2134807566"/>
            <ac:spMk id="77" creationId="{927C0821-33A0-C3D2-EE65-A7B8A6964FFE}"/>
          </ac:spMkLst>
        </pc:spChg>
        <pc:spChg chg="mod">
          <ac:chgData name="Ananthu Sunil" userId="d7e478f0-81f2-4b7e-9aaa-f27143366749" providerId="ADAL" clId="{87106D48-EF64-5C9D-87AF-5AFCC9784E7D}" dt="2026-04-14T08:45:28.407" v="323"/>
          <ac:spMkLst>
            <pc:docMk/>
            <pc:sldMk cId="2364621192" sldId="2134807566"/>
            <ac:spMk id="84" creationId="{818BCDB8-2966-4202-D250-85E6EEA2F7CD}"/>
          </ac:spMkLst>
        </pc:spChg>
        <pc:spChg chg="mod">
          <ac:chgData name="Ananthu Sunil" userId="d7e478f0-81f2-4b7e-9aaa-f27143366749" providerId="ADAL" clId="{87106D48-EF64-5C9D-87AF-5AFCC9784E7D}" dt="2026-04-14T08:45:29.823" v="324"/>
          <ac:spMkLst>
            <pc:docMk/>
            <pc:sldMk cId="2364621192" sldId="2134807566"/>
            <ac:spMk id="87" creationId="{202A80E1-F367-2762-06A3-F0E23BBF0D59}"/>
          </ac:spMkLst>
        </pc:spChg>
        <pc:spChg chg="add del mod">
          <ac:chgData name="Ananthu Sunil" userId="d7e478f0-81f2-4b7e-9aaa-f27143366749" providerId="ADAL" clId="{87106D48-EF64-5C9D-87AF-5AFCC9784E7D}" dt="2026-04-14T08:45:24.996" v="321" actId="478"/>
          <ac:spMkLst>
            <pc:docMk/>
            <pc:sldMk cId="2364621192" sldId="2134807566"/>
            <ac:spMk id="89" creationId="{08031F90-F0CB-899C-7E55-45BE71B460D0}"/>
          </ac:spMkLst>
        </pc:spChg>
      </pc:sldChg>
      <pc:sldChg chg="delSp modSp">
        <pc:chgData name="Ananthu Sunil" userId="d7e478f0-81f2-4b7e-9aaa-f27143366749" providerId="ADAL" clId="{87106D48-EF64-5C9D-87AF-5AFCC9784E7D}" dt="2026-04-14T08:45:50.429" v="333"/>
        <pc:sldMkLst>
          <pc:docMk/>
          <pc:sldMk cId="1123671347" sldId="2134807567"/>
        </pc:sldMkLst>
        <pc:spChg chg="mod">
          <ac:chgData name="Ananthu Sunil" userId="d7e478f0-81f2-4b7e-9aaa-f27143366749" providerId="ADAL" clId="{87106D48-EF64-5C9D-87AF-5AFCC9784E7D}" dt="2026-04-14T08:45:44.515" v="328"/>
          <ac:spMkLst>
            <pc:docMk/>
            <pc:sldMk cId="1123671347" sldId="2134807567"/>
            <ac:spMk id="36" creationId="{5BA5E15B-1CEF-B45A-4BFA-2960BFE0B48F}"/>
          </ac:spMkLst>
        </pc:spChg>
        <pc:spChg chg="mod">
          <ac:chgData name="Ananthu Sunil" userId="d7e478f0-81f2-4b7e-9aaa-f27143366749" providerId="ADAL" clId="{87106D48-EF64-5C9D-87AF-5AFCC9784E7D}" dt="2026-04-14T08:45:45.491" v="329"/>
          <ac:spMkLst>
            <pc:docMk/>
            <pc:sldMk cId="1123671347" sldId="2134807567"/>
            <ac:spMk id="48" creationId="{84EED9CF-F0E3-DF39-2C25-CD36509FA239}"/>
          </ac:spMkLst>
        </pc:spChg>
        <pc:spChg chg="mod">
          <ac:chgData name="Ananthu Sunil" userId="d7e478f0-81f2-4b7e-9aaa-f27143366749" providerId="ADAL" clId="{87106D48-EF64-5C9D-87AF-5AFCC9784E7D}" dt="2026-04-14T08:45:47.952" v="331"/>
          <ac:spMkLst>
            <pc:docMk/>
            <pc:sldMk cId="1123671347" sldId="2134807567"/>
            <ac:spMk id="50" creationId="{06BF1E3C-B639-91AB-D6A5-B34ECE522F34}"/>
          </ac:spMkLst>
        </pc:spChg>
        <pc:spChg chg="mod">
          <ac:chgData name="Ananthu Sunil" userId="d7e478f0-81f2-4b7e-9aaa-f27143366749" providerId="ADAL" clId="{87106D48-EF64-5C9D-87AF-5AFCC9784E7D}" dt="2026-04-14T08:45:49.147" v="332"/>
          <ac:spMkLst>
            <pc:docMk/>
            <pc:sldMk cId="1123671347" sldId="2134807567"/>
            <ac:spMk id="51" creationId="{3EE52C29-BF9F-9ADD-4B50-F21323F4911E}"/>
          </ac:spMkLst>
        </pc:spChg>
        <pc:spChg chg="mod">
          <ac:chgData name="Ananthu Sunil" userId="d7e478f0-81f2-4b7e-9aaa-f27143366749" providerId="ADAL" clId="{87106D48-EF64-5C9D-87AF-5AFCC9784E7D}" dt="2026-04-14T08:45:50.429" v="333"/>
          <ac:spMkLst>
            <pc:docMk/>
            <pc:sldMk cId="1123671347" sldId="2134807567"/>
            <ac:spMk id="53" creationId="{9E9375D2-A1BA-6C50-18F1-351F2BDCF227}"/>
          </ac:spMkLst>
        </pc:spChg>
        <pc:spChg chg="mod">
          <ac:chgData name="Ananthu Sunil" userId="d7e478f0-81f2-4b7e-9aaa-f27143366749" providerId="ADAL" clId="{87106D48-EF64-5C9D-87AF-5AFCC9784E7D}" dt="2026-04-14T08:45:41.860" v="326"/>
          <ac:spMkLst>
            <pc:docMk/>
            <pc:sldMk cId="1123671347" sldId="2134807567"/>
            <ac:spMk id="57" creationId="{353093A3-8148-D6D0-FBE1-8FC2A3AB0595}"/>
          </ac:spMkLst>
        </pc:sp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30" creationId="{68F8266B-9B7F-9D0E-FB6C-EB46D621A5EB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30" creationId="{48D39670-4F63-CF0B-B1A6-88B8B075C90E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36" creationId="{11DBA5BD-FE8B-9689-E0B8-34B4A5778831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38" creationId="{124B4E03-A3C1-D8A4-5445-123B5D1AD3F8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40" creationId="{2F6542CF-D168-FCEE-7181-24D1FE47FB13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42" creationId="{2A24A051-0B4F-B745-8477-03FE78B56F52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46" creationId="{B2264D3C-45D0-8E2E-C5BD-8EE148E3FB6D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48" creationId="{9E302380-5752-DEC7-8283-27BD544E0186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50" creationId="{59C16FC0-D922-4C4C-085D-50EA786A055E}"/>
          </ac:picMkLst>
        </pc:picChg>
        <pc:picChg chg="del">
          <ac:chgData name="Ananthu Sunil" userId="d7e478f0-81f2-4b7e-9aaa-f27143366749" providerId="ADAL" clId="{87106D48-EF64-5C9D-87AF-5AFCC9784E7D}" dt="2026-04-14T08:45:40.134" v="325" actId="478"/>
          <ac:picMkLst>
            <pc:docMk/>
            <pc:sldMk cId="1123671347" sldId="2134807567"/>
            <ac:picMk id="1052" creationId="{1C2BEEB8-5911-6926-98E2-A0461DC51286}"/>
          </ac:picMkLst>
        </pc:picChg>
      </pc:sldChg>
      <pc:sldChg chg="delSp modSp mod">
        <pc:chgData name="Ananthu Sunil" userId="d7e478f0-81f2-4b7e-9aaa-f27143366749" providerId="ADAL" clId="{87106D48-EF64-5C9D-87AF-5AFCC9784E7D}" dt="2026-04-14T08:42:37.699" v="182"/>
        <pc:sldMkLst>
          <pc:docMk/>
          <pc:sldMk cId="553667193" sldId="2134807607"/>
        </pc:sldMkLst>
        <pc:spChg chg="del mod">
          <ac:chgData name="Ananthu Sunil" userId="d7e478f0-81f2-4b7e-9aaa-f27143366749" providerId="ADAL" clId="{87106D48-EF64-5C9D-87AF-5AFCC9784E7D}" dt="2026-04-14T08:42:37.339" v="178"/>
          <ac:spMkLst>
            <pc:docMk/>
            <pc:sldMk cId="553667193" sldId="2134807607"/>
            <ac:spMk id="49" creationId="{4DA5F153-D30E-CC1C-F0A0-82C71394BC1A}"/>
          </ac:spMkLst>
        </pc:spChg>
        <pc:spChg chg="del mod">
          <ac:chgData name="Ananthu Sunil" userId="d7e478f0-81f2-4b7e-9aaa-f27143366749" providerId="ADAL" clId="{87106D48-EF64-5C9D-87AF-5AFCC9784E7D}" dt="2026-04-14T08:42:36.946" v="174"/>
          <ac:spMkLst>
            <pc:docMk/>
            <pc:sldMk cId="553667193" sldId="2134807607"/>
            <ac:spMk id="51" creationId="{2AF058C4-B16C-AE71-3108-C8734440104F}"/>
          </ac:spMkLst>
        </pc:spChg>
        <pc:spChg chg="del mod">
          <ac:chgData name="Ananthu Sunil" userId="d7e478f0-81f2-4b7e-9aaa-f27143366749" providerId="ADAL" clId="{87106D48-EF64-5C9D-87AF-5AFCC9784E7D}" dt="2026-04-14T08:42:36.498" v="172"/>
          <ac:spMkLst>
            <pc:docMk/>
            <pc:sldMk cId="553667193" sldId="2134807607"/>
            <ac:spMk id="66" creationId="{FF4BCB29-2A5C-6319-7075-07D0DA120F7B}"/>
          </ac:spMkLst>
        </pc:spChg>
        <pc:spChg chg="del mod">
          <ac:chgData name="Ananthu Sunil" userId="d7e478f0-81f2-4b7e-9aaa-f27143366749" providerId="ADAL" clId="{87106D48-EF64-5C9D-87AF-5AFCC9784E7D}" dt="2026-04-14T08:42:35.271" v="160"/>
          <ac:spMkLst>
            <pc:docMk/>
            <pc:sldMk cId="553667193" sldId="2134807607"/>
            <ac:spMk id="68" creationId="{FE3D8B3F-B229-E561-C77C-36F9EED05540}"/>
          </ac:spMkLst>
        </pc:spChg>
        <pc:spChg chg="del mod">
          <ac:chgData name="Ananthu Sunil" userId="d7e478f0-81f2-4b7e-9aaa-f27143366749" providerId="ADAL" clId="{87106D48-EF64-5C9D-87AF-5AFCC9784E7D}" dt="2026-04-14T08:42:36.247" v="170"/>
          <ac:spMkLst>
            <pc:docMk/>
            <pc:sldMk cId="553667193" sldId="2134807607"/>
            <ac:spMk id="69" creationId="{535F7FD8-D480-F5E5-6F24-14E5D7E8A3D7}"/>
          </ac:spMkLst>
        </pc:spChg>
        <pc:spChg chg="del mod">
          <ac:chgData name="Ananthu Sunil" userId="d7e478f0-81f2-4b7e-9aaa-f27143366749" providerId="ADAL" clId="{87106D48-EF64-5C9D-87AF-5AFCC9784E7D}" dt="2026-04-14T08:42:37.377" v="180"/>
          <ac:spMkLst>
            <pc:docMk/>
            <pc:sldMk cId="553667193" sldId="2134807607"/>
            <ac:spMk id="70" creationId="{CC118FB0-F5A0-A593-FB19-30EFDD40D0C4}"/>
          </ac:spMkLst>
        </pc:spChg>
        <pc:spChg chg="del mod">
          <ac:chgData name="Ananthu Sunil" userId="d7e478f0-81f2-4b7e-9aaa-f27143366749" providerId="ADAL" clId="{87106D48-EF64-5C9D-87AF-5AFCC9784E7D}" dt="2026-04-14T08:42:35.512" v="162"/>
          <ac:spMkLst>
            <pc:docMk/>
            <pc:sldMk cId="553667193" sldId="2134807607"/>
            <ac:spMk id="78" creationId="{2553312B-D69E-35A7-8181-A0F90D47FC56}"/>
          </ac:spMkLst>
        </pc:spChg>
        <pc:spChg chg="del mod">
          <ac:chgData name="Ananthu Sunil" userId="d7e478f0-81f2-4b7e-9aaa-f27143366749" providerId="ADAL" clId="{87106D48-EF64-5C9D-87AF-5AFCC9784E7D}" dt="2026-04-14T08:42:37.103" v="176"/>
          <ac:spMkLst>
            <pc:docMk/>
            <pc:sldMk cId="553667193" sldId="2134807607"/>
            <ac:spMk id="79" creationId="{1066F9E8-2F47-73D8-890A-4539FCF01EBB}"/>
          </ac:spMkLst>
        </pc:spChg>
        <pc:spChg chg="del mod">
          <ac:chgData name="Ananthu Sunil" userId="d7e478f0-81f2-4b7e-9aaa-f27143366749" providerId="ADAL" clId="{87106D48-EF64-5C9D-87AF-5AFCC9784E7D}" dt="2026-04-14T08:42:35.109" v="158"/>
          <ac:spMkLst>
            <pc:docMk/>
            <pc:sldMk cId="553667193" sldId="2134807607"/>
            <ac:spMk id="80" creationId="{54A69822-6805-46A5-183C-38FAA700277D}"/>
          </ac:spMkLst>
        </pc:spChg>
        <pc:spChg chg="del mod">
          <ac:chgData name="Ananthu Sunil" userId="d7e478f0-81f2-4b7e-9aaa-f27143366749" providerId="ADAL" clId="{87106D48-EF64-5C9D-87AF-5AFCC9784E7D}" dt="2026-04-14T08:42:36.129" v="168"/>
          <ac:spMkLst>
            <pc:docMk/>
            <pc:sldMk cId="553667193" sldId="2134807607"/>
            <ac:spMk id="81" creationId="{4A2CC641-5A23-CC84-70E9-2317601AC3C8}"/>
          </ac:spMkLst>
        </pc:spChg>
        <pc:spChg chg="del mod">
          <ac:chgData name="Ananthu Sunil" userId="d7e478f0-81f2-4b7e-9aaa-f27143366749" providerId="ADAL" clId="{87106D48-EF64-5C9D-87AF-5AFCC9784E7D}" dt="2026-04-14T08:42:37.699" v="182"/>
          <ac:spMkLst>
            <pc:docMk/>
            <pc:sldMk cId="553667193" sldId="2134807607"/>
            <ac:spMk id="82" creationId="{F07E964E-E69F-4061-70C3-F1B29C177C9B}"/>
          </ac:spMkLst>
        </pc:spChg>
        <pc:spChg chg="del mod">
          <ac:chgData name="Ananthu Sunil" userId="d7e478f0-81f2-4b7e-9aaa-f27143366749" providerId="ADAL" clId="{87106D48-EF64-5C9D-87AF-5AFCC9784E7D}" dt="2026-04-14T08:42:35.857" v="166"/>
          <ac:spMkLst>
            <pc:docMk/>
            <pc:sldMk cId="553667193" sldId="2134807607"/>
            <ac:spMk id="83" creationId="{53AA5505-EF59-A576-ECDF-4ACFAAF98D1D}"/>
          </ac:spMkLst>
        </pc:spChg>
        <pc:spChg chg="del mod">
          <ac:chgData name="Ananthu Sunil" userId="d7e478f0-81f2-4b7e-9aaa-f27143366749" providerId="ADAL" clId="{87106D48-EF64-5C9D-87AF-5AFCC9784E7D}" dt="2026-04-14T08:40:54.674" v="65"/>
          <ac:spMkLst>
            <pc:docMk/>
            <pc:sldMk cId="553667193" sldId="2134807607"/>
            <ac:spMk id="86" creationId="{DEB4BEF1-A857-69D7-DCB9-ACEB1CB1D8D2}"/>
          </ac:spMkLst>
        </pc:spChg>
        <pc:spChg chg="del mod">
          <ac:chgData name="Ananthu Sunil" userId="d7e478f0-81f2-4b7e-9aaa-f27143366749" providerId="ADAL" clId="{87106D48-EF64-5C9D-87AF-5AFCC9784E7D}" dt="2026-04-14T08:40:55.649" v="69"/>
          <ac:spMkLst>
            <pc:docMk/>
            <pc:sldMk cId="553667193" sldId="2134807607"/>
            <ac:spMk id="87" creationId="{E80775D2-D108-5BE9-8BB0-452E367995C8}"/>
          </ac:spMkLst>
        </pc:spChg>
        <pc:spChg chg="del mod">
          <ac:chgData name="Ananthu Sunil" userId="d7e478f0-81f2-4b7e-9aaa-f27143366749" providerId="ADAL" clId="{87106D48-EF64-5C9D-87AF-5AFCC9784E7D}" dt="2026-04-14T08:42:09.792" v="136"/>
          <ac:spMkLst>
            <pc:docMk/>
            <pc:sldMk cId="553667193" sldId="2134807607"/>
            <ac:spMk id="89" creationId="{FD05DADF-3ADF-099B-082D-594D2CE2D336}"/>
          </ac:spMkLst>
        </pc:spChg>
        <pc:spChg chg="del mod">
          <ac:chgData name="Ananthu Sunil" userId="d7e478f0-81f2-4b7e-9aaa-f27143366749" providerId="ADAL" clId="{87106D48-EF64-5C9D-87AF-5AFCC9784E7D}" dt="2026-04-14T08:40:55.308" v="67"/>
          <ac:spMkLst>
            <pc:docMk/>
            <pc:sldMk cId="553667193" sldId="2134807607"/>
            <ac:spMk id="90" creationId="{8B4BFEC6-55BB-A5E9-E834-91B65195F68A}"/>
          </ac:spMkLst>
        </pc:spChg>
        <pc:spChg chg="del mod">
          <ac:chgData name="Ananthu Sunil" userId="d7e478f0-81f2-4b7e-9aaa-f27143366749" providerId="ADAL" clId="{87106D48-EF64-5C9D-87AF-5AFCC9784E7D}" dt="2026-04-14T08:42:12.161" v="139"/>
          <ac:spMkLst>
            <pc:docMk/>
            <pc:sldMk cId="553667193" sldId="2134807607"/>
            <ac:spMk id="92" creationId="{9D2E27EC-FC5F-32C5-1A18-9E607498C6E7}"/>
          </ac:spMkLst>
        </pc:spChg>
        <pc:spChg chg="del mod">
          <ac:chgData name="Ananthu Sunil" userId="d7e478f0-81f2-4b7e-9aaa-f27143366749" providerId="ADAL" clId="{87106D48-EF64-5C9D-87AF-5AFCC9784E7D}" dt="2026-04-14T08:42:12.309" v="141"/>
          <ac:spMkLst>
            <pc:docMk/>
            <pc:sldMk cId="553667193" sldId="2134807607"/>
            <ac:spMk id="102" creationId="{741BC92F-DA22-2036-448B-9A6468683110}"/>
          </ac:spMkLst>
        </pc:spChg>
        <pc:spChg chg="del mod">
          <ac:chgData name="Ananthu Sunil" userId="d7e478f0-81f2-4b7e-9aaa-f27143366749" providerId="ADAL" clId="{87106D48-EF64-5C9D-87AF-5AFCC9784E7D}" dt="2026-04-14T08:42:35.653" v="164"/>
          <ac:spMkLst>
            <pc:docMk/>
            <pc:sldMk cId="553667193" sldId="2134807607"/>
            <ac:spMk id="105" creationId="{9C92D228-7001-2AD4-CE2B-1195B1C3C39F}"/>
          </ac:spMkLst>
        </pc:spChg>
        <pc:graphicFrameChg chg="mod">
          <ac:chgData name="Ananthu Sunil" userId="d7e478f0-81f2-4b7e-9aaa-f27143366749" providerId="ADAL" clId="{87106D48-EF64-5C9D-87AF-5AFCC9784E7D}" dt="2026-04-14T08:40:47.287" v="58" actId="20577"/>
          <ac:graphicFrameMkLst>
            <pc:docMk/>
            <pc:sldMk cId="553667193" sldId="2134807607"/>
            <ac:graphicFrameMk id="13" creationId="{FDD5479B-7D8A-F32B-0D51-F1F5B449CD15}"/>
          </ac:graphicFrameMkLst>
        </pc:graphicFrameChg>
        <pc:graphicFrameChg chg="mod">
          <ac:chgData name="Ananthu Sunil" userId="d7e478f0-81f2-4b7e-9aaa-f27143366749" providerId="ADAL" clId="{87106D48-EF64-5C9D-87AF-5AFCC9784E7D}" dt="2026-04-14T08:42:31.437" v="154" actId="20577"/>
          <ac:graphicFrameMkLst>
            <pc:docMk/>
            <pc:sldMk cId="553667193" sldId="2134807607"/>
            <ac:graphicFrameMk id="125" creationId="{516E2B36-08D4-5262-93DC-6706756D514A}"/>
          </ac:graphicFrameMkLst>
        </pc:graphicFrameChg>
      </pc:sldChg>
      <pc:sldChg chg="delSp mod">
        <pc:chgData name="Ananthu Sunil" userId="d7e478f0-81f2-4b7e-9aaa-f27143366749" providerId="ADAL" clId="{87106D48-EF64-5C9D-87AF-5AFCC9784E7D}" dt="2026-04-14T08:42:42.058" v="183" actId="478"/>
        <pc:sldMkLst>
          <pc:docMk/>
          <pc:sldMk cId="2412553614" sldId="2134807609"/>
        </pc:sldMkLst>
        <pc:spChg chg="del">
          <ac:chgData name="Ananthu Sunil" userId="d7e478f0-81f2-4b7e-9aaa-f27143366749" providerId="ADAL" clId="{87106D48-EF64-5C9D-87AF-5AFCC9784E7D}" dt="2026-04-14T08:42:42.058" v="183" actId="478"/>
          <ac:spMkLst>
            <pc:docMk/>
            <pc:sldMk cId="2412553614" sldId="2134807609"/>
            <ac:spMk id="60" creationId="{9211D1D8-A363-2F3F-FB76-8BDF0C0C30FA}"/>
          </ac:spMkLst>
        </pc:spChg>
        <pc:spChg chg="del">
          <ac:chgData name="Ananthu Sunil" userId="d7e478f0-81f2-4b7e-9aaa-f27143366749" providerId="ADAL" clId="{87106D48-EF64-5C9D-87AF-5AFCC9784E7D}" dt="2026-04-14T08:42:42.058" v="183" actId="478"/>
          <ac:spMkLst>
            <pc:docMk/>
            <pc:sldMk cId="2412553614" sldId="2134807609"/>
            <ac:spMk id="1024" creationId="{F9D0DEEE-2E01-474A-FF05-E75630399909}"/>
          </ac:spMkLst>
        </pc:spChg>
        <pc:spChg chg="del">
          <ac:chgData name="Ananthu Sunil" userId="d7e478f0-81f2-4b7e-9aaa-f27143366749" providerId="ADAL" clId="{87106D48-EF64-5C9D-87AF-5AFCC9784E7D}" dt="2026-04-14T08:42:42.058" v="183" actId="478"/>
          <ac:spMkLst>
            <pc:docMk/>
            <pc:sldMk cId="2412553614" sldId="2134807609"/>
            <ac:spMk id="1025" creationId="{6616F6AB-215F-1431-AC0B-41B30654AD94}"/>
          </ac:spMkLst>
        </pc:spChg>
        <pc:spChg chg="del">
          <ac:chgData name="Ananthu Sunil" userId="d7e478f0-81f2-4b7e-9aaa-f27143366749" providerId="ADAL" clId="{87106D48-EF64-5C9D-87AF-5AFCC9784E7D}" dt="2026-04-14T08:42:42.058" v="183" actId="478"/>
          <ac:spMkLst>
            <pc:docMk/>
            <pc:sldMk cId="2412553614" sldId="2134807609"/>
            <ac:spMk id="1027" creationId="{109F8608-2DC8-E758-1A12-A4A04E80814B}"/>
          </ac:spMkLst>
        </pc:spChg>
      </pc:sldChg>
      <pc:sldChg chg="addSp delSp modSp mod">
        <pc:chgData name="Ananthu Sunil" userId="d7e478f0-81f2-4b7e-9aaa-f27143366749" providerId="ADAL" clId="{87106D48-EF64-5C9D-87AF-5AFCC9784E7D}" dt="2026-04-14T08:42:13.757" v="142" actId="478"/>
        <pc:sldMkLst>
          <pc:docMk/>
          <pc:sldMk cId="3779954597" sldId="2134807610"/>
        </pc:sldMkLst>
        <pc:spChg chg="add del mod">
          <ac:chgData name="Ananthu Sunil" userId="d7e478f0-81f2-4b7e-9aaa-f27143366749" providerId="ADAL" clId="{87106D48-EF64-5C9D-87AF-5AFCC9784E7D}" dt="2026-04-14T08:40:03.008" v="31" actId="20577"/>
          <ac:spMkLst>
            <pc:docMk/>
            <pc:sldMk cId="3779954597" sldId="2134807610"/>
            <ac:spMk id="21" creationId="{13943B00-4997-4ABE-790D-C9C0688A89D9}"/>
          </ac:spMkLst>
        </pc:spChg>
        <pc:spChg chg="mod">
          <ac:chgData name="Ananthu Sunil" userId="d7e478f0-81f2-4b7e-9aaa-f27143366749" providerId="ADAL" clId="{87106D48-EF64-5C9D-87AF-5AFCC9784E7D}" dt="2026-04-14T08:40:09.031" v="36" actId="20577"/>
          <ac:spMkLst>
            <pc:docMk/>
            <pc:sldMk cId="3779954597" sldId="2134807610"/>
            <ac:spMk id="22" creationId="{3208FA4B-B756-43A5-1B11-242CA3F43D86}"/>
          </ac:spMkLst>
        </pc:spChg>
        <pc:spChg chg="mod">
          <ac:chgData name="Ananthu Sunil" userId="d7e478f0-81f2-4b7e-9aaa-f27143366749" providerId="ADAL" clId="{87106D48-EF64-5C9D-87AF-5AFCC9784E7D}" dt="2026-04-14T08:40:10.276" v="37" actId="20577"/>
          <ac:spMkLst>
            <pc:docMk/>
            <pc:sldMk cId="3779954597" sldId="2134807610"/>
            <ac:spMk id="23" creationId="{B8BBDDA4-59F2-A1AC-749E-55DE218CD8BD}"/>
          </ac:spMkLst>
        </pc:spChg>
        <pc:spChg chg="add del mod">
          <ac:chgData name="Ananthu Sunil" userId="d7e478f0-81f2-4b7e-9aaa-f27143366749" providerId="ADAL" clId="{87106D48-EF64-5C9D-87AF-5AFCC9784E7D}" dt="2026-04-14T08:40:02.101" v="30" actId="20577"/>
          <ac:spMkLst>
            <pc:docMk/>
            <pc:sldMk cId="3779954597" sldId="2134807610"/>
            <ac:spMk id="24" creationId="{5443E70C-ABD7-220E-742F-6CBC166783E0}"/>
          </ac:spMkLst>
        </pc:spChg>
        <pc:spChg chg="mod">
          <ac:chgData name="Ananthu Sunil" userId="d7e478f0-81f2-4b7e-9aaa-f27143366749" providerId="ADAL" clId="{87106D48-EF64-5C9D-87AF-5AFCC9784E7D}" dt="2026-04-14T08:40:07.850" v="35" actId="20577"/>
          <ac:spMkLst>
            <pc:docMk/>
            <pc:sldMk cId="3779954597" sldId="2134807610"/>
            <ac:spMk id="25" creationId="{B7E74A60-1AC0-CBA9-30A9-346F14BBECAC}"/>
          </ac:spMkLst>
        </pc:spChg>
        <pc:spChg chg="mod">
          <ac:chgData name="Ananthu Sunil" userId="d7e478f0-81f2-4b7e-9aaa-f27143366749" providerId="ADAL" clId="{87106D48-EF64-5C9D-87AF-5AFCC9784E7D}" dt="2026-04-14T08:40:11.249" v="38" actId="20577"/>
          <ac:spMkLst>
            <pc:docMk/>
            <pc:sldMk cId="3779954597" sldId="2134807610"/>
            <ac:spMk id="26" creationId="{58028E86-1A88-A950-02F0-965BD9FDD06A}"/>
          </ac:spMkLst>
        </pc:spChg>
        <pc:spChg chg="mod">
          <ac:chgData name="Ananthu Sunil" userId="d7e478f0-81f2-4b7e-9aaa-f27143366749" providerId="ADAL" clId="{87106D48-EF64-5C9D-87AF-5AFCC9784E7D}" dt="2026-04-14T08:40:05.519" v="33" actId="20577"/>
          <ac:spMkLst>
            <pc:docMk/>
            <pc:sldMk cId="3779954597" sldId="2134807610"/>
            <ac:spMk id="27" creationId="{DB4BECA0-74F9-9F83-585E-7E784021B396}"/>
          </ac:spMkLst>
        </pc:spChg>
        <pc:spChg chg="mod">
          <ac:chgData name="Ananthu Sunil" userId="d7e478f0-81f2-4b7e-9aaa-f27143366749" providerId="ADAL" clId="{87106D48-EF64-5C9D-87AF-5AFCC9784E7D}" dt="2026-04-14T08:40:14.092" v="41" actId="20577"/>
          <ac:spMkLst>
            <pc:docMk/>
            <pc:sldMk cId="3779954597" sldId="2134807610"/>
            <ac:spMk id="28" creationId="{9B996C30-DE24-CC95-F2B1-ECDBAB61FE42}"/>
          </ac:spMkLst>
        </pc:spChg>
        <pc:spChg chg="mod">
          <ac:chgData name="Ananthu Sunil" userId="d7e478f0-81f2-4b7e-9aaa-f27143366749" providerId="ADAL" clId="{87106D48-EF64-5C9D-87AF-5AFCC9784E7D}" dt="2026-04-14T08:40:20.050" v="46" actId="20577"/>
          <ac:spMkLst>
            <pc:docMk/>
            <pc:sldMk cId="3779954597" sldId="2134807610"/>
            <ac:spMk id="29" creationId="{A1D8F561-83BB-EC2B-AA8E-E12F68C19055}"/>
          </ac:spMkLst>
        </pc:spChg>
        <pc:spChg chg="mod">
          <ac:chgData name="Ananthu Sunil" userId="d7e478f0-81f2-4b7e-9aaa-f27143366749" providerId="ADAL" clId="{87106D48-EF64-5C9D-87AF-5AFCC9784E7D}" dt="2026-04-14T08:40:21.143" v="47" actId="20577"/>
          <ac:spMkLst>
            <pc:docMk/>
            <pc:sldMk cId="3779954597" sldId="2134807610"/>
            <ac:spMk id="30" creationId="{7891321A-0C27-AECE-9873-2204EC50D11F}"/>
          </ac:spMkLst>
        </pc:spChg>
        <pc:spChg chg="add del mod">
          <ac:chgData name="Ananthu Sunil" userId="d7e478f0-81f2-4b7e-9aaa-f27143366749" providerId="ADAL" clId="{87106D48-EF64-5C9D-87AF-5AFCC9784E7D}" dt="2026-04-14T08:40:03.887" v="32" actId="20577"/>
          <ac:spMkLst>
            <pc:docMk/>
            <pc:sldMk cId="3779954597" sldId="2134807610"/>
            <ac:spMk id="31" creationId="{86C83446-83B4-8E79-7E12-D807930EB705}"/>
          </ac:spMkLst>
        </pc:spChg>
        <pc:spChg chg="mod">
          <ac:chgData name="Ananthu Sunil" userId="d7e478f0-81f2-4b7e-9aaa-f27143366749" providerId="ADAL" clId="{87106D48-EF64-5C9D-87AF-5AFCC9784E7D}" dt="2026-04-14T08:40:13.171" v="40" actId="20577"/>
          <ac:spMkLst>
            <pc:docMk/>
            <pc:sldMk cId="3779954597" sldId="2134807610"/>
            <ac:spMk id="32" creationId="{2229E8EE-2728-4CD5-FB24-5E0F10043F53}"/>
          </ac:spMkLst>
        </pc:spChg>
        <pc:spChg chg="add del mod">
          <ac:chgData name="Ananthu Sunil" userId="d7e478f0-81f2-4b7e-9aaa-f27143366749" providerId="ADAL" clId="{87106D48-EF64-5C9D-87AF-5AFCC9784E7D}" dt="2026-04-14T08:40:00.960" v="29" actId="20577"/>
          <ac:spMkLst>
            <pc:docMk/>
            <pc:sldMk cId="3779954597" sldId="2134807610"/>
            <ac:spMk id="33" creationId="{F5BBB82F-4A2F-C8EC-7EF8-545C0202E82B}"/>
          </ac:spMkLst>
        </pc:spChg>
        <pc:spChg chg="mod">
          <ac:chgData name="Ananthu Sunil" userId="d7e478f0-81f2-4b7e-9aaa-f27143366749" providerId="ADAL" clId="{87106D48-EF64-5C9D-87AF-5AFCC9784E7D}" dt="2026-04-14T08:40:06.743" v="34" actId="20577"/>
          <ac:spMkLst>
            <pc:docMk/>
            <pc:sldMk cId="3779954597" sldId="2134807610"/>
            <ac:spMk id="34" creationId="{C5754A91-3AE2-C9EF-F411-B223F6179777}"/>
          </ac:spMkLst>
        </pc:spChg>
        <pc:spChg chg="mod">
          <ac:chgData name="Ananthu Sunil" userId="d7e478f0-81f2-4b7e-9aaa-f27143366749" providerId="ADAL" clId="{87106D48-EF64-5C9D-87AF-5AFCC9784E7D}" dt="2026-04-14T08:40:18.724" v="45" actId="20577"/>
          <ac:spMkLst>
            <pc:docMk/>
            <pc:sldMk cId="3779954597" sldId="2134807610"/>
            <ac:spMk id="35" creationId="{3BA16246-913B-60FA-0479-AF78AE856581}"/>
          </ac:spMkLst>
        </pc:spChg>
        <pc:spChg chg="mod">
          <ac:chgData name="Ananthu Sunil" userId="d7e478f0-81f2-4b7e-9aaa-f27143366749" providerId="ADAL" clId="{87106D48-EF64-5C9D-87AF-5AFCC9784E7D}" dt="2026-04-14T08:40:17.662" v="44" actId="20577"/>
          <ac:spMkLst>
            <pc:docMk/>
            <pc:sldMk cId="3779954597" sldId="2134807610"/>
            <ac:spMk id="36" creationId="{4BA2A8DD-617A-B741-72BA-8D2385BA1954}"/>
          </ac:spMkLst>
        </pc:spChg>
        <pc:spChg chg="mod">
          <ac:chgData name="Ananthu Sunil" userId="d7e478f0-81f2-4b7e-9aaa-f27143366749" providerId="ADAL" clId="{87106D48-EF64-5C9D-87AF-5AFCC9784E7D}" dt="2026-04-14T08:40:15.137" v="42" actId="20577"/>
          <ac:spMkLst>
            <pc:docMk/>
            <pc:sldMk cId="3779954597" sldId="2134807610"/>
            <ac:spMk id="37" creationId="{B13C6E92-DF22-C412-38D8-1C3FA64D62E6}"/>
          </ac:spMkLst>
        </pc:spChg>
        <pc:spChg chg="mod">
          <ac:chgData name="Ananthu Sunil" userId="d7e478f0-81f2-4b7e-9aaa-f27143366749" providerId="ADAL" clId="{87106D48-EF64-5C9D-87AF-5AFCC9784E7D}" dt="2026-04-14T08:40:12.243" v="39" actId="20577"/>
          <ac:spMkLst>
            <pc:docMk/>
            <pc:sldMk cId="3779954597" sldId="2134807610"/>
            <ac:spMk id="38" creationId="{99ACC52C-CEA7-B332-63BA-AD4FCE5EC1FB}"/>
          </ac:spMkLst>
        </pc:spChg>
        <pc:spChg chg="mod">
          <ac:chgData name="Ananthu Sunil" userId="d7e478f0-81f2-4b7e-9aaa-f27143366749" providerId="ADAL" clId="{87106D48-EF64-5C9D-87AF-5AFCC9784E7D}" dt="2026-04-14T08:41:50.636" v="119" actId="20577"/>
          <ac:spMkLst>
            <pc:docMk/>
            <pc:sldMk cId="3779954597" sldId="2134807610"/>
            <ac:spMk id="39" creationId="{D104E70A-706D-F2BF-5BEB-6E687E7268B6}"/>
          </ac:spMkLst>
        </pc:spChg>
        <pc:spChg chg="mod">
          <ac:chgData name="Ananthu Sunil" userId="d7e478f0-81f2-4b7e-9aaa-f27143366749" providerId="ADAL" clId="{87106D48-EF64-5C9D-87AF-5AFCC9784E7D}" dt="2026-04-14T08:41:46.599" v="116" actId="20577"/>
          <ac:spMkLst>
            <pc:docMk/>
            <pc:sldMk cId="3779954597" sldId="2134807610"/>
            <ac:spMk id="40" creationId="{6A5A0694-1ACF-2DCC-2DC2-6BCD9DCBB03E}"/>
          </ac:spMkLst>
        </pc:spChg>
        <pc:spChg chg="mod">
          <ac:chgData name="Ananthu Sunil" userId="d7e478f0-81f2-4b7e-9aaa-f27143366749" providerId="ADAL" clId="{87106D48-EF64-5C9D-87AF-5AFCC9784E7D}" dt="2026-04-14T08:41:47.630" v="117" actId="20577"/>
          <ac:spMkLst>
            <pc:docMk/>
            <pc:sldMk cId="3779954597" sldId="2134807610"/>
            <ac:spMk id="41" creationId="{E5340672-8B03-3646-DA81-35F0003C5E1F}"/>
          </ac:spMkLst>
        </pc:spChg>
        <pc:spChg chg="mod">
          <ac:chgData name="Ananthu Sunil" userId="d7e478f0-81f2-4b7e-9aaa-f27143366749" providerId="ADAL" clId="{87106D48-EF64-5C9D-87AF-5AFCC9784E7D}" dt="2026-04-14T08:41:48.684" v="118" actId="20577"/>
          <ac:spMkLst>
            <pc:docMk/>
            <pc:sldMk cId="3779954597" sldId="2134807610"/>
            <ac:spMk id="42" creationId="{3DEDC197-FCB6-43D0-216D-03E7D16CD133}"/>
          </ac:spMkLst>
        </pc:spChg>
        <pc:spChg chg="mod">
          <ac:chgData name="Ananthu Sunil" userId="d7e478f0-81f2-4b7e-9aaa-f27143366749" providerId="ADAL" clId="{87106D48-EF64-5C9D-87AF-5AFCC9784E7D}" dt="2026-04-14T08:41:58.591" v="129" actId="20577"/>
          <ac:spMkLst>
            <pc:docMk/>
            <pc:sldMk cId="3779954597" sldId="2134807610"/>
            <ac:spMk id="43" creationId="{72D944CB-E285-4DB1-8A6D-796EB4FCEDCB}"/>
          </ac:spMkLst>
        </pc:spChg>
        <pc:spChg chg="mod">
          <ac:chgData name="Ananthu Sunil" userId="d7e478f0-81f2-4b7e-9aaa-f27143366749" providerId="ADAL" clId="{87106D48-EF64-5C9D-87AF-5AFCC9784E7D}" dt="2026-04-14T08:41:56.366" v="125" actId="20577"/>
          <ac:spMkLst>
            <pc:docMk/>
            <pc:sldMk cId="3779954597" sldId="2134807610"/>
            <ac:spMk id="44" creationId="{CD762097-2B05-3BF3-85ED-C3D250265746}"/>
          </ac:spMkLst>
        </pc:spChg>
        <pc:spChg chg="mod">
          <ac:chgData name="Ananthu Sunil" userId="d7e478f0-81f2-4b7e-9aaa-f27143366749" providerId="ADAL" clId="{87106D48-EF64-5C9D-87AF-5AFCC9784E7D}" dt="2026-04-14T08:41:54.960" v="123" actId="20577"/>
          <ac:spMkLst>
            <pc:docMk/>
            <pc:sldMk cId="3779954597" sldId="2134807610"/>
            <ac:spMk id="45" creationId="{AA6F2A09-0CB3-6EBA-B99B-FBD4EAB18393}"/>
          </ac:spMkLst>
        </pc:spChg>
        <pc:spChg chg="mod">
          <ac:chgData name="Ananthu Sunil" userId="d7e478f0-81f2-4b7e-9aaa-f27143366749" providerId="ADAL" clId="{87106D48-EF64-5C9D-87AF-5AFCC9784E7D}" dt="2026-04-14T08:41:52.992" v="121" actId="20577"/>
          <ac:spMkLst>
            <pc:docMk/>
            <pc:sldMk cId="3779954597" sldId="2134807610"/>
            <ac:spMk id="46" creationId="{B6F5DB4F-E351-A18A-688F-CBE20C7928D4}"/>
          </ac:spMkLst>
        </pc:spChg>
        <pc:spChg chg="mod">
          <ac:chgData name="Ananthu Sunil" userId="d7e478f0-81f2-4b7e-9aaa-f27143366749" providerId="ADAL" clId="{87106D48-EF64-5C9D-87AF-5AFCC9784E7D}" dt="2026-04-14T08:40:16.128" v="43" actId="20577"/>
          <ac:spMkLst>
            <pc:docMk/>
            <pc:sldMk cId="3779954597" sldId="2134807610"/>
            <ac:spMk id="57" creationId="{0AE32770-14D2-0913-1DFE-6AC8B01BA085}"/>
          </ac:spMkLst>
        </pc:spChg>
        <pc:spChg chg="mod">
          <ac:chgData name="Ananthu Sunil" userId="d7e478f0-81f2-4b7e-9aaa-f27143366749" providerId="ADAL" clId="{87106D48-EF64-5C9D-87AF-5AFCC9784E7D}" dt="2026-04-14T08:41:16.429" v="86" actId="20577"/>
          <ac:spMkLst>
            <pc:docMk/>
            <pc:sldMk cId="3779954597" sldId="2134807610"/>
            <ac:spMk id="62" creationId="{FC9DA900-587D-527A-E0AA-D9EAAD7CDFBB}"/>
          </ac:spMkLst>
        </pc:spChg>
        <pc:spChg chg="add del mod">
          <ac:chgData name="Ananthu Sunil" userId="d7e478f0-81f2-4b7e-9aaa-f27143366749" providerId="ADAL" clId="{87106D48-EF64-5C9D-87AF-5AFCC9784E7D}" dt="2026-04-14T08:41:18.491" v="88" actId="20577"/>
          <ac:spMkLst>
            <pc:docMk/>
            <pc:sldMk cId="3779954597" sldId="2134807610"/>
            <ac:spMk id="63" creationId="{696B62AC-5711-E005-3119-E2B8A967627A}"/>
          </ac:spMkLst>
        </pc:spChg>
        <pc:spChg chg="add del mod">
          <ac:chgData name="Ananthu Sunil" userId="d7e478f0-81f2-4b7e-9aaa-f27143366749" providerId="ADAL" clId="{87106D48-EF64-5C9D-87AF-5AFCC9784E7D}" dt="2026-04-14T08:41:17.396" v="87" actId="20577"/>
          <ac:spMkLst>
            <pc:docMk/>
            <pc:sldMk cId="3779954597" sldId="2134807610"/>
            <ac:spMk id="64" creationId="{71C7C009-9219-62AE-B7FF-F6089BA2CA7D}"/>
          </ac:spMkLst>
        </pc:spChg>
        <pc:spChg chg="mod">
          <ac:chgData name="Ananthu Sunil" userId="d7e478f0-81f2-4b7e-9aaa-f27143366749" providerId="ADAL" clId="{87106D48-EF64-5C9D-87AF-5AFCC9784E7D}" dt="2026-04-14T08:41:20.391" v="90" actId="20577"/>
          <ac:spMkLst>
            <pc:docMk/>
            <pc:sldMk cId="3779954597" sldId="2134807610"/>
            <ac:spMk id="67" creationId="{F330515F-5877-AF8C-12D7-9A3665F8D27A}"/>
          </ac:spMkLst>
        </pc:spChg>
        <pc:spChg chg="add del mod">
          <ac:chgData name="Ananthu Sunil" userId="d7e478f0-81f2-4b7e-9aaa-f27143366749" providerId="ADAL" clId="{87106D48-EF64-5C9D-87AF-5AFCC9784E7D}" dt="2026-04-14T08:41:19.476" v="89" actId="20577"/>
          <ac:spMkLst>
            <pc:docMk/>
            <pc:sldMk cId="3779954597" sldId="2134807610"/>
            <ac:spMk id="68" creationId="{F93BD35F-67D5-5E07-8BAE-9DF7A5988450}"/>
          </ac:spMkLst>
        </pc:spChg>
        <pc:spChg chg="mod">
          <ac:chgData name="Ananthu Sunil" userId="d7e478f0-81f2-4b7e-9aaa-f27143366749" providerId="ADAL" clId="{87106D48-EF64-5C9D-87AF-5AFCC9784E7D}" dt="2026-04-14T08:41:15.388" v="85" actId="20577"/>
          <ac:spMkLst>
            <pc:docMk/>
            <pc:sldMk cId="3779954597" sldId="2134807610"/>
            <ac:spMk id="72" creationId="{18E7A014-616F-EC96-1CEC-6D3B8904E761}"/>
          </ac:spMkLst>
        </pc:spChg>
        <pc:spChg chg="mod">
          <ac:chgData name="Ananthu Sunil" userId="d7e478f0-81f2-4b7e-9aaa-f27143366749" providerId="ADAL" clId="{87106D48-EF64-5C9D-87AF-5AFCC9784E7D}" dt="2026-04-14T08:41:21.328" v="91" actId="20577"/>
          <ac:spMkLst>
            <pc:docMk/>
            <pc:sldMk cId="3779954597" sldId="2134807610"/>
            <ac:spMk id="73" creationId="{CC8F602D-0FF7-FE66-C847-BF06EF3C31FC}"/>
          </ac:spMkLst>
        </pc:spChg>
        <pc:spChg chg="mod">
          <ac:chgData name="Ananthu Sunil" userId="d7e478f0-81f2-4b7e-9aaa-f27143366749" providerId="ADAL" clId="{87106D48-EF64-5C9D-87AF-5AFCC9784E7D}" dt="2026-04-14T08:41:22.303" v="92" actId="20577"/>
          <ac:spMkLst>
            <pc:docMk/>
            <pc:sldMk cId="3779954597" sldId="2134807610"/>
            <ac:spMk id="75" creationId="{D3397553-DE17-453F-BCC8-63809A673882}"/>
          </ac:spMkLst>
        </pc:spChg>
        <pc:spChg chg="mod">
          <ac:chgData name="Ananthu Sunil" userId="d7e478f0-81f2-4b7e-9aaa-f27143366749" providerId="ADAL" clId="{87106D48-EF64-5C9D-87AF-5AFCC9784E7D}" dt="2026-04-14T08:41:23.176" v="93" actId="20577"/>
          <ac:spMkLst>
            <pc:docMk/>
            <pc:sldMk cId="3779954597" sldId="2134807610"/>
            <ac:spMk id="76" creationId="{F17EDF40-99A3-BF2B-B2F9-0B6B0E717D9C}"/>
          </ac:spMkLst>
        </pc:spChg>
        <pc:spChg chg="mod">
          <ac:chgData name="Ananthu Sunil" userId="d7e478f0-81f2-4b7e-9aaa-f27143366749" providerId="ADAL" clId="{87106D48-EF64-5C9D-87AF-5AFCC9784E7D}" dt="2026-04-14T08:41:24.146" v="94" actId="20577"/>
          <ac:spMkLst>
            <pc:docMk/>
            <pc:sldMk cId="3779954597" sldId="2134807610"/>
            <ac:spMk id="77" creationId="{557ED99B-DAB8-D8C5-6B11-108C5582A651}"/>
          </ac:spMkLst>
        </pc:spChg>
        <pc:spChg chg="mod">
          <ac:chgData name="Ananthu Sunil" userId="d7e478f0-81f2-4b7e-9aaa-f27143366749" providerId="ADAL" clId="{87106D48-EF64-5C9D-87AF-5AFCC9784E7D}" dt="2026-04-14T08:41:29.249" v="99" actId="20577"/>
          <ac:spMkLst>
            <pc:docMk/>
            <pc:sldMk cId="3779954597" sldId="2134807610"/>
            <ac:spMk id="78" creationId="{F74FC5FD-1742-1B0C-60C3-F021ACF6001F}"/>
          </ac:spMkLst>
        </pc:spChg>
        <pc:spChg chg="mod">
          <ac:chgData name="Ananthu Sunil" userId="d7e478f0-81f2-4b7e-9aaa-f27143366749" providerId="ADAL" clId="{87106D48-EF64-5C9D-87AF-5AFCC9784E7D}" dt="2026-04-14T08:41:26.387" v="96" actId="20577"/>
          <ac:spMkLst>
            <pc:docMk/>
            <pc:sldMk cId="3779954597" sldId="2134807610"/>
            <ac:spMk id="95" creationId="{A7CAFF9B-C33F-DAC2-DEA6-5A2067D92D8F}"/>
          </ac:spMkLst>
        </pc:spChg>
        <pc:spChg chg="mod">
          <ac:chgData name="Ananthu Sunil" userId="d7e478f0-81f2-4b7e-9aaa-f27143366749" providerId="ADAL" clId="{87106D48-EF64-5C9D-87AF-5AFCC9784E7D}" dt="2026-04-14T08:41:25.379" v="95" actId="20577"/>
          <ac:spMkLst>
            <pc:docMk/>
            <pc:sldMk cId="3779954597" sldId="2134807610"/>
            <ac:spMk id="96" creationId="{6DE9A444-2510-2807-B913-7BF2DB37B804}"/>
          </ac:spMkLst>
        </pc:spChg>
        <pc:spChg chg="mod">
          <ac:chgData name="Ananthu Sunil" userId="d7e478f0-81f2-4b7e-9aaa-f27143366749" providerId="ADAL" clId="{87106D48-EF64-5C9D-87AF-5AFCC9784E7D}" dt="2026-04-14T08:41:27.420" v="97" actId="20577"/>
          <ac:spMkLst>
            <pc:docMk/>
            <pc:sldMk cId="3779954597" sldId="2134807610"/>
            <ac:spMk id="97" creationId="{F859F116-E1CE-9677-8271-82CB7A0493A4}"/>
          </ac:spMkLst>
        </pc:spChg>
        <pc:spChg chg="mod">
          <ac:chgData name="Ananthu Sunil" userId="d7e478f0-81f2-4b7e-9aaa-f27143366749" providerId="ADAL" clId="{87106D48-EF64-5C9D-87AF-5AFCC9784E7D}" dt="2026-04-14T08:41:28.328" v="98" actId="20577"/>
          <ac:spMkLst>
            <pc:docMk/>
            <pc:sldMk cId="3779954597" sldId="2134807610"/>
            <ac:spMk id="98" creationId="{0C59221F-DE5A-5EC2-D808-C5C598952DC8}"/>
          </ac:spMkLst>
        </pc:spChg>
        <pc:spChg chg="mod">
          <ac:chgData name="Ananthu Sunil" userId="d7e478f0-81f2-4b7e-9aaa-f27143366749" providerId="ADAL" clId="{87106D48-EF64-5C9D-87AF-5AFCC9784E7D}" dt="2026-04-14T08:41:30.174" v="100" actId="20577"/>
          <ac:spMkLst>
            <pc:docMk/>
            <pc:sldMk cId="3779954597" sldId="2134807610"/>
            <ac:spMk id="99" creationId="{E5B9C2A5-4E1C-DB9A-7E1A-189B5BC2E807}"/>
          </ac:spMkLst>
        </pc:spChg>
        <pc:spChg chg="mod">
          <ac:chgData name="Ananthu Sunil" userId="d7e478f0-81f2-4b7e-9aaa-f27143366749" providerId="ADAL" clId="{87106D48-EF64-5C9D-87AF-5AFCC9784E7D}" dt="2026-04-14T08:41:35.981" v="105" actId="20577"/>
          <ac:spMkLst>
            <pc:docMk/>
            <pc:sldMk cId="3779954597" sldId="2134807610"/>
            <ac:spMk id="100" creationId="{EF5EBADC-70AC-5DD3-ECA0-41DBB3C6CE59}"/>
          </ac:spMkLst>
        </pc:spChg>
        <pc:spChg chg="mod">
          <ac:chgData name="Ananthu Sunil" userId="d7e478f0-81f2-4b7e-9aaa-f27143366749" providerId="ADAL" clId="{87106D48-EF64-5C9D-87AF-5AFCC9784E7D}" dt="2026-04-14T08:41:30.987" v="101" actId="20577"/>
          <ac:spMkLst>
            <pc:docMk/>
            <pc:sldMk cId="3779954597" sldId="2134807610"/>
            <ac:spMk id="102" creationId="{3DC5BCD8-0DDC-3899-AE23-7C462D034F1E}"/>
          </ac:spMkLst>
        </pc:spChg>
        <pc:spChg chg="mod">
          <ac:chgData name="Ananthu Sunil" userId="d7e478f0-81f2-4b7e-9aaa-f27143366749" providerId="ADAL" clId="{87106D48-EF64-5C9D-87AF-5AFCC9784E7D}" dt="2026-04-14T08:41:34.246" v="104" actId="20577"/>
          <ac:spMkLst>
            <pc:docMk/>
            <pc:sldMk cId="3779954597" sldId="2134807610"/>
            <ac:spMk id="103" creationId="{E338B54F-F6FE-EA5C-97CE-6A9222BD1F7E}"/>
          </ac:spMkLst>
        </pc:spChg>
        <pc:spChg chg="mod">
          <ac:chgData name="Ananthu Sunil" userId="d7e478f0-81f2-4b7e-9aaa-f27143366749" providerId="ADAL" clId="{87106D48-EF64-5C9D-87AF-5AFCC9784E7D}" dt="2026-04-14T08:41:37.082" v="106" actId="20577"/>
          <ac:spMkLst>
            <pc:docMk/>
            <pc:sldMk cId="3779954597" sldId="2134807610"/>
            <ac:spMk id="107" creationId="{4984E207-C8DA-4C0A-9CE0-ED2DF6DF7349}"/>
          </ac:spMkLst>
        </pc:spChg>
        <pc:spChg chg="mod">
          <ac:chgData name="Ananthu Sunil" userId="d7e478f0-81f2-4b7e-9aaa-f27143366749" providerId="ADAL" clId="{87106D48-EF64-5C9D-87AF-5AFCC9784E7D}" dt="2026-04-14T08:41:38.116" v="107" actId="20577"/>
          <ac:spMkLst>
            <pc:docMk/>
            <pc:sldMk cId="3779954597" sldId="2134807610"/>
            <ac:spMk id="110" creationId="{6669C84D-E9E7-40B7-FE6F-CFBB27B2DF8C}"/>
          </ac:spMkLst>
        </pc:spChg>
        <pc:spChg chg="mod">
          <ac:chgData name="Ananthu Sunil" userId="d7e478f0-81f2-4b7e-9aaa-f27143366749" providerId="ADAL" clId="{87106D48-EF64-5C9D-87AF-5AFCC9784E7D}" dt="2026-04-14T08:41:31.882" v="102" actId="20577"/>
          <ac:spMkLst>
            <pc:docMk/>
            <pc:sldMk cId="3779954597" sldId="2134807610"/>
            <ac:spMk id="115" creationId="{43718505-72DD-D1DE-C516-276E17300F04}"/>
          </ac:spMkLst>
        </pc:spChg>
        <pc:spChg chg="mod">
          <ac:chgData name="Ananthu Sunil" userId="d7e478f0-81f2-4b7e-9aaa-f27143366749" providerId="ADAL" clId="{87106D48-EF64-5C9D-87AF-5AFCC9784E7D}" dt="2026-04-14T08:41:32.854" v="103" actId="20577"/>
          <ac:spMkLst>
            <pc:docMk/>
            <pc:sldMk cId="3779954597" sldId="2134807610"/>
            <ac:spMk id="121" creationId="{111F3A81-ADC9-5A2F-0629-5185A6529254}"/>
          </ac:spMkLst>
        </pc:spChg>
        <pc:spChg chg="mod">
          <ac:chgData name="Ananthu Sunil" userId="d7e478f0-81f2-4b7e-9aaa-f27143366749" providerId="ADAL" clId="{87106D48-EF64-5C9D-87AF-5AFCC9784E7D}" dt="2026-04-14T08:41:38.982" v="108" actId="20577"/>
          <ac:spMkLst>
            <pc:docMk/>
            <pc:sldMk cId="3779954597" sldId="2134807610"/>
            <ac:spMk id="122" creationId="{1651629B-4C7C-4318-82C1-CF72600C5F6A}"/>
          </ac:spMkLst>
        </pc:spChg>
        <pc:spChg chg="mod">
          <ac:chgData name="Ananthu Sunil" userId="d7e478f0-81f2-4b7e-9aaa-f27143366749" providerId="ADAL" clId="{87106D48-EF64-5C9D-87AF-5AFCC9784E7D}" dt="2026-04-14T08:41:40.138" v="109" actId="20577"/>
          <ac:spMkLst>
            <pc:docMk/>
            <pc:sldMk cId="3779954597" sldId="2134807610"/>
            <ac:spMk id="123" creationId="{B695F53E-E857-60D6-5038-3120B8F82A04}"/>
          </ac:spMkLst>
        </pc:spChg>
        <pc:spChg chg="mod">
          <ac:chgData name="Ananthu Sunil" userId="d7e478f0-81f2-4b7e-9aaa-f27143366749" providerId="ADAL" clId="{87106D48-EF64-5C9D-87AF-5AFCC9784E7D}" dt="2026-04-14T08:41:43.505" v="113" actId="20577"/>
          <ac:spMkLst>
            <pc:docMk/>
            <pc:sldMk cId="3779954597" sldId="2134807610"/>
            <ac:spMk id="124" creationId="{BFABA33C-9E98-0441-68B9-3D43E72DC22A}"/>
          </ac:spMkLst>
        </pc:spChg>
        <pc:spChg chg="mod">
          <ac:chgData name="Ananthu Sunil" userId="d7e478f0-81f2-4b7e-9aaa-f27143366749" providerId="ADAL" clId="{87106D48-EF64-5C9D-87AF-5AFCC9784E7D}" dt="2026-04-14T08:41:41.107" v="111" actId="20577"/>
          <ac:spMkLst>
            <pc:docMk/>
            <pc:sldMk cId="3779954597" sldId="2134807610"/>
            <ac:spMk id="125" creationId="{5FF62F6D-C4AF-0A47-11B5-D3E89585E488}"/>
          </ac:spMkLst>
        </pc:spChg>
        <pc:spChg chg="mod">
          <ac:chgData name="Ananthu Sunil" userId="d7e478f0-81f2-4b7e-9aaa-f27143366749" providerId="ADAL" clId="{87106D48-EF64-5C9D-87AF-5AFCC9784E7D}" dt="2026-04-14T08:41:44.418" v="114" actId="20577"/>
          <ac:spMkLst>
            <pc:docMk/>
            <pc:sldMk cId="3779954597" sldId="2134807610"/>
            <ac:spMk id="126" creationId="{3EA77315-BF0F-2585-2874-BE77647D72CC}"/>
          </ac:spMkLst>
        </pc:spChg>
        <pc:spChg chg="mod">
          <ac:chgData name="Ananthu Sunil" userId="d7e478f0-81f2-4b7e-9aaa-f27143366749" providerId="ADAL" clId="{87106D48-EF64-5C9D-87AF-5AFCC9784E7D}" dt="2026-04-14T08:41:42.378" v="112" actId="20577"/>
          <ac:spMkLst>
            <pc:docMk/>
            <pc:sldMk cId="3779954597" sldId="2134807610"/>
            <ac:spMk id="127" creationId="{7B8A5DC2-581A-82E4-4BC1-85088491A2E3}"/>
          </ac:spMkLst>
        </pc:spChg>
        <pc:spChg chg="mod">
          <ac:chgData name="Ananthu Sunil" userId="d7e478f0-81f2-4b7e-9aaa-f27143366749" providerId="ADAL" clId="{87106D48-EF64-5C9D-87AF-5AFCC9784E7D}" dt="2026-04-14T08:41:45.478" v="115" actId="20577"/>
          <ac:spMkLst>
            <pc:docMk/>
            <pc:sldMk cId="3779954597" sldId="2134807610"/>
            <ac:spMk id="128" creationId="{3E402182-7C81-86E4-91B3-B8D7FB24901B}"/>
          </ac:spMkLst>
        </pc:spChg>
        <pc:spChg chg="mod">
          <ac:chgData name="Ananthu Sunil" userId="d7e478f0-81f2-4b7e-9aaa-f27143366749" providerId="ADAL" clId="{87106D48-EF64-5C9D-87AF-5AFCC9784E7D}" dt="2026-04-14T08:42:06.109" v="132" actId="20577"/>
          <ac:spMkLst>
            <pc:docMk/>
            <pc:sldMk cId="3779954597" sldId="2134807610"/>
            <ac:spMk id="129" creationId="{B999216D-45BC-7632-4EF7-3FE693A6E0EE}"/>
          </ac:spMkLst>
        </pc:spChg>
        <pc:spChg chg="mod">
          <ac:chgData name="Ananthu Sunil" userId="d7e478f0-81f2-4b7e-9aaa-f27143366749" providerId="ADAL" clId="{87106D48-EF64-5C9D-87AF-5AFCC9784E7D}" dt="2026-04-14T08:42:04.416" v="131" actId="20577"/>
          <ac:spMkLst>
            <pc:docMk/>
            <pc:sldMk cId="3779954597" sldId="2134807610"/>
            <ac:spMk id="130" creationId="{481417B9-5533-40B0-8566-C127E71578A3}"/>
          </ac:spMkLst>
        </pc:spChg>
        <pc:spChg chg="mod">
          <ac:chgData name="Ananthu Sunil" userId="d7e478f0-81f2-4b7e-9aaa-f27143366749" providerId="ADAL" clId="{87106D48-EF64-5C9D-87AF-5AFCC9784E7D}" dt="2026-04-14T08:42:03.125" v="130" actId="20577"/>
          <ac:spMkLst>
            <pc:docMk/>
            <pc:sldMk cId="3779954597" sldId="2134807610"/>
            <ac:spMk id="131" creationId="{032911B1-3525-E8AC-E54F-DB03F596702A}"/>
          </ac:spMkLst>
        </pc:spChg>
        <pc:spChg chg="mod">
          <ac:chgData name="Ananthu Sunil" userId="d7e478f0-81f2-4b7e-9aaa-f27143366749" providerId="ADAL" clId="{87106D48-EF64-5C9D-87AF-5AFCC9784E7D}" dt="2026-04-14T08:41:10.854" v="81" actId="20577"/>
          <ac:spMkLst>
            <pc:docMk/>
            <pc:sldMk cId="3779954597" sldId="2134807610"/>
            <ac:spMk id="133" creationId="{2C30B5C7-8E0B-5AE5-B4C9-491A384DF9FD}"/>
          </ac:spMkLst>
        </pc:spChg>
        <pc:spChg chg="mod">
          <ac:chgData name="Ananthu Sunil" userId="d7e478f0-81f2-4b7e-9aaa-f27143366749" providerId="ADAL" clId="{87106D48-EF64-5C9D-87AF-5AFCC9784E7D}" dt="2026-04-14T08:41:13.142" v="83" actId="20577"/>
          <ac:spMkLst>
            <pc:docMk/>
            <pc:sldMk cId="3779954597" sldId="2134807610"/>
            <ac:spMk id="135" creationId="{60037B91-8BAE-87DE-FC79-5C4C28194B0B}"/>
          </ac:spMkLst>
        </pc:spChg>
        <pc:spChg chg="mod">
          <ac:chgData name="Ananthu Sunil" userId="d7e478f0-81f2-4b7e-9aaa-f27143366749" providerId="ADAL" clId="{87106D48-EF64-5C9D-87AF-5AFCC9784E7D}" dt="2026-04-14T08:41:07.094" v="80" actId="20577"/>
          <ac:spMkLst>
            <pc:docMk/>
            <pc:sldMk cId="3779954597" sldId="2134807610"/>
            <ac:spMk id="136" creationId="{B9DF8A88-CB9D-4718-A513-8755454E0091}"/>
          </ac:spMkLst>
        </pc:spChg>
        <pc:spChg chg="mod">
          <ac:chgData name="Ananthu Sunil" userId="d7e478f0-81f2-4b7e-9aaa-f27143366749" providerId="ADAL" clId="{87106D48-EF64-5C9D-87AF-5AFCC9784E7D}" dt="2026-04-14T08:41:06.079" v="79" actId="20577"/>
          <ac:spMkLst>
            <pc:docMk/>
            <pc:sldMk cId="3779954597" sldId="2134807610"/>
            <ac:spMk id="137" creationId="{981D3260-F2AF-7B59-AD96-81BC989FA0FC}"/>
          </ac:spMkLst>
        </pc:spChg>
        <pc:spChg chg="mod">
          <ac:chgData name="Ananthu Sunil" userId="d7e478f0-81f2-4b7e-9aaa-f27143366749" providerId="ADAL" clId="{87106D48-EF64-5C9D-87AF-5AFCC9784E7D}" dt="2026-04-14T08:41:11.974" v="82" actId="20577"/>
          <ac:spMkLst>
            <pc:docMk/>
            <pc:sldMk cId="3779954597" sldId="2134807610"/>
            <ac:spMk id="138" creationId="{B83A7A52-F737-86E4-FB5D-DA9E57C23A5B}"/>
          </ac:spMkLst>
        </pc:spChg>
        <pc:spChg chg="mod">
          <ac:chgData name="Ananthu Sunil" userId="d7e478f0-81f2-4b7e-9aaa-f27143366749" providerId="ADAL" clId="{87106D48-EF64-5C9D-87AF-5AFCC9784E7D}" dt="2026-04-14T08:41:14.076" v="84" actId="20577"/>
          <ac:spMkLst>
            <pc:docMk/>
            <pc:sldMk cId="3779954597" sldId="2134807610"/>
            <ac:spMk id="139" creationId="{9EF8DD50-1CCB-B7D4-FB89-FE759E66A648}"/>
          </ac:spMkLst>
        </pc:spChg>
        <pc:spChg chg="mod">
          <ac:chgData name="Ananthu Sunil" userId="d7e478f0-81f2-4b7e-9aaa-f27143366749" providerId="ADAL" clId="{87106D48-EF64-5C9D-87AF-5AFCC9784E7D}" dt="2026-04-14T08:40:56.708" v="70" actId="20577"/>
          <ac:spMkLst>
            <pc:docMk/>
            <pc:sldMk cId="3779954597" sldId="2134807610"/>
            <ac:spMk id="140" creationId="{5920D7DD-DC05-23F6-8813-F3C4D6A53BF9}"/>
          </ac:spMkLst>
        </pc:spChg>
        <pc:spChg chg="mod">
          <ac:chgData name="Ananthu Sunil" userId="d7e478f0-81f2-4b7e-9aaa-f27143366749" providerId="ADAL" clId="{87106D48-EF64-5C9D-87AF-5AFCC9784E7D}" dt="2026-04-14T08:41:00.880" v="74" actId="20577"/>
          <ac:spMkLst>
            <pc:docMk/>
            <pc:sldMk cId="3779954597" sldId="2134807610"/>
            <ac:spMk id="141" creationId="{00F9D31E-4961-B111-833B-9F66CEEC4CA5}"/>
          </ac:spMkLst>
        </pc:spChg>
        <pc:spChg chg="mod">
          <ac:chgData name="Ananthu Sunil" userId="d7e478f0-81f2-4b7e-9aaa-f27143366749" providerId="ADAL" clId="{87106D48-EF64-5C9D-87AF-5AFCC9784E7D}" dt="2026-04-14T08:40:58.893" v="72" actId="20577"/>
          <ac:spMkLst>
            <pc:docMk/>
            <pc:sldMk cId="3779954597" sldId="2134807610"/>
            <ac:spMk id="142" creationId="{933457ED-E233-D9AE-A20A-FE30F7AA00F2}"/>
          </ac:spMkLst>
        </pc:spChg>
        <pc:spChg chg="mod">
          <ac:chgData name="Ananthu Sunil" userId="d7e478f0-81f2-4b7e-9aaa-f27143366749" providerId="ADAL" clId="{87106D48-EF64-5C9D-87AF-5AFCC9784E7D}" dt="2026-04-14T08:40:59.857" v="73" actId="20577"/>
          <ac:spMkLst>
            <pc:docMk/>
            <pc:sldMk cId="3779954597" sldId="2134807610"/>
            <ac:spMk id="143" creationId="{BEDEB188-B517-EA6D-C643-CCC3A0873B72}"/>
          </ac:spMkLst>
        </pc:spChg>
        <pc:spChg chg="mod">
          <ac:chgData name="Ananthu Sunil" userId="d7e478f0-81f2-4b7e-9aaa-f27143366749" providerId="ADAL" clId="{87106D48-EF64-5C9D-87AF-5AFCC9784E7D}" dt="2026-04-14T08:41:01.804" v="75" actId="20577"/>
          <ac:spMkLst>
            <pc:docMk/>
            <pc:sldMk cId="3779954597" sldId="2134807610"/>
            <ac:spMk id="144" creationId="{A54528C3-72EC-9CEC-15E6-AEE2116E43FE}"/>
          </ac:spMkLst>
        </pc:spChg>
        <pc:spChg chg="mod">
          <ac:chgData name="Ananthu Sunil" userId="d7e478f0-81f2-4b7e-9aaa-f27143366749" providerId="ADAL" clId="{87106D48-EF64-5C9D-87AF-5AFCC9784E7D}" dt="2026-04-14T08:41:03.038" v="76" actId="20577"/>
          <ac:spMkLst>
            <pc:docMk/>
            <pc:sldMk cId="3779954597" sldId="2134807610"/>
            <ac:spMk id="145" creationId="{3819BE3D-FFE8-B729-7C66-B01E85F246C0}"/>
          </ac:spMkLst>
        </pc:spChg>
        <pc:spChg chg="mod">
          <ac:chgData name="Ananthu Sunil" userId="d7e478f0-81f2-4b7e-9aaa-f27143366749" providerId="ADAL" clId="{87106D48-EF64-5C9D-87AF-5AFCC9784E7D}" dt="2026-04-14T08:41:04.142" v="77" actId="20577"/>
          <ac:spMkLst>
            <pc:docMk/>
            <pc:sldMk cId="3779954597" sldId="2134807610"/>
            <ac:spMk id="146" creationId="{763E892C-3602-83ED-20CE-AC70111119FE}"/>
          </ac:spMkLst>
        </pc:spChg>
        <pc:spChg chg="mod">
          <ac:chgData name="Ananthu Sunil" userId="d7e478f0-81f2-4b7e-9aaa-f27143366749" providerId="ADAL" clId="{87106D48-EF64-5C9D-87AF-5AFCC9784E7D}" dt="2026-04-14T08:41:05.114" v="78" actId="20577"/>
          <ac:spMkLst>
            <pc:docMk/>
            <pc:sldMk cId="3779954597" sldId="2134807610"/>
            <ac:spMk id="147" creationId="{39364046-9D2E-27BC-0B61-20E0F2A6197E}"/>
          </ac:spMkLst>
        </pc:spChg>
        <pc:spChg chg="mod">
          <ac:chgData name="Ananthu Sunil" userId="d7e478f0-81f2-4b7e-9aaa-f27143366749" providerId="ADAL" clId="{87106D48-EF64-5C9D-87AF-5AFCC9784E7D}" dt="2026-04-14T08:40:57.857" v="71" actId="20577"/>
          <ac:spMkLst>
            <pc:docMk/>
            <pc:sldMk cId="3779954597" sldId="2134807610"/>
            <ac:spMk id="148" creationId="{8BB5DC6E-6A81-F43E-9D40-C4D3D48C55B1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4" creationId="{BBB3A218-6300-09ED-50AA-D9F4842539B8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5" creationId="{40538D99-16A3-AD75-A748-08977B5597CA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6" creationId="{9DD20FDF-B683-E1B9-16B8-337449FB34B2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7" creationId="{48A1ED30-3E37-FBA2-7342-BA248ADEF0F8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8" creationId="{49576245-BB38-3F15-CCD5-F4AAEA86DC33}"/>
          </ac:spMkLst>
        </pc:spChg>
        <pc:spChg chg="del mod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59" creationId="{10F733E3-47DF-0C7E-27B1-C6C17674B4FF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64" creationId="{88EB782A-EC2B-517C-3798-02C0B36B94D6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65" creationId="{B87D9F91-4E6E-F00A-365D-42815C0CFBE3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71" creationId="{BD903A57-9824-A3B2-AD8D-922C44F1060A}"/>
          </ac:spMkLst>
        </pc:spChg>
        <pc:spChg chg="del">
          <ac:chgData name="Ananthu Sunil" userId="d7e478f0-81f2-4b7e-9aaa-f27143366749" providerId="ADAL" clId="{87106D48-EF64-5C9D-87AF-5AFCC9784E7D}" dt="2026-04-14T08:42:10.820" v="137" actId="478"/>
          <ac:spMkLst>
            <pc:docMk/>
            <pc:sldMk cId="3779954597" sldId="2134807610"/>
            <ac:spMk id="172" creationId="{649B13C3-1953-C264-8C29-FD868B995B56}"/>
          </ac:spMkLst>
        </pc:spChg>
        <pc:spChg chg="del">
          <ac:chgData name="Ananthu Sunil" userId="d7e478f0-81f2-4b7e-9aaa-f27143366749" providerId="ADAL" clId="{87106D48-EF64-5C9D-87AF-5AFCC9784E7D}" dt="2026-04-14T08:42:13.757" v="142" actId="478"/>
          <ac:spMkLst>
            <pc:docMk/>
            <pc:sldMk cId="3779954597" sldId="2134807610"/>
            <ac:spMk id="173" creationId="{E7E75B9F-05FB-D501-FD04-25D919C21EA9}"/>
          </ac:spMkLst>
        </pc:spChg>
        <pc:spChg chg="del">
          <ac:chgData name="Ananthu Sunil" userId="d7e478f0-81f2-4b7e-9aaa-f27143366749" providerId="ADAL" clId="{87106D48-EF64-5C9D-87AF-5AFCC9784E7D}" dt="2026-04-14T08:42:13.757" v="142" actId="478"/>
          <ac:spMkLst>
            <pc:docMk/>
            <pc:sldMk cId="3779954597" sldId="2134807610"/>
            <ac:spMk id="174" creationId="{DB95467C-9A55-AD2C-1810-5C71E2938E00}"/>
          </ac:spMkLst>
        </pc:spChg>
        <pc:spChg chg="del">
          <ac:chgData name="Ananthu Sunil" userId="d7e478f0-81f2-4b7e-9aaa-f27143366749" providerId="ADAL" clId="{87106D48-EF64-5C9D-87AF-5AFCC9784E7D}" dt="2026-04-14T08:42:13.757" v="142" actId="478"/>
          <ac:spMkLst>
            <pc:docMk/>
            <pc:sldMk cId="3779954597" sldId="2134807610"/>
            <ac:spMk id="175" creationId="{0C8F55A0-4884-1EE9-053F-87BAFC0F3414}"/>
          </ac:spMkLst>
        </pc:spChg>
      </pc:sldChg>
      <pc:sldChg chg="delSp modSp mod">
        <pc:chgData name="Ananthu Sunil" userId="d7e478f0-81f2-4b7e-9aaa-f27143366749" providerId="ADAL" clId="{87106D48-EF64-5C9D-87AF-5AFCC9784E7D}" dt="2026-04-14T08:39:25.062" v="18"/>
        <pc:sldMkLst>
          <pc:docMk/>
          <pc:sldMk cId="1366306526" sldId="2134807611"/>
        </pc:sldMkLst>
        <pc:spChg chg="del">
          <ac:chgData name="Ananthu Sunil" userId="d7e478f0-81f2-4b7e-9aaa-f27143366749" providerId="ADAL" clId="{87106D48-EF64-5C9D-87AF-5AFCC9784E7D}" dt="2026-04-14T08:39:07.477" v="0" actId="478"/>
          <ac:spMkLst>
            <pc:docMk/>
            <pc:sldMk cId="1366306526" sldId="2134807611"/>
            <ac:spMk id="5" creationId="{B65C388F-DB13-D78E-B4C9-703561020E4E}"/>
          </ac:spMkLst>
        </pc:spChg>
        <pc:spChg chg="del">
          <ac:chgData name="Ananthu Sunil" userId="d7e478f0-81f2-4b7e-9aaa-f27143366749" providerId="ADAL" clId="{87106D48-EF64-5C9D-87AF-5AFCC9784E7D}" dt="2026-04-14T08:39:07.477" v="0" actId="478"/>
          <ac:spMkLst>
            <pc:docMk/>
            <pc:sldMk cId="1366306526" sldId="2134807611"/>
            <ac:spMk id="6" creationId="{6045927F-06FB-6E10-7C7A-31A4D2EF0BC3}"/>
          </ac:spMkLst>
        </pc:spChg>
        <pc:spChg chg="del mod">
          <ac:chgData name="Ananthu Sunil" userId="d7e478f0-81f2-4b7e-9aaa-f27143366749" providerId="ADAL" clId="{87106D48-EF64-5C9D-87AF-5AFCC9784E7D}" dt="2026-04-14T08:39:25.062" v="18"/>
          <ac:spMkLst>
            <pc:docMk/>
            <pc:sldMk cId="1366306526" sldId="2134807611"/>
            <ac:spMk id="32" creationId="{A84D3156-19E4-7A54-48EA-B63007ED2E59}"/>
          </ac:spMkLst>
        </pc:spChg>
        <pc:spChg chg="del mod">
          <ac:chgData name="Ananthu Sunil" userId="d7e478f0-81f2-4b7e-9aaa-f27143366749" providerId="ADAL" clId="{87106D48-EF64-5C9D-87AF-5AFCC9784E7D}" dt="2026-04-14T08:39:23.804" v="14"/>
          <ac:spMkLst>
            <pc:docMk/>
            <pc:sldMk cId="1366306526" sldId="2134807611"/>
            <ac:spMk id="33" creationId="{BC7D5658-0B3F-C1B4-09ED-9FDB83CEEA6C}"/>
          </ac:spMkLst>
        </pc:spChg>
        <pc:spChg chg="del mod">
          <ac:chgData name="Ananthu Sunil" userId="d7e478f0-81f2-4b7e-9aaa-f27143366749" providerId="ADAL" clId="{87106D48-EF64-5C9D-87AF-5AFCC9784E7D}" dt="2026-04-14T08:39:24.853" v="16"/>
          <ac:spMkLst>
            <pc:docMk/>
            <pc:sldMk cId="1366306526" sldId="2134807611"/>
            <ac:spMk id="34" creationId="{CB0C482B-3EFF-C3E5-0B00-2BAEDF3F8C27}"/>
          </ac:spMkLst>
        </pc:spChg>
        <pc:spChg chg="del mod">
          <ac:chgData name="Ananthu Sunil" userId="d7e478f0-81f2-4b7e-9aaa-f27143366749" providerId="ADAL" clId="{87106D48-EF64-5C9D-87AF-5AFCC9784E7D}" dt="2026-04-14T08:39:22.602" v="12"/>
          <ac:spMkLst>
            <pc:docMk/>
            <pc:sldMk cId="1366306526" sldId="2134807611"/>
            <ac:spMk id="35" creationId="{3435C790-A1F9-BE59-B855-508F78243C8F}"/>
          </ac:spMkLst>
        </pc:spChg>
      </pc:sldChg>
    </pc:docChg>
  </pc:docChgLst>
</pc:chgInfo>
</file>

<file path=ppt/comments/modernComment_7F3E9405_9BD0CD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89C1D5-A3EB-F040-8645-A8022379DBC5}" authorId="{E8C8683D-9B75-6CF3-63C5-230C7C25F186}" created="2023-06-13T10:10:34.600">
    <pc:sldMkLst xmlns:pc="http://schemas.microsoft.com/office/powerpoint/2013/main/command">
      <pc:docMk/>
      <pc:sldMk cId="1712406300" sldId="2134807556"/>
    </pc:sldMkLst>
    <p188:replyLst>
      <p188:reply id="{B0F838BF-92C6-4273-A6B1-58947961F53A}" authorId="{F3A137F2-D2A9-6DA0-2E9B-EE0E0008F428}" created="2023-06-14T04:50:41.628">
        <p188:txBody>
          <a:bodyPr/>
          <a:lstStyle/>
          <a:p>
            <a:r>
              <a:rPr lang="en-US"/>
              <a:t>have asked Ananthu to work on this</a:t>
            </a:r>
          </a:p>
        </p188:txBody>
      </p188:reply>
    </p188:replyLst>
    <p188:txBody>
      <a:bodyPr/>
      <a:lstStyle/>
      <a:p>
        <a:r>
          <a:rPr lang="en-GB"/>
          <a:t>Need to get this slide tidied up by designers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27A1E6-FDF0-4709-8A84-3C16ECF639BD}" type="doc">
      <dgm:prSet loTypeId="urn:microsoft.com/office/officeart/2005/8/layout/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750BCA36-8533-409E-962A-CB6A493B769F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/>
            <a:t>Mission</a:t>
          </a:r>
          <a:endParaRPr lang="en-IN"/>
        </a:p>
      </dgm:t>
    </dgm:pt>
    <dgm:pt modelId="{AF5DB9D7-887C-4B12-9967-310E2F6CAB1C}" type="parTrans" cxnId="{044ABF9B-5C02-4E3F-A701-6717E86B910D}">
      <dgm:prSet/>
      <dgm:spPr/>
      <dgm:t>
        <a:bodyPr/>
        <a:lstStyle/>
        <a:p>
          <a:endParaRPr lang="en-IN"/>
        </a:p>
      </dgm:t>
    </dgm:pt>
    <dgm:pt modelId="{3534991E-A8FC-4243-A98C-6C74D2927157}" type="sibTrans" cxnId="{044ABF9B-5C02-4E3F-A701-6717E86B910D}">
      <dgm:prSet/>
      <dgm:spPr/>
      <dgm:t>
        <a:bodyPr/>
        <a:lstStyle/>
        <a:p>
          <a:endParaRPr lang="en-IN"/>
        </a:p>
      </dgm:t>
    </dgm:pt>
    <dgm:pt modelId="{00BB9AF7-3597-4B48-8BBA-4C8B059654E9}">
      <dgm:prSet phldrT="[Text]"/>
      <dgm:spPr/>
      <dgm:t>
        <a:bodyPr/>
        <a:lstStyle/>
        <a:p>
          <a:pPr rtl="0"/>
          <a:endParaRPr lang="en-IN"/>
        </a:p>
      </dgm:t>
    </dgm:pt>
    <dgm:pt modelId="{D5897930-DB6D-47BE-A43E-946BD6383DA8}" type="parTrans" cxnId="{B665216C-2760-4D22-85A0-C0DB59C85142}">
      <dgm:prSet/>
      <dgm:spPr/>
      <dgm:t>
        <a:bodyPr/>
        <a:lstStyle/>
        <a:p>
          <a:endParaRPr lang="en-IN"/>
        </a:p>
      </dgm:t>
    </dgm:pt>
    <dgm:pt modelId="{8F3A7673-BFDC-4385-899A-CE370A47EDC5}" type="sibTrans" cxnId="{B665216C-2760-4D22-85A0-C0DB59C85142}">
      <dgm:prSet/>
      <dgm:spPr/>
      <dgm:t>
        <a:bodyPr/>
        <a:lstStyle/>
        <a:p>
          <a:endParaRPr lang="en-IN"/>
        </a:p>
      </dgm:t>
    </dgm:pt>
    <dgm:pt modelId="{F857E5FB-72C6-4AB7-92ED-8275021E7509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/>
            <a:t>Vision</a:t>
          </a:r>
          <a:endParaRPr lang="en-IN"/>
        </a:p>
      </dgm:t>
    </dgm:pt>
    <dgm:pt modelId="{CA4CFD3F-F99C-4394-8B77-4C35AC3A3F3B}" type="parTrans" cxnId="{37D5F14C-4F5E-4CBC-A671-7A58D5A1461E}">
      <dgm:prSet/>
      <dgm:spPr/>
      <dgm:t>
        <a:bodyPr/>
        <a:lstStyle/>
        <a:p>
          <a:endParaRPr lang="en-IN"/>
        </a:p>
      </dgm:t>
    </dgm:pt>
    <dgm:pt modelId="{7639ED2C-B8B7-4F11-929D-17BB86369598}" type="sibTrans" cxnId="{37D5F14C-4F5E-4CBC-A671-7A58D5A1461E}">
      <dgm:prSet/>
      <dgm:spPr/>
      <dgm:t>
        <a:bodyPr/>
        <a:lstStyle/>
        <a:p>
          <a:endParaRPr lang="en-IN"/>
        </a:p>
      </dgm:t>
    </dgm:pt>
    <dgm:pt modelId="{B3BE5467-BE2C-4D13-8C48-41AFFA3A85F5}">
      <dgm:prSet phldrT="[Text]"/>
      <dgm:spPr/>
      <dgm:t>
        <a:bodyPr/>
        <a:lstStyle/>
        <a:p>
          <a:endParaRPr lang="en-IN"/>
        </a:p>
      </dgm:t>
    </dgm:pt>
    <dgm:pt modelId="{B68B3DBF-374A-4B6F-B18A-A71BF93B7E61}" type="parTrans" cxnId="{23EB4415-F431-49C3-987E-535286F0E567}">
      <dgm:prSet/>
      <dgm:spPr/>
      <dgm:t>
        <a:bodyPr/>
        <a:lstStyle/>
        <a:p>
          <a:endParaRPr lang="en-IN"/>
        </a:p>
      </dgm:t>
    </dgm:pt>
    <dgm:pt modelId="{FF7DDF77-7C0F-45EC-8D00-C4A19011D68E}" type="sibTrans" cxnId="{23EB4415-F431-49C3-987E-535286F0E567}">
      <dgm:prSet/>
      <dgm:spPr/>
      <dgm:t>
        <a:bodyPr/>
        <a:lstStyle/>
        <a:p>
          <a:endParaRPr lang="en-IN"/>
        </a:p>
      </dgm:t>
    </dgm:pt>
    <dgm:pt modelId="{59ADE75D-1B2B-4DA9-BAE0-CF2D1ABF17A4}">
      <dgm:prSet phldrT="[Text]"/>
      <dgm:spPr>
        <a:solidFill>
          <a:srgbClr val="002060"/>
        </a:solidFill>
      </dgm:spPr>
      <dgm:t>
        <a:bodyPr/>
        <a:lstStyle/>
        <a:p>
          <a:r>
            <a:rPr lang="en-US"/>
            <a:t>Strategy</a:t>
          </a:r>
          <a:endParaRPr lang="en-IN"/>
        </a:p>
      </dgm:t>
    </dgm:pt>
    <dgm:pt modelId="{FBC4DC76-424F-41F5-841B-A96AE6C8C69A}" type="parTrans" cxnId="{41A27EE2-F74A-4291-8801-F883541CFE29}">
      <dgm:prSet/>
      <dgm:spPr/>
      <dgm:t>
        <a:bodyPr/>
        <a:lstStyle/>
        <a:p>
          <a:endParaRPr lang="en-IN"/>
        </a:p>
      </dgm:t>
    </dgm:pt>
    <dgm:pt modelId="{286AC3A1-4F93-4FEF-9FD6-A827BE2808DA}" type="sibTrans" cxnId="{41A27EE2-F74A-4291-8801-F883541CFE29}">
      <dgm:prSet/>
      <dgm:spPr/>
      <dgm:t>
        <a:bodyPr/>
        <a:lstStyle/>
        <a:p>
          <a:endParaRPr lang="en-IN"/>
        </a:p>
      </dgm:t>
    </dgm:pt>
    <dgm:pt modelId="{979F50C9-E859-47A5-A7EE-F1BD34ADAE8D}">
      <dgm:prSet phldrT="[Text]"/>
      <dgm:spPr/>
      <dgm:t>
        <a:bodyPr/>
        <a:lstStyle/>
        <a:p>
          <a:pPr rtl="0"/>
          <a:endParaRPr lang="en-IN"/>
        </a:p>
      </dgm:t>
    </dgm:pt>
    <dgm:pt modelId="{B5B47B3E-07AC-415E-A620-9B71AF9DC78D}" type="parTrans" cxnId="{69A88570-CAC3-40AA-952D-418782E15C53}">
      <dgm:prSet/>
      <dgm:spPr/>
      <dgm:t>
        <a:bodyPr/>
        <a:lstStyle/>
        <a:p>
          <a:endParaRPr lang="en-IN"/>
        </a:p>
      </dgm:t>
    </dgm:pt>
    <dgm:pt modelId="{4D233B68-CF53-40C0-A893-AB48F5F1BF89}" type="sibTrans" cxnId="{69A88570-CAC3-40AA-952D-418782E15C53}">
      <dgm:prSet/>
      <dgm:spPr/>
      <dgm:t>
        <a:bodyPr/>
        <a:lstStyle/>
        <a:p>
          <a:endParaRPr lang="en-IN"/>
        </a:p>
      </dgm:t>
    </dgm:pt>
    <dgm:pt modelId="{0963B1D3-5D40-4F77-9147-088038048E6A}">
      <dgm:prSet phldrT="[Text]"/>
      <dgm:spPr/>
      <dgm:t>
        <a:bodyPr/>
        <a:lstStyle/>
        <a:p>
          <a:pPr rtl="0"/>
          <a:endParaRPr lang="en-IN"/>
        </a:p>
      </dgm:t>
    </dgm:pt>
    <dgm:pt modelId="{EB4789D1-9D68-428D-99C4-272C31F5A39E}" type="parTrans" cxnId="{3B67F8C9-E151-4E6B-A80E-65D4FF376FC4}">
      <dgm:prSet/>
      <dgm:spPr/>
      <dgm:t>
        <a:bodyPr/>
        <a:lstStyle/>
        <a:p>
          <a:endParaRPr lang="en-IN"/>
        </a:p>
      </dgm:t>
    </dgm:pt>
    <dgm:pt modelId="{255A05C8-61FF-4FAD-87BB-21EE7DE25B6D}" type="sibTrans" cxnId="{3B67F8C9-E151-4E6B-A80E-65D4FF376FC4}">
      <dgm:prSet/>
      <dgm:spPr/>
      <dgm:t>
        <a:bodyPr/>
        <a:lstStyle/>
        <a:p>
          <a:endParaRPr lang="en-IN"/>
        </a:p>
      </dgm:t>
    </dgm:pt>
    <dgm:pt modelId="{6460097B-BA20-4370-92A3-60690BF98CA9}">
      <dgm:prSet phldrT="[Text]"/>
      <dgm:spPr/>
      <dgm:t>
        <a:bodyPr/>
        <a:lstStyle/>
        <a:p>
          <a:pPr rtl="0"/>
          <a:endParaRPr lang="en-IN"/>
        </a:p>
      </dgm:t>
    </dgm:pt>
    <dgm:pt modelId="{2A9F222B-0EBE-46E4-89F9-C9073F4D7746}" type="parTrans" cxnId="{9BB573D7-F2A1-4787-BFD7-612D815E6433}">
      <dgm:prSet/>
      <dgm:spPr/>
      <dgm:t>
        <a:bodyPr/>
        <a:lstStyle/>
        <a:p>
          <a:endParaRPr lang="en-IN"/>
        </a:p>
      </dgm:t>
    </dgm:pt>
    <dgm:pt modelId="{B2090B89-05B3-40C0-B097-58B0DC63796A}" type="sibTrans" cxnId="{9BB573D7-F2A1-4787-BFD7-612D815E6433}">
      <dgm:prSet/>
      <dgm:spPr/>
      <dgm:t>
        <a:bodyPr/>
        <a:lstStyle/>
        <a:p>
          <a:endParaRPr lang="en-IN"/>
        </a:p>
      </dgm:t>
    </dgm:pt>
    <dgm:pt modelId="{5D60ED5B-0F97-4B78-9609-D1817F2F09F0}">
      <dgm:prSet phldrT="[Text]"/>
      <dgm:spPr/>
      <dgm:t>
        <a:bodyPr/>
        <a:lstStyle/>
        <a:p>
          <a:endParaRPr lang="en-IN"/>
        </a:p>
      </dgm:t>
    </dgm:pt>
    <dgm:pt modelId="{C832A131-0FC0-44BD-AD50-E1F65F64D0BD}" type="parTrans" cxnId="{A3E8968C-57CB-486C-9F7E-B6E95D7CBCC8}">
      <dgm:prSet/>
      <dgm:spPr/>
      <dgm:t>
        <a:bodyPr/>
        <a:lstStyle/>
        <a:p>
          <a:endParaRPr lang="en-IN"/>
        </a:p>
      </dgm:t>
    </dgm:pt>
    <dgm:pt modelId="{7CB39D5D-ED09-4750-8A79-3A2CA280A8DE}" type="sibTrans" cxnId="{A3E8968C-57CB-486C-9F7E-B6E95D7CBCC8}">
      <dgm:prSet/>
      <dgm:spPr/>
      <dgm:t>
        <a:bodyPr/>
        <a:lstStyle/>
        <a:p>
          <a:endParaRPr lang="en-IN"/>
        </a:p>
      </dgm:t>
    </dgm:pt>
    <dgm:pt modelId="{60FDF1F7-A993-4820-A745-4F340CE72F03}" type="pres">
      <dgm:prSet presAssocID="{E627A1E6-FDF0-4709-8A84-3C16ECF639BD}" presName="Name0" presStyleCnt="0">
        <dgm:presLayoutVars>
          <dgm:dir/>
          <dgm:animLvl val="lvl"/>
          <dgm:resizeHandles val="exact"/>
        </dgm:presLayoutVars>
      </dgm:prSet>
      <dgm:spPr/>
    </dgm:pt>
    <dgm:pt modelId="{DB78464A-925D-48FD-9703-B3C660A8426D}" type="pres">
      <dgm:prSet presAssocID="{59ADE75D-1B2B-4DA9-BAE0-CF2D1ABF17A4}" presName="boxAndChildren" presStyleCnt="0"/>
      <dgm:spPr/>
    </dgm:pt>
    <dgm:pt modelId="{EBB3B3B5-0B56-4EB0-A87D-A878AA7D8303}" type="pres">
      <dgm:prSet presAssocID="{59ADE75D-1B2B-4DA9-BAE0-CF2D1ABF17A4}" presName="parentTextBox" presStyleLbl="node1" presStyleIdx="0" presStyleCnt="3"/>
      <dgm:spPr/>
    </dgm:pt>
    <dgm:pt modelId="{97FB21FD-83E0-443F-A6C8-FF1A7686C44F}" type="pres">
      <dgm:prSet presAssocID="{59ADE75D-1B2B-4DA9-BAE0-CF2D1ABF17A4}" presName="entireBox" presStyleLbl="node1" presStyleIdx="0" presStyleCnt="3"/>
      <dgm:spPr/>
    </dgm:pt>
    <dgm:pt modelId="{265532B9-A9BA-47B2-B326-AC1B1512741C}" type="pres">
      <dgm:prSet presAssocID="{59ADE75D-1B2B-4DA9-BAE0-CF2D1ABF17A4}" presName="descendantBox" presStyleCnt="0"/>
      <dgm:spPr/>
    </dgm:pt>
    <dgm:pt modelId="{0AA49193-F480-4AC6-9EFF-9996799C5FA4}" type="pres">
      <dgm:prSet presAssocID="{979F50C9-E859-47A5-A7EE-F1BD34ADAE8D}" presName="childTextBox" presStyleLbl="fgAccFollowNode1" presStyleIdx="0" presStyleCnt="6">
        <dgm:presLayoutVars>
          <dgm:bulletEnabled val="1"/>
        </dgm:presLayoutVars>
      </dgm:prSet>
      <dgm:spPr/>
    </dgm:pt>
    <dgm:pt modelId="{7CB47BEC-1DE1-4C05-B54A-9167BDFCAE13}" type="pres">
      <dgm:prSet presAssocID="{0963B1D3-5D40-4F77-9147-088038048E6A}" presName="childTextBox" presStyleLbl="fgAccFollowNode1" presStyleIdx="1" presStyleCnt="6">
        <dgm:presLayoutVars>
          <dgm:bulletEnabled val="1"/>
        </dgm:presLayoutVars>
      </dgm:prSet>
      <dgm:spPr/>
    </dgm:pt>
    <dgm:pt modelId="{231C7D8E-0774-4FC7-8BC7-963CE0EBDFEC}" type="pres">
      <dgm:prSet presAssocID="{6460097B-BA20-4370-92A3-60690BF98CA9}" presName="childTextBox" presStyleLbl="fgAccFollowNode1" presStyleIdx="2" presStyleCnt="6">
        <dgm:presLayoutVars>
          <dgm:bulletEnabled val="1"/>
        </dgm:presLayoutVars>
      </dgm:prSet>
      <dgm:spPr/>
    </dgm:pt>
    <dgm:pt modelId="{D4574F32-8F5C-4C51-BCA5-06B634BC36D3}" type="pres">
      <dgm:prSet presAssocID="{5D60ED5B-0F97-4B78-9609-D1817F2F09F0}" presName="childTextBox" presStyleLbl="fgAccFollowNode1" presStyleIdx="3" presStyleCnt="6">
        <dgm:presLayoutVars>
          <dgm:bulletEnabled val="1"/>
        </dgm:presLayoutVars>
      </dgm:prSet>
      <dgm:spPr/>
    </dgm:pt>
    <dgm:pt modelId="{61D54E48-AE87-4F9C-BCAC-637E04A4BA8F}" type="pres">
      <dgm:prSet presAssocID="{7639ED2C-B8B7-4F11-929D-17BB86369598}" presName="sp" presStyleCnt="0"/>
      <dgm:spPr/>
    </dgm:pt>
    <dgm:pt modelId="{A317ADDE-0CF8-4A66-808E-0C684A6238F2}" type="pres">
      <dgm:prSet presAssocID="{F857E5FB-72C6-4AB7-92ED-8275021E7509}" presName="arrowAndChildren" presStyleCnt="0"/>
      <dgm:spPr/>
    </dgm:pt>
    <dgm:pt modelId="{A0296218-EE11-47CD-B70B-E49AEE07CF47}" type="pres">
      <dgm:prSet presAssocID="{F857E5FB-72C6-4AB7-92ED-8275021E7509}" presName="parentTextArrow" presStyleLbl="node1" presStyleIdx="0" presStyleCnt="3"/>
      <dgm:spPr/>
    </dgm:pt>
    <dgm:pt modelId="{318F1183-57A2-4C2D-B325-345D5609527F}" type="pres">
      <dgm:prSet presAssocID="{F857E5FB-72C6-4AB7-92ED-8275021E7509}" presName="arrow" presStyleLbl="node1" presStyleIdx="1" presStyleCnt="3" custScaleY="99904"/>
      <dgm:spPr/>
    </dgm:pt>
    <dgm:pt modelId="{FEBF5270-F5B6-47D6-B2F2-CA81243097F2}" type="pres">
      <dgm:prSet presAssocID="{F857E5FB-72C6-4AB7-92ED-8275021E7509}" presName="descendantArrow" presStyleCnt="0"/>
      <dgm:spPr/>
    </dgm:pt>
    <dgm:pt modelId="{B229728C-A987-4F98-BC10-C490F66CC958}" type="pres">
      <dgm:prSet presAssocID="{B3BE5467-BE2C-4D13-8C48-41AFFA3A85F5}" presName="childTextArrow" presStyleLbl="fgAccFollowNode1" presStyleIdx="4" presStyleCnt="6">
        <dgm:presLayoutVars>
          <dgm:bulletEnabled val="1"/>
        </dgm:presLayoutVars>
      </dgm:prSet>
      <dgm:spPr/>
    </dgm:pt>
    <dgm:pt modelId="{0F869661-DEAD-4071-AFDE-397096B72593}" type="pres">
      <dgm:prSet presAssocID="{3534991E-A8FC-4243-A98C-6C74D2927157}" presName="sp" presStyleCnt="0"/>
      <dgm:spPr/>
    </dgm:pt>
    <dgm:pt modelId="{E6399AFD-7656-4EF6-B092-A82DF3CE6569}" type="pres">
      <dgm:prSet presAssocID="{750BCA36-8533-409E-962A-CB6A493B769F}" presName="arrowAndChildren" presStyleCnt="0"/>
      <dgm:spPr/>
    </dgm:pt>
    <dgm:pt modelId="{0F51337B-FEE3-4CCC-BDE8-F2218ED2F0BB}" type="pres">
      <dgm:prSet presAssocID="{750BCA36-8533-409E-962A-CB6A493B769F}" presName="parentTextArrow" presStyleLbl="node1" presStyleIdx="1" presStyleCnt="3"/>
      <dgm:spPr/>
    </dgm:pt>
    <dgm:pt modelId="{FBF9A501-1FC4-442A-9ABD-775ECD60AF3F}" type="pres">
      <dgm:prSet presAssocID="{750BCA36-8533-409E-962A-CB6A493B769F}" presName="arrow" presStyleLbl="node1" presStyleIdx="2" presStyleCnt="3" custScaleY="93938"/>
      <dgm:spPr/>
    </dgm:pt>
    <dgm:pt modelId="{0E5BFAF8-B97A-4032-B9A1-788DEAD427AB}" type="pres">
      <dgm:prSet presAssocID="{750BCA36-8533-409E-962A-CB6A493B769F}" presName="descendantArrow" presStyleCnt="0"/>
      <dgm:spPr/>
    </dgm:pt>
    <dgm:pt modelId="{0B9870B6-CBA0-47C6-873B-639AFD7A4878}" type="pres">
      <dgm:prSet presAssocID="{00BB9AF7-3597-4B48-8BBA-4C8B059654E9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DCA35804-FC37-4139-B803-C76C42870438}" type="presOf" srcId="{B3BE5467-BE2C-4D13-8C48-41AFFA3A85F5}" destId="{B229728C-A987-4F98-BC10-C490F66CC958}" srcOrd="0" destOrd="0" presId="urn:microsoft.com/office/officeart/2005/8/layout/process4"/>
    <dgm:cxn modelId="{23EB4415-F431-49C3-987E-535286F0E567}" srcId="{F857E5FB-72C6-4AB7-92ED-8275021E7509}" destId="{B3BE5467-BE2C-4D13-8C48-41AFFA3A85F5}" srcOrd="0" destOrd="0" parTransId="{B68B3DBF-374A-4B6F-B18A-A71BF93B7E61}" sibTransId="{FF7DDF77-7C0F-45EC-8D00-C4A19011D68E}"/>
    <dgm:cxn modelId="{8F205E1A-2E2A-41D6-BA38-3440104DDCE7}" type="presOf" srcId="{5D60ED5B-0F97-4B78-9609-D1817F2F09F0}" destId="{D4574F32-8F5C-4C51-BCA5-06B634BC36D3}" srcOrd="0" destOrd="0" presId="urn:microsoft.com/office/officeart/2005/8/layout/process4"/>
    <dgm:cxn modelId="{3CC63821-B813-4AF3-816B-9A10F24B66EB}" type="presOf" srcId="{00BB9AF7-3597-4B48-8BBA-4C8B059654E9}" destId="{0B9870B6-CBA0-47C6-873B-639AFD7A4878}" srcOrd="0" destOrd="0" presId="urn:microsoft.com/office/officeart/2005/8/layout/process4"/>
    <dgm:cxn modelId="{0A181F39-1ED2-45DF-9BA9-E7B959CA60C8}" type="presOf" srcId="{750BCA36-8533-409E-962A-CB6A493B769F}" destId="{0F51337B-FEE3-4CCC-BDE8-F2218ED2F0BB}" srcOrd="0" destOrd="0" presId="urn:microsoft.com/office/officeart/2005/8/layout/process4"/>
    <dgm:cxn modelId="{13585F5C-827D-40D6-9CDA-5B1DA8307BC5}" type="presOf" srcId="{59ADE75D-1B2B-4DA9-BAE0-CF2D1ABF17A4}" destId="{EBB3B3B5-0B56-4EB0-A87D-A878AA7D8303}" srcOrd="0" destOrd="0" presId="urn:microsoft.com/office/officeart/2005/8/layout/process4"/>
    <dgm:cxn modelId="{96F7E668-009E-48E6-AD65-544C341423E9}" type="presOf" srcId="{59ADE75D-1B2B-4DA9-BAE0-CF2D1ABF17A4}" destId="{97FB21FD-83E0-443F-A6C8-FF1A7686C44F}" srcOrd="1" destOrd="0" presId="urn:microsoft.com/office/officeart/2005/8/layout/process4"/>
    <dgm:cxn modelId="{B665216C-2760-4D22-85A0-C0DB59C85142}" srcId="{750BCA36-8533-409E-962A-CB6A493B769F}" destId="{00BB9AF7-3597-4B48-8BBA-4C8B059654E9}" srcOrd="0" destOrd="0" parTransId="{D5897930-DB6D-47BE-A43E-946BD6383DA8}" sibTransId="{8F3A7673-BFDC-4385-899A-CE370A47EDC5}"/>
    <dgm:cxn modelId="{37D5F14C-4F5E-4CBC-A671-7A58D5A1461E}" srcId="{E627A1E6-FDF0-4709-8A84-3C16ECF639BD}" destId="{F857E5FB-72C6-4AB7-92ED-8275021E7509}" srcOrd="1" destOrd="0" parTransId="{CA4CFD3F-F99C-4394-8B77-4C35AC3A3F3B}" sibTransId="{7639ED2C-B8B7-4F11-929D-17BB86369598}"/>
    <dgm:cxn modelId="{69A88570-CAC3-40AA-952D-418782E15C53}" srcId="{59ADE75D-1B2B-4DA9-BAE0-CF2D1ABF17A4}" destId="{979F50C9-E859-47A5-A7EE-F1BD34ADAE8D}" srcOrd="0" destOrd="0" parTransId="{B5B47B3E-07AC-415E-A620-9B71AF9DC78D}" sibTransId="{4D233B68-CF53-40C0-A893-AB48F5F1BF89}"/>
    <dgm:cxn modelId="{A80BDE55-94F0-4280-A3D3-919A075E5BD9}" type="presOf" srcId="{750BCA36-8533-409E-962A-CB6A493B769F}" destId="{FBF9A501-1FC4-442A-9ABD-775ECD60AF3F}" srcOrd="1" destOrd="0" presId="urn:microsoft.com/office/officeart/2005/8/layout/process4"/>
    <dgm:cxn modelId="{A3E8968C-57CB-486C-9F7E-B6E95D7CBCC8}" srcId="{59ADE75D-1B2B-4DA9-BAE0-CF2D1ABF17A4}" destId="{5D60ED5B-0F97-4B78-9609-D1817F2F09F0}" srcOrd="3" destOrd="0" parTransId="{C832A131-0FC0-44BD-AD50-E1F65F64D0BD}" sibTransId="{7CB39D5D-ED09-4750-8A79-3A2CA280A8DE}"/>
    <dgm:cxn modelId="{044ABF9B-5C02-4E3F-A701-6717E86B910D}" srcId="{E627A1E6-FDF0-4709-8A84-3C16ECF639BD}" destId="{750BCA36-8533-409E-962A-CB6A493B769F}" srcOrd="0" destOrd="0" parTransId="{AF5DB9D7-887C-4B12-9967-310E2F6CAB1C}" sibTransId="{3534991E-A8FC-4243-A98C-6C74D2927157}"/>
    <dgm:cxn modelId="{2263919F-B62B-4DBB-8F5E-B18005FAB553}" type="presOf" srcId="{6460097B-BA20-4370-92A3-60690BF98CA9}" destId="{231C7D8E-0774-4FC7-8BC7-963CE0EBDFEC}" srcOrd="0" destOrd="0" presId="urn:microsoft.com/office/officeart/2005/8/layout/process4"/>
    <dgm:cxn modelId="{43E835AD-A539-48C0-8620-7A7CB50723E0}" type="presOf" srcId="{F857E5FB-72C6-4AB7-92ED-8275021E7509}" destId="{318F1183-57A2-4C2D-B325-345D5609527F}" srcOrd="1" destOrd="0" presId="urn:microsoft.com/office/officeart/2005/8/layout/process4"/>
    <dgm:cxn modelId="{3B67F8C9-E151-4E6B-A80E-65D4FF376FC4}" srcId="{59ADE75D-1B2B-4DA9-BAE0-CF2D1ABF17A4}" destId="{0963B1D3-5D40-4F77-9147-088038048E6A}" srcOrd="1" destOrd="0" parTransId="{EB4789D1-9D68-428D-99C4-272C31F5A39E}" sibTransId="{255A05C8-61FF-4FAD-87BB-21EE7DE25B6D}"/>
    <dgm:cxn modelId="{AB4A5ED2-2F1F-42C4-90CE-997B67FB9EE4}" type="presOf" srcId="{979F50C9-E859-47A5-A7EE-F1BD34ADAE8D}" destId="{0AA49193-F480-4AC6-9EFF-9996799C5FA4}" srcOrd="0" destOrd="0" presId="urn:microsoft.com/office/officeart/2005/8/layout/process4"/>
    <dgm:cxn modelId="{9BB573D7-F2A1-4787-BFD7-612D815E6433}" srcId="{59ADE75D-1B2B-4DA9-BAE0-CF2D1ABF17A4}" destId="{6460097B-BA20-4370-92A3-60690BF98CA9}" srcOrd="2" destOrd="0" parTransId="{2A9F222B-0EBE-46E4-89F9-C9073F4D7746}" sibTransId="{B2090B89-05B3-40C0-B097-58B0DC63796A}"/>
    <dgm:cxn modelId="{F9365EDF-ABCA-4165-AED6-FC17DB6EA68E}" type="presOf" srcId="{E627A1E6-FDF0-4709-8A84-3C16ECF639BD}" destId="{60FDF1F7-A993-4820-A745-4F340CE72F03}" srcOrd="0" destOrd="0" presId="urn:microsoft.com/office/officeart/2005/8/layout/process4"/>
    <dgm:cxn modelId="{41A27EE2-F74A-4291-8801-F883541CFE29}" srcId="{E627A1E6-FDF0-4709-8A84-3C16ECF639BD}" destId="{59ADE75D-1B2B-4DA9-BAE0-CF2D1ABF17A4}" srcOrd="2" destOrd="0" parTransId="{FBC4DC76-424F-41F5-841B-A96AE6C8C69A}" sibTransId="{286AC3A1-4F93-4FEF-9FD6-A827BE2808DA}"/>
    <dgm:cxn modelId="{78F8BBFA-BBF4-4DB8-913A-A911E3292262}" type="presOf" srcId="{F857E5FB-72C6-4AB7-92ED-8275021E7509}" destId="{A0296218-EE11-47CD-B70B-E49AEE07CF47}" srcOrd="0" destOrd="0" presId="urn:microsoft.com/office/officeart/2005/8/layout/process4"/>
    <dgm:cxn modelId="{996DCCFF-6081-4664-AC8D-8CACC7DF7BA7}" type="presOf" srcId="{0963B1D3-5D40-4F77-9147-088038048E6A}" destId="{7CB47BEC-1DE1-4C05-B54A-9167BDFCAE13}" srcOrd="0" destOrd="0" presId="urn:microsoft.com/office/officeart/2005/8/layout/process4"/>
    <dgm:cxn modelId="{BA7FC76C-7CF2-4FBF-9227-32450AAAB7F1}" type="presParOf" srcId="{60FDF1F7-A993-4820-A745-4F340CE72F03}" destId="{DB78464A-925D-48FD-9703-B3C660A8426D}" srcOrd="0" destOrd="0" presId="urn:microsoft.com/office/officeart/2005/8/layout/process4"/>
    <dgm:cxn modelId="{8998C693-B051-496F-AE19-E92997D19F64}" type="presParOf" srcId="{DB78464A-925D-48FD-9703-B3C660A8426D}" destId="{EBB3B3B5-0B56-4EB0-A87D-A878AA7D8303}" srcOrd="0" destOrd="0" presId="urn:microsoft.com/office/officeart/2005/8/layout/process4"/>
    <dgm:cxn modelId="{1BC8D3F7-F9F7-4AD9-AE94-6C1512485C29}" type="presParOf" srcId="{DB78464A-925D-48FD-9703-B3C660A8426D}" destId="{97FB21FD-83E0-443F-A6C8-FF1A7686C44F}" srcOrd="1" destOrd="0" presId="urn:microsoft.com/office/officeart/2005/8/layout/process4"/>
    <dgm:cxn modelId="{2B899E25-E7DD-4C3D-B61A-5071455346D8}" type="presParOf" srcId="{DB78464A-925D-48FD-9703-B3C660A8426D}" destId="{265532B9-A9BA-47B2-B326-AC1B1512741C}" srcOrd="2" destOrd="0" presId="urn:microsoft.com/office/officeart/2005/8/layout/process4"/>
    <dgm:cxn modelId="{2C976F08-D193-4CA1-8ACB-70DDF55294EB}" type="presParOf" srcId="{265532B9-A9BA-47B2-B326-AC1B1512741C}" destId="{0AA49193-F480-4AC6-9EFF-9996799C5FA4}" srcOrd="0" destOrd="0" presId="urn:microsoft.com/office/officeart/2005/8/layout/process4"/>
    <dgm:cxn modelId="{9F888FA9-0992-4094-959D-77212BE6AE5A}" type="presParOf" srcId="{265532B9-A9BA-47B2-B326-AC1B1512741C}" destId="{7CB47BEC-1DE1-4C05-B54A-9167BDFCAE13}" srcOrd="1" destOrd="0" presId="urn:microsoft.com/office/officeart/2005/8/layout/process4"/>
    <dgm:cxn modelId="{EF75D663-AC43-4A13-A685-5833D989F263}" type="presParOf" srcId="{265532B9-A9BA-47B2-B326-AC1B1512741C}" destId="{231C7D8E-0774-4FC7-8BC7-963CE0EBDFEC}" srcOrd="2" destOrd="0" presId="urn:microsoft.com/office/officeart/2005/8/layout/process4"/>
    <dgm:cxn modelId="{A3BDC008-4776-4CA4-A072-8EE85E21EDDB}" type="presParOf" srcId="{265532B9-A9BA-47B2-B326-AC1B1512741C}" destId="{D4574F32-8F5C-4C51-BCA5-06B634BC36D3}" srcOrd="3" destOrd="0" presId="urn:microsoft.com/office/officeart/2005/8/layout/process4"/>
    <dgm:cxn modelId="{4453AEFE-D005-4B51-B96D-437278C041D4}" type="presParOf" srcId="{60FDF1F7-A993-4820-A745-4F340CE72F03}" destId="{61D54E48-AE87-4F9C-BCAC-637E04A4BA8F}" srcOrd="1" destOrd="0" presId="urn:microsoft.com/office/officeart/2005/8/layout/process4"/>
    <dgm:cxn modelId="{FB333253-1A08-479B-B13C-128907E659AD}" type="presParOf" srcId="{60FDF1F7-A993-4820-A745-4F340CE72F03}" destId="{A317ADDE-0CF8-4A66-808E-0C684A6238F2}" srcOrd="2" destOrd="0" presId="urn:microsoft.com/office/officeart/2005/8/layout/process4"/>
    <dgm:cxn modelId="{B5A733FF-CB7E-46E1-BA83-B0A4DDA16E4E}" type="presParOf" srcId="{A317ADDE-0CF8-4A66-808E-0C684A6238F2}" destId="{A0296218-EE11-47CD-B70B-E49AEE07CF47}" srcOrd="0" destOrd="0" presId="urn:microsoft.com/office/officeart/2005/8/layout/process4"/>
    <dgm:cxn modelId="{64E1B3FE-98BE-408C-906E-55C3EA93DF9D}" type="presParOf" srcId="{A317ADDE-0CF8-4A66-808E-0C684A6238F2}" destId="{318F1183-57A2-4C2D-B325-345D5609527F}" srcOrd="1" destOrd="0" presId="urn:microsoft.com/office/officeart/2005/8/layout/process4"/>
    <dgm:cxn modelId="{A06FAF16-78D7-47AD-BA79-0FA90ACBF01A}" type="presParOf" srcId="{A317ADDE-0CF8-4A66-808E-0C684A6238F2}" destId="{FEBF5270-F5B6-47D6-B2F2-CA81243097F2}" srcOrd="2" destOrd="0" presId="urn:microsoft.com/office/officeart/2005/8/layout/process4"/>
    <dgm:cxn modelId="{D55D4937-8F64-441C-9F45-FE8A9943AFBC}" type="presParOf" srcId="{FEBF5270-F5B6-47D6-B2F2-CA81243097F2}" destId="{B229728C-A987-4F98-BC10-C490F66CC958}" srcOrd="0" destOrd="0" presId="urn:microsoft.com/office/officeart/2005/8/layout/process4"/>
    <dgm:cxn modelId="{B7E0700B-5B05-4176-B9F8-7EC47ABB9553}" type="presParOf" srcId="{60FDF1F7-A993-4820-A745-4F340CE72F03}" destId="{0F869661-DEAD-4071-AFDE-397096B72593}" srcOrd="3" destOrd="0" presId="urn:microsoft.com/office/officeart/2005/8/layout/process4"/>
    <dgm:cxn modelId="{8FB74989-CB4A-4C0E-B657-E489DA84AF4E}" type="presParOf" srcId="{60FDF1F7-A993-4820-A745-4F340CE72F03}" destId="{E6399AFD-7656-4EF6-B092-A82DF3CE6569}" srcOrd="4" destOrd="0" presId="urn:microsoft.com/office/officeart/2005/8/layout/process4"/>
    <dgm:cxn modelId="{895F68A4-1E1F-42B8-9D2E-CC856168194F}" type="presParOf" srcId="{E6399AFD-7656-4EF6-B092-A82DF3CE6569}" destId="{0F51337B-FEE3-4CCC-BDE8-F2218ED2F0BB}" srcOrd="0" destOrd="0" presId="urn:microsoft.com/office/officeart/2005/8/layout/process4"/>
    <dgm:cxn modelId="{C6B08D47-5DE0-467F-A71C-49B737ACDBE4}" type="presParOf" srcId="{E6399AFD-7656-4EF6-B092-A82DF3CE6569}" destId="{FBF9A501-1FC4-442A-9ABD-775ECD60AF3F}" srcOrd="1" destOrd="0" presId="urn:microsoft.com/office/officeart/2005/8/layout/process4"/>
    <dgm:cxn modelId="{B648AA47-D44A-4DCE-AC37-5CA0DAB86D82}" type="presParOf" srcId="{E6399AFD-7656-4EF6-B092-A82DF3CE6569}" destId="{0E5BFAF8-B97A-4032-B9A1-788DEAD427AB}" srcOrd="2" destOrd="0" presId="urn:microsoft.com/office/officeart/2005/8/layout/process4"/>
    <dgm:cxn modelId="{6F47F2B6-5A63-41EA-8742-79E100FC9AEB}" type="presParOf" srcId="{0E5BFAF8-B97A-4032-B9A1-788DEAD427AB}" destId="{0B9870B6-CBA0-47C6-873B-639AFD7A487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CCDC85-9B2C-4061-BD80-E9D2692D3BC6}" type="doc">
      <dgm:prSet loTypeId="urn:microsoft.com/office/officeart/2005/8/layout/hChevron3" loCatId="process" qsTypeId="urn:microsoft.com/office/officeart/2005/8/quickstyle/simple5" qsCatId="simple" csTypeId="urn:microsoft.com/office/officeart/2005/8/colors/accent3_1" csCatId="accent3" phldr="1"/>
      <dgm:spPr/>
    </dgm:pt>
    <dgm:pt modelId="{BA0F72DE-9B47-4804-94DB-B2EC835FC035}">
      <dgm:prSet phldrT="[Text]" custT="1"/>
      <dgm:spPr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gm:spPr>
      <dgm:t>
        <a:bodyPr/>
        <a:lstStyle/>
        <a:p>
          <a:endParaRPr lang="en-IN" sz="1100">
            <a:latin typeface="Calibri"/>
            <a:ea typeface="Roboto"/>
            <a:cs typeface="Roboto"/>
          </a:endParaRPr>
        </a:p>
      </dgm:t>
    </dgm:pt>
    <dgm:pt modelId="{2F36A3F8-6F28-4E16-9DFB-0480CEC1033D}" type="parTrans" cxnId="{B7D7B9A3-25DD-437B-BDE9-C16E964CE1EA}">
      <dgm:prSet/>
      <dgm:spPr/>
      <dgm:t>
        <a:bodyPr/>
        <a:lstStyle/>
        <a:p>
          <a:endParaRPr lang="en-IN" sz="3200"/>
        </a:p>
      </dgm:t>
    </dgm:pt>
    <dgm:pt modelId="{6784CDE0-AB41-40AF-8CC2-5DE7E0A8BE16}" type="sibTrans" cxnId="{B7D7B9A3-25DD-437B-BDE9-C16E964CE1EA}">
      <dgm:prSet/>
      <dgm:spPr/>
      <dgm:t>
        <a:bodyPr/>
        <a:lstStyle/>
        <a:p>
          <a:endParaRPr lang="en-IN" sz="3200"/>
        </a:p>
      </dgm:t>
    </dgm:pt>
    <dgm:pt modelId="{D815C150-2FAA-4FAA-90BA-37B7900AB654}">
      <dgm:prSet phldrT="[Text]" custT="1"/>
      <dgm:spPr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gm:spPr>
      <dgm:t>
        <a:bodyPr/>
        <a:lstStyle/>
        <a:p>
          <a:endParaRPr lang="en-IN" sz="1100">
            <a:latin typeface="Calibri"/>
            <a:ea typeface="Roboto"/>
            <a:cs typeface="Roboto"/>
          </a:endParaRPr>
        </a:p>
      </dgm:t>
    </dgm:pt>
    <dgm:pt modelId="{6D16E05A-6557-44BD-956C-4856AB367666}" type="parTrans" cxnId="{5D164E49-2527-47DA-BC54-8D6294A961EE}">
      <dgm:prSet/>
      <dgm:spPr/>
      <dgm:t>
        <a:bodyPr/>
        <a:lstStyle/>
        <a:p>
          <a:endParaRPr lang="en-IN" sz="3200"/>
        </a:p>
      </dgm:t>
    </dgm:pt>
    <dgm:pt modelId="{3C071EE7-1BE8-499A-8D87-8F57898E5050}" type="sibTrans" cxnId="{5D164E49-2527-47DA-BC54-8D6294A961EE}">
      <dgm:prSet/>
      <dgm:spPr/>
      <dgm:t>
        <a:bodyPr/>
        <a:lstStyle/>
        <a:p>
          <a:endParaRPr lang="en-IN" sz="3200"/>
        </a:p>
      </dgm:t>
    </dgm:pt>
    <dgm:pt modelId="{6EF7FF56-19EA-453E-B21B-65B50408EF3F}">
      <dgm:prSet phldrT="[Text]" custT="1"/>
      <dgm:spPr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gm:spPr>
      <dgm:t>
        <a:bodyPr/>
        <a:lstStyle/>
        <a:p>
          <a:pPr rtl="0"/>
          <a:endParaRPr lang="en-IN" sz="1100">
            <a:latin typeface="Calibri"/>
            <a:ea typeface="Roboto"/>
            <a:cs typeface="Roboto"/>
          </a:endParaRPr>
        </a:p>
      </dgm:t>
    </dgm:pt>
    <dgm:pt modelId="{51303222-0606-40F6-BC40-D83F5C94B467}" type="parTrans" cxnId="{E16AC747-FF1F-41B3-A282-501FF6FD695E}">
      <dgm:prSet/>
      <dgm:spPr/>
      <dgm:t>
        <a:bodyPr/>
        <a:lstStyle/>
        <a:p>
          <a:endParaRPr lang="en-IN"/>
        </a:p>
      </dgm:t>
    </dgm:pt>
    <dgm:pt modelId="{451152E8-D360-405C-A8F7-5F9504655F82}" type="sibTrans" cxnId="{E16AC747-FF1F-41B3-A282-501FF6FD695E}">
      <dgm:prSet/>
      <dgm:spPr/>
      <dgm:t>
        <a:bodyPr/>
        <a:lstStyle/>
        <a:p>
          <a:endParaRPr lang="en-IN"/>
        </a:p>
      </dgm:t>
    </dgm:pt>
    <dgm:pt modelId="{C7CFF723-0E4E-4DAA-9173-098E56B6666B}">
      <dgm:prSet phldr="0" custT="1"/>
      <dgm:spPr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gm:spPr>
      <dgm:t>
        <a:bodyPr tIns="0" bIns="0"/>
        <a:lstStyle/>
        <a:p>
          <a:pPr rtl="0"/>
          <a:endParaRPr lang="en-IN" sz="1100" b="0">
            <a:latin typeface="Calibri"/>
            <a:ea typeface="Roboto"/>
            <a:cs typeface="Calibri Light"/>
          </a:endParaRPr>
        </a:p>
      </dgm:t>
    </dgm:pt>
    <dgm:pt modelId="{FDA23B30-A144-4DE4-B2AD-DE96727A899C}" type="parTrans" cxnId="{D58FA9C5-59C5-48E6-8386-FDDA4EEFF824}">
      <dgm:prSet/>
      <dgm:spPr/>
      <dgm:t>
        <a:bodyPr/>
        <a:lstStyle/>
        <a:p>
          <a:endParaRPr lang="en-IN"/>
        </a:p>
      </dgm:t>
    </dgm:pt>
    <dgm:pt modelId="{37926BD9-83ED-4D99-8838-5526CBE7F8FF}" type="sibTrans" cxnId="{D58FA9C5-59C5-48E6-8386-FDDA4EEFF824}">
      <dgm:prSet/>
      <dgm:spPr/>
      <dgm:t>
        <a:bodyPr/>
        <a:lstStyle/>
        <a:p>
          <a:endParaRPr lang="en-IN"/>
        </a:p>
      </dgm:t>
    </dgm:pt>
    <dgm:pt modelId="{F6A7492C-D1FF-0144-85AC-F83E70F83BBC}" type="pres">
      <dgm:prSet presAssocID="{11CCDC85-9B2C-4061-BD80-E9D2692D3BC6}" presName="Name0" presStyleCnt="0">
        <dgm:presLayoutVars>
          <dgm:dir/>
          <dgm:resizeHandles val="exact"/>
        </dgm:presLayoutVars>
      </dgm:prSet>
      <dgm:spPr/>
    </dgm:pt>
    <dgm:pt modelId="{7759A381-A262-DD4E-B766-190DABA11202}" type="pres">
      <dgm:prSet presAssocID="{BA0F72DE-9B47-4804-94DB-B2EC835FC035}" presName="parTxOnly" presStyleLbl="node1" presStyleIdx="0" presStyleCnt="4">
        <dgm:presLayoutVars>
          <dgm:bulletEnabled val="1"/>
        </dgm:presLayoutVars>
      </dgm:prSet>
      <dgm:spPr/>
    </dgm:pt>
    <dgm:pt modelId="{5FABD0CD-173D-3643-BCCC-E1A27866E190}" type="pres">
      <dgm:prSet presAssocID="{6784CDE0-AB41-40AF-8CC2-5DE7E0A8BE16}" presName="parSpace" presStyleCnt="0"/>
      <dgm:spPr/>
    </dgm:pt>
    <dgm:pt modelId="{0AEE9D5B-EC41-D743-8186-5A7486503314}" type="pres">
      <dgm:prSet presAssocID="{D815C150-2FAA-4FAA-90BA-37B7900AB654}" presName="parTxOnly" presStyleLbl="node1" presStyleIdx="1" presStyleCnt="4">
        <dgm:presLayoutVars>
          <dgm:bulletEnabled val="1"/>
        </dgm:presLayoutVars>
      </dgm:prSet>
      <dgm:spPr/>
    </dgm:pt>
    <dgm:pt modelId="{31A8E011-F07C-5449-A82D-ED0330269389}" type="pres">
      <dgm:prSet presAssocID="{3C071EE7-1BE8-499A-8D87-8F57898E5050}" presName="parSpace" presStyleCnt="0"/>
      <dgm:spPr/>
    </dgm:pt>
    <dgm:pt modelId="{272BA3CF-E0AF-E541-9C81-50568AB86D24}" type="pres">
      <dgm:prSet presAssocID="{C7CFF723-0E4E-4DAA-9173-098E56B6666B}" presName="parTxOnly" presStyleLbl="node1" presStyleIdx="2" presStyleCnt="4">
        <dgm:presLayoutVars>
          <dgm:bulletEnabled val="1"/>
        </dgm:presLayoutVars>
      </dgm:prSet>
      <dgm:spPr/>
    </dgm:pt>
    <dgm:pt modelId="{19B27EC6-F2B9-9E4D-8E67-66BF57C1486E}" type="pres">
      <dgm:prSet presAssocID="{37926BD9-83ED-4D99-8838-5526CBE7F8FF}" presName="parSpace" presStyleCnt="0"/>
      <dgm:spPr/>
    </dgm:pt>
    <dgm:pt modelId="{8E1560A8-8766-BA4A-BC8D-A2985ED27ED2}" type="pres">
      <dgm:prSet presAssocID="{6EF7FF56-19EA-453E-B21B-65B50408EF3F}" presName="parTxOnly" presStyleLbl="node1" presStyleIdx="3" presStyleCnt="4" custLinFactNeighborX="4769" custLinFactNeighborY="-29716">
        <dgm:presLayoutVars>
          <dgm:bulletEnabled val="1"/>
        </dgm:presLayoutVars>
      </dgm:prSet>
      <dgm:spPr/>
    </dgm:pt>
  </dgm:ptLst>
  <dgm:cxnLst>
    <dgm:cxn modelId="{0FBD691F-E5E9-5C40-87F4-600CCAD207DB}" type="presOf" srcId="{C7CFF723-0E4E-4DAA-9173-098E56B6666B}" destId="{272BA3CF-E0AF-E541-9C81-50568AB86D24}" srcOrd="0" destOrd="0" presId="urn:microsoft.com/office/officeart/2005/8/layout/hChevron3"/>
    <dgm:cxn modelId="{60EB135B-4A62-8C4A-A710-4E6D40833DBC}" type="presOf" srcId="{BA0F72DE-9B47-4804-94DB-B2EC835FC035}" destId="{7759A381-A262-DD4E-B766-190DABA11202}" srcOrd="0" destOrd="0" presId="urn:microsoft.com/office/officeart/2005/8/layout/hChevron3"/>
    <dgm:cxn modelId="{E16AC747-FF1F-41B3-A282-501FF6FD695E}" srcId="{11CCDC85-9B2C-4061-BD80-E9D2692D3BC6}" destId="{6EF7FF56-19EA-453E-B21B-65B50408EF3F}" srcOrd="3" destOrd="0" parTransId="{51303222-0606-40F6-BC40-D83F5C94B467}" sibTransId="{451152E8-D360-405C-A8F7-5F9504655F82}"/>
    <dgm:cxn modelId="{5D164E49-2527-47DA-BC54-8D6294A961EE}" srcId="{11CCDC85-9B2C-4061-BD80-E9D2692D3BC6}" destId="{D815C150-2FAA-4FAA-90BA-37B7900AB654}" srcOrd="1" destOrd="0" parTransId="{6D16E05A-6557-44BD-956C-4856AB367666}" sibTransId="{3C071EE7-1BE8-499A-8D87-8F57898E5050}"/>
    <dgm:cxn modelId="{1B435790-61D2-B24F-80CD-D4304061586B}" type="presOf" srcId="{D815C150-2FAA-4FAA-90BA-37B7900AB654}" destId="{0AEE9D5B-EC41-D743-8186-5A7486503314}" srcOrd="0" destOrd="0" presId="urn:microsoft.com/office/officeart/2005/8/layout/hChevron3"/>
    <dgm:cxn modelId="{C2738294-60DF-1345-B470-861E6E8E40D4}" type="presOf" srcId="{6EF7FF56-19EA-453E-B21B-65B50408EF3F}" destId="{8E1560A8-8766-BA4A-BC8D-A2985ED27ED2}" srcOrd="0" destOrd="0" presId="urn:microsoft.com/office/officeart/2005/8/layout/hChevron3"/>
    <dgm:cxn modelId="{03071A9F-CCA5-EF4D-9501-078A1B68BCF2}" type="presOf" srcId="{11CCDC85-9B2C-4061-BD80-E9D2692D3BC6}" destId="{F6A7492C-D1FF-0144-85AC-F83E70F83BBC}" srcOrd="0" destOrd="0" presId="urn:microsoft.com/office/officeart/2005/8/layout/hChevron3"/>
    <dgm:cxn modelId="{B7D7B9A3-25DD-437B-BDE9-C16E964CE1EA}" srcId="{11CCDC85-9B2C-4061-BD80-E9D2692D3BC6}" destId="{BA0F72DE-9B47-4804-94DB-B2EC835FC035}" srcOrd="0" destOrd="0" parTransId="{2F36A3F8-6F28-4E16-9DFB-0480CEC1033D}" sibTransId="{6784CDE0-AB41-40AF-8CC2-5DE7E0A8BE16}"/>
    <dgm:cxn modelId="{D58FA9C5-59C5-48E6-8386-FDDA4EEFF824}" srcId="{11CCDC85-9B2C-4061-BD80-E9D2692D3BC6}" destId="{C7CFF723-0E4E-4DAA-9173-098E56B6666B}" srcOrd="2" destOrd="0" parTransId="{FDA23B30-A144-4DE4-B2AD-DE96727A899C}" sibTransId="{37926BD9-83ED-4D99-8838-5526CBE7F8FF}"/>
    <dgm:cxn modelId="{11CBF120-6402-E94B-AB22-94F0AA14A312}" type="presParOf" srcId="{F6A7492C-D1FF-0144-85AC-F83E70F83BBC}" destId="{7759A381-A262-DD4E-B766-190DABA11202}" srcOrd="0" destOrd="0" presId="urn:microsoft.com/office/officeart/2005/8/layout/hChevron3"/>
    <dgm:cxn modelId="{27AF0681-2843-8F4C-977E-938E31628F13}" type="presParOf" srcId="{F6A7492C-D1FF-0144-85AC-F83E70F83BBC}" destId="{5FABD0CD-173D-3643-BCCC-E1A27866E190}" srcOrd="1" destOrd="0" presId="urn:microsoft.com/office/officeart/2005/8/layout/hChevron3"/>
    <dgm:cxn modelId="{B534D61C-B486-D54E-A0F5-CF507E55E3BC}" type="presParOf" srcId="{F6A7492C-D1FF-0144-85AC-F83E70F83BBC}" destId="{0AEE9D5B-EC41-D743-8186-5A7486503314}" srcOrd="2" destOrd="0" presId="urn:microsoft.com/office/officeart/2005/8/layout/hChevron3"/>
    <dgm:cxn modelId="{F5698B32-2AC5-4640-9038-5362592A0970}" type="presParOf" srcId="{F6A7492C-D1FF-0144-85AC-F83E70F83BBC}" destId="{31A8E011-F07C-5449-A82D-ED0330269389}" srcOrd="3" destOrd="0" presId="urn:microsoft.com/office/officeart/2005/8/layout/hChevron3"/>
    <dgm:cxn modelId="{A6566588-592C-A842-A505-1E1D76A9FA4D}" type="presParOf" srcId="{F6A7492C-D1FF-0144-85AC-F83E70F83BBC}" destId="{272BA3CF-E0AF-E541-9C81-50568AB86D24}" srcOrd="4" destOrd="0" presId="urn:microsoft.com/office/officeart/2005/8/layout/hChevron3"/>
    <dgm:cxn modelId="{601C9537-C7C9-EE45-9B85-6891299E62BA}" type="presParOf" srcId="{F6A7492C-D1FF-0144-85AC-F83E70F83BBC}" destId="{19B27EC6-F2B9-9E4D-8E67-66BF57C1486E}" srcOrd="5" destOrd="0" presId="urn:microsoft.com/office/officeart/2005/8/layout/hChevron3"/>
    <dgm:cxn modelId="{4CDDFB35-CFAB-9941-ADDE-3E33FB508F21}" type="presParOf" srcId="{F6A7492C-D1FF-0144-85AC-F83E70F83BBC}" destId="{8E1560A8-8766-BA4A-BC8D-A2985ED27ED2}" srcOrd="6" destOrd="0" presId="urn:microsoft.com/office/officeart/2005/8/layout/hChevron3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25CEB0-DB60-EB44-BC4C-9D13CFB79E10}" type="doc">
      <dgm:prSet loTypeId="urn:microsoft.com/office/officeart/2005/8/layout/lProcess3" loCatId="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E2DC7051-B1D8-DD4C-87AA-AA77509884F9}">
      <dgm:prSet phldrT="[Text]" custT="1"/>
      <dgm:spPr/>
      <dgm:t>
        <a:bodyPr/>
        <a:lstStyle/>
        <a:p>
          <a:endParaRPr lang="en-GB" sz="1050"/>
        </a:p>
      </dgm:t>
    </dgm:pt>
    <dgm:pt modelId="{7006BA6C-E8A4-A644-9217-AE416C32984C}" type="parTrans" cxnId="{9BDC0AFD-3B1B-FA45-85B4-037E7AE329B6}">
      <dgm:prSet/>
      <dgm:spPr/>
      <dgm:t>
        <a:bodyPr/>
        <a:lstStyle/>
        <a:p>
          <a:endParaRPr lang="en-GB"/>
        </a:p>
      </dgm:t>
    </dgm:pt>
    <dgm:pt modelId="{D54E7180-5EA4-9B45-B6C4-B00FF6848311}" type="sibTrans" cxnId="{9BDC0AFD-3B1B-FA45-85B4-037E7AE329B6}">
      <dgm:prSet/>
      <dgm:spPr/>
      <dgm:t>
        <a:bodyPr/>
        <a:lstStyle/>
        <a:p>
          <a:endParaRPr lang="en-GB"/>
        </a:p>
      </dgm:t>
    </dgm:pt>
    <dgm:pt modelId="{4CB38B6B-2513-8749-88D9-F846F14F241D}" type="pres">
      <dgm:prSet presAssocID="{8825CEB0-DB60-EB44-BC4C-9D13CFB79E1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F01051B-97E7-B843-A800-A9D80B9992EB}" type="pres">
      <dgm:prSet presAssocID="{E2DC7051-B1D8-DD4C-87AA-AA77509884F9}" presName="horFlow" presStyleCnt="0"/>
      <dgm:spPr/>
    </dgm:pt>
    <dgm:pt modelId="{2A06EE7E-5754-3D41-A2F8-9F7F08D920FE}" type="pres">
      <dgm:prSet presAssocID="{E2DC7051-B1D8-DD4C-87AA-AA77509884F9}" presName="bigChev" presStyleLbl="node1" presStyleIdx="0" presStyleCnt="1"/>
      <dgm:spPr/>
    </dgm:pt>
  </dgm:ptLst>
  <dgm:cxnLst>
    <dgm:cxn modelId="{2F6D1567-2230-514B-9E19-47A8C845453E}" type="presOf" srcId="{8825CEB0-DB60-EB44-BC4C-9D13CFB79E10}" destId="{4CB38B6B-2513-8749-88D9-F846F14F241D}" srcOrd="0" destOrd="0" presId="urn:microsoft.com/office/officeart/2005/8/layout/lProcess3"/>
    <dgm:cxn modelId="{56F0CB88-481C-674D-8064-1A5B67925700}" type="presOf" srcId="{E2DC7051-B1D8-DD4C-87AA-AA77509884F9}" destId="{2A06EE7E-5754-3D41-A2F8-9F7F08D920FE}" srcOrd="0" destOrd="0" presId="urn:microsoft.com/office/officeart/2005/8/layout/lProcess3"/>
    <dgm:cxn modelId="{9BDC0AFD-3B1B-FA45-85B4-037E7AE329B6}" srcId="{8825CEB0-DB60-EB44-BC4C-9D13CFB79E10}" destId="{E2DC7051-B1D8-DD4C-87AA-AA77509884F9}" srcOrd="0" destOrd="0" parTransId="{7006BA6C-E8A4-A644-9217-AE416C32984C}" sibTransId="{D54E7180-5EA4-9B45-B6C4-B00FF6848311}"/>
    <dgm:cxn modelId="{D9036F48-A44C-2944-BF69-F450620710D6}" type="presParOf" srcId="{4CB38B6B-2513-8749-88D9-F846F14F241D}" destId="{9F01051B-97E7-B843-A800-A9D80B9992EB}" srcOrd="0" destOrd="0" presId="urn:microsoft.com/office/officeart/2005/8/layout/lProcess3"/>
    <dgm:cxn modelId="{976EA984-9C2D-DF48-BA2C-116588EA46FD}" type="presParOf" srcId="{9F01051B-97E7-B843-A800-A9D80B9992EB}" destId="{2A06EE7E-5754-3D41-A2F8-9F7F08D920FE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B21FD-83E0-443F-A6C8-FF1A7686C44F}">
      <dsp:nvSpPr>
        <dsp:cNvPr id="0" name=""/>
        <dsp:cNvSpPr/>
      </dsp:nvSpPr>
      <dsp:spPr>
        <a:xfrm>
          <a:off x="0" y="3506962"/>
          <a:ext cx="7044267" cy="118780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Strategy</a:t>
          </a:r>
          <a:endParaRPr lang="en-IN" sz="2100" kern="1200"/>
        </a:p>
      </dsp:txBody>
      <dsp:txXfrm>
        <a:off x="0" y="3506962"/>
        <a:ext cx="7044267" cy="641413"/>
      </dsp:txXfrm>
    </dsp:sp>
    <dsp:sp modelId="{0AA49193-F480-4AC6-9EFF-9996799C5FA4}">
      <dsp:nvSpPr>
        <dsp:cNvPr id="0" name=""/>
        <dsp:cNvSpPr/>
      </dsp:nvSpPr>
      <dsp:spPr>
        <a:xfrm>
          <a:off x="0" y="4124620"/>
          <a:ext cx="1761066" cy="54638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0" y="4124620"/>
        <a:ext cx="1761066" cy="546389"/>
      </dsp:txXfrm>
    </dsp:sp>
    <dsp:sp modelId="{7CB47BEC-1DE1-4C05-B54A-9167BDFCAE13}">
      <dsp:nvSpPr>
        <dsp:cNvPr id="0" name=""/>
        <dsp:cNvSpPr/>
      </dsp:nvSpPr>
      <dsp:spPr>
        <a:xfrm>
          <a:off x="1761066" y="4124620"/>
          <a:ext cx="1761066" cy="546389"/>
        </a:xfrm>
        <a:prstGeom prst="rect">
          <a:avLst/>
        </a:prstGeom>
        <a:solidFill>
          <a:schemeClr val="accent4">
            <a:tint val="40000"/>
            <a:alpha val="90000"/>
            <a:hueOff val="-2670637"/>
            <a:satOff val="5408"/>
            <a:lumOff val="-1376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2670637"/>
              <a:satOff val="5408"/>
              <a:lumOff val="-13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1761066" y="4124620"/>
        <a:ext cx="1761066" cy="546389"/>
      </dsp:txXfrm>
    </dsp:sp>
    <dsp:sp modelId="{231C7D8E-0774-4FC7-8BC7-963CE0EBDFEC}">
      <dsp:nvSpPr>
        <dsp:cNvPr id="0" name=""/>
        <dsp:cNvSpPr/>
      </dsp:nvSpPr>
      <dsp:spPr>
        <a:xfrm>
          <a:off x="3522133" y="4124620"/>
          <a:ext cx="1761066" cy="546389"/>
        </a:xfrm>
        <a:prstGeom prst="rect">
          <a:avLst/>
        </a:prstGeom>
        <a:solidFill>
          <a:schemeClr val="accent4">
            <a:tint val="40000"/>
            <a:alpha val="90000"/>
            <a:hueOff val="-5341274"/>
            <a:satOff val="10815"/>
            <a:lumOff val="-275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5341274"/>
              <a:satOff val="10815"/>
              <a:lumOff val="-2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3522133" y="4124620"/>
        <a:ext cx="1761066" cy="546389"/>
      </dsp:txXfrm>
    </dsp:sp>
    <dsp:sp modelId="{D4574F32-8F5C-4C51-BCA5-06B634BC36D3}">
      <dsp:nvSpPr>
        <dsp:cNvPr id="0" name=""/>
        <dsp:cNvSpPr/>
      </dsp:nvSpPr>
      <dsp:spPr>
        <a:xfrm>
          <a:off x="5283200" y="4124620"/>
          <a:ext cx="1761066" cy="546389"/>
        </a:xfrm>
        <a:prstGeom prst="rect">
          <a:avLst/>
        </a:prstGeom>
        <a:solidFill>
          <a:schemeClr val="accent4">
            <a:tint val="40000"/>
            <a:alpha val="90000"/>
            <a:hueOff val="-8011911"/>
            <a:satOff val="16223"/>
            <a:lumOff val="-412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8011911"/>
              <a:satOff val="16223"/>
              <a:lumOff val="-41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5283200" y="4124620"/>
        <a:ext cx="1761066" cy="546389"/>
      </dsp:txXfrm>
    </dsp:sp>
    <dsp:sp modelId="{318F1183-57A2-4C2D-B325-345D5609527F}">
      <dsp:nvSpPr>
        <dsp:cNvPr id="0" name=""/>
        <dsp:cNvSpPr/>
      </dsp:nvSpPr>
      <dsp:spPr>
        <a:xfrm rot="10800000">
          <a:off x="0" y="1699692"/>
          <a:ext cx="7044267" cy="1825086"/>
        </a:xfrm>
        <a:prstGeom prst="upArrowCallou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Vision</a:t>
          </a:r>
          <a:endParaRPr lang="en-IN" sz="2100" kern="1200"/>
        </a:p>
      </dsp:txBody>
      <dsp:txXfrm rot="-10800000">
        <a:off x="0" y="1699692"/>
        <a:ext cx="7044267" cy="640605"/>
      </dsp:txXfrm>
    </dsp:sp>
    <dsp:sp modelId="{B229728C-A987-4F98-BC10-C490F66CC958}">
      <dsp:nvSpPr>
        <dsp:cNvPr id="0" name=""/>
        <dsp:cNvSpPr/>
      </dsp:nvSpPr>
      <dsp:spPr>
        <a:xfrm>
          <a:off x="0" y="2340037"/>
          <a:ext cx="7044267" cy="546225"/>
        </a:xfrm>
        <a:prstGeom prst="rect">
          <a:avLst/>
        </a:prstGeom>
        <a:solidFill>
          <a:schemeClr val="accent4">
            <a:tint val="40000"/>
            <a:alpha val="90000"/>
            <a:hueOff val="-10682548"/>
            <a:satOff val="21630"/>
            <a:lumOff val="-550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0682548"/>
              <a:satOff val="21630"/>
              <a:lumOff val="-55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0" y="2340037"/>
        <a:ext cx="7044267" cy="546225"/>
      </dsp:txXfrm>
    </dsp:sp>
    <dsp:sp modelId="{FBF9A501-1FC4-442A-9ABD-775ECD60AF3F}">
      <dsp:nvSpPr>
        <dsp:cNvPr id="0" name=""/>
        <dsp:cNvSpPr/>
      </dsp:nvSpPr>
      <dsp:spPr>
        <a:xfrm rot="10800000">
          <a:off x="0" y="1412"/>
          <a:ext cx="7044267" cy="1716097"/>
        </a:xfrm>
        <a:prstGeom prst="upArrowCallou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Mission</a:t>
          </a:r>
          <a:endParaRPr lang="en-IN" sz="2100" kern="1200"/>
        </a:p>
      </dsp:txBody>
      <dsp:txXfrm rot="-10800000">
        <a:off x="0" y="1412"/>
        <a:ext cx="7044267" cy="602350"/>
      </dsp:txXfrm>
    </dsp:sp>
    <dsp:sp modelId="{0B9870B6-CBA0-47C6-873B-639AFD7A4878}">
      <dsp:nvSpPr>
        <dsp:cNvPr id="0" name=""/>
        <dsp:cNvSpPr/>
      </dsp:nvSpPr>
      <dsp:spPr>
        <a:xfrm>
          <a:off x="0" y="587261"/>
          <a:ext cx="7044267" cy="546225"/>
        </a:xfrm>
        <a:prstGeom prst="rect">
          <a:avLst/>
        </a:prstGeom>
        <a:solidFill>
          <a:schemeClr val="accent4">
            <a:tint val="40000"/>
            <a:alpha val="90000"/>
            <a:hueOff val="-13353184"/>
            <a:satOff val="27038"/>
            <a:lumOff val="-688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3353184"/>
              <a:satOff val="27038"/>
              <a:lumOff val="-68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41910" rIns="234696" bIns="4191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0" y="587261"/>
        <a:ext cx="7044267" cy="546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9A381-A262-DD4E-B766-190DABA11202}">
      <dsp:nvSpPr>
        <dsp:cNvPr id="0" name=""/>
        <dsp:cNvSpPr/>
      </dsp:nvSpPr>
      <dsp:spPr>
        <a:xfrm>
          <a:off x="1909" y="0"/>
          <a:ext cx="1916015" cy="571966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Calibri"/>
            <a:ea typeface="Roboto"/>
            <a:cs typeface="Roboto"/>
          </a:endParaRPr>
        </a:p>
      </dsp:txBody>
      <dsp:txXfrm>
        <a:off x="1909" y="0"/>
        <a:ext cx="1773024" cy="571966"/>
      </dsp:txXfrm>
    </dsp:sp>
    <dsp:sp modelId="{0AEE9D5B-EC41-D743-8186-5A7486503314}">
      <dsp:nvSpPr>
        <dsp:cNvPr id="0" name=""/>
        <dsp:cNvSpPr/>
      </dsp:nvSpPr>
      <dsp:spPr>
        <a:xfrm>
          <a:off x="1534722" y="0"/>
          <a:ext cx="1916015" cy="57196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Calibri"/>
            <a:ea typeface="Roboto"/>
            <a:cs typeface="Roboto"/>
          </a:endParaRPr>
        </a:p>
      </dsp:txBody>
      <dsp:txXfrm>
        <a:off x="1820705" y="0"/>
        <a:ext cx="1344049" cy="571966"/>
      </dsp:txXfrm>
    </dsp:sp>
    <dsp:sp modelId="{272BA3CF-E0AF-E541-9C81-50568AB86D24}">
      <dsp:nvSpPr>
        <dsp:cNvPr id="0" name=""/>
        <dsp:cNvSpPr/>
      </dsp:nvSpPr>
      <dsp:spPr>
        <a:xfrm>
          <a:off x="3067534" y="0"/>
          <a:ext cx="1916015" cy="57196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0" rIns="14669" bIns="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b="0" kern="1200">
            <a:latin typeface="Calibri"/>
            <a:ea typeface="Roboto"/>
            <a:cs typeface="Calibri Light"/>
          </a:endParaRPr>
        </a:p>
      </dsp:txBody>
      <dsp:txXfrm>
        <a:off x="3353517" y="0"/>
        <a:ext cx="1344049" cy="571966"/>
      </dsp:txXfrm>
    </dsp:sp>
    <dsp:sp modelId="{8E1560A8-8766-BA4A-BC8D-A2985ED27ED2}">
      <dsp:nvSpPr>
        <dsp:cNvPr id="0" name=""/>
        <dsp:cNvSpPr/>
      </dsp:nvSpPr>
      <dsp:spPr>
        <a:xfrm>
          <a:off x="4602256" y="0"/>
          <a:ext cx="1916015" cy="57196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34945" dist="19050" dir="11340000" sx="96452" sy="96452" algn="ctr" rotWithShape="0">
            <a:srgbClr val="000000">
              <a:alpha val="17000"/>
            </a:srgbClr>
          </a:outerShdw>
          <a:reflection stA="94000" endPos="37000" dir="5400000" sy="-100000" algn="bl" rotWithShape="0"/>
          <a:softEdge rad="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Calibri"/>
            <a:ea typeface="Roboto"/>
            <a:cs typeface="Roboto"/>
          </a:endParaRPr>
        </a:p>
      </dsp:txBody>
      <dsp:txXfrm>
        <a:off x="4888239" y="0"/>
        <a:ext cx="1344049" cy="571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6EE7E-5754-3D41-A2F8-9F7F08D920FE}">
      <dsp:nvSpPr>
        <dsp:cNvPr id="0" name=""/>
        <dsp:cNvSpPr/>
      </dsp:nvSpPr>
      <dsp:spPr>
        <a:xfrm>
          <a:off x="85588" y="270"/>
          <a:ext cx="1339903" cy="535961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353569" y="270"/>
        <a:ext cx="803942" cy="535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6B327-DA23-4FAD-8070-ACF58CDFBC3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5D28C-297D-4787-86C7-31B09A0B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28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09322-336A-4CA7-BBE1-D68C9F0E9CB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803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6206-6928-5CA5-80D3-36D6F77F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AB447-3F70-C3DA-AA3E-43A282E0F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0EF40-81DC-3071-DD5E-5355B9A00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35B05-210F-C926-760B-AD40C3116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5D28C-297D-4787-86C7-31B09A0BC8D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0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9289-CA3E-EC92-2F9C-A399BCB4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C5482-BEDB-6543-C387-66BA04EE3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B0A63-D593-06D8-A39F-EB4885428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F2DA-EC69-4880-0899-AF80AC1EF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5D28C-297D-4787-86C7-31B09A0BC8D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816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3C4B-44AC-2046-A5F0-E54D0CB862B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8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5D28C-297D-4787-86C7-31B09A0BC8D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5D28C-297D-4787-86C7-31B09A0BC8D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09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2260C2-504B-497C-89A9-617DB0B4B5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95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97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9F7263-D850-46CB-A8C7-2A99B7CD61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8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6CD7-F9AD-49DB-83E3-2D7A38F25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26A29-B2AE-49C4-88C1-6CA813DD8E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B813C-0413-4BDA-858D-BAD7ADC6CC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7D52B-9E30-4CB7-BC1F-1CA3655759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9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12F8B-6510-4C54-A77C-0FBB4767E1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1C7AE-3D6C-47E9-95E5-9CC837606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2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6E16-75DF-42C0-86F2-BADBF8CEF4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1C46-CB60-4BCE-A4E9-BE1F0C30C1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3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05A5-58A7-4AED-BFE9-CBDCBDB744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0834-563F-46A6-AFE6-49EF2BA18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5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7EC7-6E1D-4D32-9D61-4EE4F7CCD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B41BE-196D-45F5-A22D-F3BB1F848B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C47BA-7B25-486A-811F-D5551BC1F8E0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6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5ABD28-D1F9-4D11-87C8-ED5613F1928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77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3CE63-6C87-4464-9A8D-3325DEFD2BAE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27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0F392-D41B-44B9-A94B-7B6283F6882A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37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9A111-8C38-4DE3-B29E-9AC541E80C1A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13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E1B30-7DBF-4DDF-B453-3DB67ACD637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015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6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4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9DDEB-34D7-4956-9F1F-47CFA4BD2F19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28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0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589DA-881A-4B60-8DBE-4F60CF289009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643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4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C0B6-7C06-41FD-8C57-85D562AE1A13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38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84CC-10B4-495D-B517-E4597995CA87}"/>
              </a:ext>
            </a:extLst>
          </p:cNvPr>
          <p:cNvCxnSpPr/>
          <p:nvPr userDrawn="1"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8159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1B985-9C02-461D-82AC-B5FC5A1FF650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3989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50A5F2-7FD8-417A-B612-D0E00FE1C120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560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0E48D-ECF2-4181-84DD-8EFEAA2F2A53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26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2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A1D6-3903-4501-BF23-2175C996C7A6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4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88D43-097D-4BB5-8DBA-7303624EA96F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21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F8469-CCA6-4CF8-BDF7-BA8FB8E62757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8888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1035F-2498-4DF2-8AC9-D69A816A370C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75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6972D-57CB-435A-9019-B1C959DDD12D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9849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6E1E5-97DB-4573-B322-6B2296C8CA31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06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8819F-472E-4E59-9DD6-644ABFDFEE5F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642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E0B7-C99E-472E-B5E0-63A4D8756BB6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1902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49DD1-61D9-4B86-8273-C9A018E09544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366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99DC8-C2C8-44C6-8B1B-ECC4FC0D344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1841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4DB2B-4F98-44E9-94E5-F6304ABF5ECC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9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017F84-B8A3-4AC3-B6E6-0408F914DBC9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336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020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</p:spTree>
    <p:extLst>
      <p:ext uri="{BB962C8B-B14F-4D97-AF65-F5344CB8AC3E}">
        <p14:creationId xmlns:p14="http://schemas.microsoft.com/office/powerpoint/2010/main" val="191353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9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745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239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43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423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26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76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57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4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474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6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4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208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0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69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4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803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02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5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950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033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2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81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73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620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75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34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769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608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454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599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95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72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2060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9F7263-D850-46CB-A8C7-2A99B7CD61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703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6CD7-F9AD-49DB-83E3-2D7A38F257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26A29-B2AE-49C4-88C1-6CA813DD8E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068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B813C-0413-4BDA-858D-BAD7ADC6CC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7D52B-9E30-4CB7-BC1F-1CA3655759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1926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12F8B-6510-4C54-A77C-0FBB4767E1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1C7AE-3D6C-47E9-95E5-9CC8376067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068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6E16-75DF-42C0-86F2-BADBF8CEF4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1C46-CB60-4BCE-A4E9-BE1F0C30C1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958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05A5-58A7-4AED-BFE9-CBDCBDB744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0834-563F-46A6-AFE6-49EF2BA18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9042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7EC7-6E1D-4D32-9D61-4EE4F7CCD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B41BE-196D-45F5-A22D-F3BB1F848B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24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4925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C47BA-7B25-486A-811F-D5551BC1F8E0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1483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5ABD28-D1F9-4D11-87C8-ED5613F1928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08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3CE63-6C87-4464-9A8D-3325DEFD2BAE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1175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0F392-D41B-44B9-A94B-7B6283F6882A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784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9A111-8C38-4DE3-B29E-9AC541E80C1A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0558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E1B30-7DBF-4DDF-B453-3DB67ACD637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6376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6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4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9DDEB-34D7-4956-9F1F-47CFA4BD2F19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5727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0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589DA-881A-4B60-8DBE-4F60CF289009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56446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4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C0B6-7C06-41FD-8C57-85D562AE1A13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0383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84CC-10B4-495D-B517-E4597995CA87}"/>
              </a:ext>
            </a:extLst>
          </p:cNvPr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7621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1B985-9C02-461D-82AC-B5FC5A1FF650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22831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50A5F2-7FD8-417A-B612-D0E00FE1C120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38035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0E48D-ECF2-4181-84DD-8EFEAA2F2A53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12526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2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A1D6-3903-4501-BF23-2175C996C7A6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8157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88D43-097D-4BB5-8DBA-7303624EA96F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9689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F8469-CCA6-4CF8-BDF7-BA8FB8E62757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4047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1035F-2498-4DF2-8AC9-D69A816A370C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81155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6972D-57CB-435A-9019-B1C959DDD12D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741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6E1E5-97DB-4573-B322-6B2296C8CA31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7124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8819F-472E-4E59-9DD6-644ABFDFEE5F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7584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E0B7-C99E-472E-B5E0-63A4D8756BB6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269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49DD1-61D9-4B86-8273-C9A018E09544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3422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99DC8-C2C8-44C6-8B1B-ECC4FC0D344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5394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4DB2B-4F98-44E9-94E5-F6304ABF5ECC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4223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017F84-B8A3-4AC3-B6E6-0408F914DBC9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0314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7995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</p:spTree>
    <p:extLst>
      <p:ext uri="{BB962C8B-B14F-4D97-AF65-F5344CB8AC3E}">
        <p14:creationId xmlns:p14="http://schemas.microsoft.com/office/powerpoint/2010/main" val="144136407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0731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24"/>
              </a:lnSpc>
              <a:spcBef>
                <a:spcPts val="0"/>
              </a:spcBef>
              <a:spcAft>
                <a:spcPts val="463"/>
              </a:spcAft>
              <a:buNone/>
              <a:defRPr sz="4391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7343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5316"/>
              </a:lnSpc>
              <a:spcBef>
                <a:spcPts val="0"/>
              </a:spcBef>
              <a:spcAft>
                <a:spcPts val="463"/>
              </a:spcAft>
              <a:buNone/>
              <a:defRPr sz="5085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0595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2063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929"/>
              </a:lnSpc>
              <a:spcBef>
                <a:spcPts val="0"/>
              </a:spcBef>
              <a:spcAft>
                <a:spcPts val="463"/>
              </a:spcAft>
              <a:buNone/>
              <a:defRPr sz="3699" b="1" spc="173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8880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958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62042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0701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30123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1750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5767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6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4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57413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0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05918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4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45110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69635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25367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5894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6235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2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7806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53298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0449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5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9398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09548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63942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6560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4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24895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751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25271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4000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8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3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buNone/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08995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6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080" b="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49616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387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82437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5259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213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248080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580903" indent="-249616">
              <a:lnSpc>
                <a:spcPct val="100000"/>
              </a:lnSpc>
              <a:spcBef>
                <a:spcPts val="0"/>
              </a:spcBef>
              <a:spcAft>
                <a:spcPts val="463"/>
              </a:spcAft>
              <a:defRPr sz="1156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65526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801" y="972717"/>
            <a:ext cx="79248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801" y="3121766"/>
            <a:ext cx="79248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1" indent="0" algn="ctr">
              <a:buNone/>
              <a:defRPr sz="1733"/>
            </a:lvl2pPr>
            <a:lvl3pPr marL="792502" indent="0" algn="ctr">
              <a:buNone/>
              <a:defRPr sz="1560"/>
            </a:lvl3pPr>
            <a:lvl4pPr marL="1188754" indent="0" algn="ctr">
              <a:buNone/>
              <a:defRPr sz="1387"/>
            </a:lvl4pPr>
            <a:lvl5pPr marL="1585005" indent="0" algn="ctr">
              <a:buNone/>
              <a:defRPr sz="1387"/>
            </a:lvl5pPr>
            <a:lvl6pPr marL="1981255" indent="0" algn="ctr">
              <a:buNone/>
              <a:defRPr sz="1387"/>
            </a:lvl6pPr>
            <a:lvl7pPr marL="2377505" indent="0" algn="ctr">
              <a:buNone/>
              <a:defRPr sz="1387"/>
            </a:lvl7pPr>
            <a:lvl8pPr marL="2773757" indent="0" algn="ctr">
              <a:buNone/>
              <a:defRPr sz="1387"/>
            </a:lvl8pPr>
            <a:lvl9pPr marL="3170009" indent="0" algn="ctr">
              <a:buNone/>
              <a:defRPr sz="1387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1056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2646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938" y="1481773"/>
            <a:ext cx="911352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938" y="3977535"/>
            <a:ext cx="911352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1pPr>
            <a:lvl2pPr marL="396251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2pPr>
            <a:lvl3pPr marL="792502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754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4pPr>
            <a:lvl5pPr marL="1585005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5pPr>
            <a:lvl6pPr marL="1981255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6pPr>
            <a:lvl7pPr marL="2377505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7pPr>
            <a:lvl8pPr marL="2773757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8pPr>
            <a:lvl9pPr marL="3170009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419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6441" y="1582208"/>
            <a:ext cx="4490720" cy="37711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240" y="1582208"/>
            <a:ext cx="4490720" cy="37711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5444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817" y="316446"/>
            <a:ext cx="9113520" cy="11488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818" y="1457012"/>
            <a:ext cx="4470083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1" indent="0">
              <a:buNone/>
              <a:defRPr sz="1733" b="1"/>
            </a:lvl2pPr>
            <a:lvl3pPr marL="792502" indent="0">
              <a:buNone/>
              <a:defRPr sz="1560" b="1"/>
            </a:lvl3pPr>
            <a:lvl4pPr marL="1188754" indent="0">
              <a:buNone/>
              <a:defRPr sz="1387" b="1"/>
            </a:lvl4pPr>
            <a:lvl5pPr marL="1585005" indent="0">
              <a:buNone/>
              <a:defRPr sz="1387" b="1"/>
            </a:lvl5pPr>
            <a:lvl6pPr marL="1981255" indent="0">
              <a:buNone/>
              <a:defRPr sz="1387" b="1"/>
            </a:lvl6pPr>
            <a:lvl7pPr marL="2377505" indent="0">
              <a:buNone/>
              <a:defRPr sz="1387" b="1"/>
            </a:lvl7pPr>
            <a:lvl8pPr marL="2773757" indent="0">
              <a:buNone/>
              <a:defRPr sz="1387" b="1"/>
            </a:lvl8pPr>
            <a:lvl9pPr marL="3170009" indent="0">
              <a:buNone/>
              <a:defRPr sz="138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7818" y="2171065"/>
            <a:ext cx="4470083" cy="31933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9240" y="1457012"/>
            <a:ext cx="4492096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1" indent="0">
              <a:buNone/>
              <a:defRPr sz="1733" b="1"/>
            </a:lvl2pPr>
            <a:lvl3pPr marL="792502" indent="0">
              <a:buNone/>
              <a:defRPr sz="1560" b="1"/>
            </a:lvl3pPr>
            <a:lvl4pPr marL="1188754" indent="0">
              <a:buNone/>
              <a:defRPr sz="1387" b="1"/>
            </a:lvl4pPr>
            <a:lvl5pPr marL="1585005" indent="0">
              <a:buNone/>
              <a:defRPr sz="1387" b="1"/>
            </a:lvl5pPr>
            <a:lvl6pPr marL="1981255" indent="0">
              <a:buNone/>
              <a:defRPr sz="1387" b="1"/>
            </a:lvl6pPr>
            <a:lvl7pPr marL="2377505" indent="0">
              <a:buNone/>
              <a:defRPr sz="1387" b="1"/>
            </a:lvl7pPr>
            <a:lvl8pPr marL="2773757" indent="0">
              <a:buNone/>
              <a:defRPr sz="1387" b="1"/>
            </a:lvl8pPr>
            <a:lvl9pPr marL="3170009" indent="0">
              <a:buNone/>
              <a:defRPr sz="138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9240" y="2171065"/>
            <a:ext cx="4492096" cy="31933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5358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9361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0173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817" y="396240"/>
            <a:ext cx="340793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096" y="855769"/>
            <a:ext cx="534924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7817" y="1783080"/>
            <a:ext cx="340793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1" indent="0">
              <a:buNone/>
              <a:defRPr sz="1213"/>
            </a:lvl2pPr>
            <a:lvl3pPr marL="792502" indent="0">
              <a:buNone/>
              <a:defRPr sz="1040"/>
            </a:lvl3pPr>
            <a:lvl4pPr marL="1188754" indent="0">
              <a:buNone/>
              <a:defRPr sz="867"/>
            </a:lvl4pPr>
            <a:lvl5pPr marL="1585005" indent="0">
              <a:buNone/>
              <a:defRPr sz="867"/>
            </a:lvl5pPr>
            <a:lvl6pPr marL="1981255" indent="0">
              <a:buNone/>
              <a:defRPr sz="867"/>
            </a:lvl6pPr>
            <a:lvl7pPr marL="2377505" indent="0">
              <a:buNone/>
              <a:defRPr sz="867"/>
            </a:lvl7pPr>
            <a:lvl8pPr marL="2773757" indent="0">
              <a:buNone/>
              <a:defRPr sz="867"/>
            </a:lvl8pPr>
            <a:lvl9pPr marL="3170009" indent="0">
              <a:buNone/>
              <a:defRPr sz="8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265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817" y="396240"/>
            <a:ext cx="340793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92096" y="855769"/>
            <a:ext cx="534924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1" indent="0">
              <a:buNone/>
              <a:defRPr sz="2427"/>
            </a:lvl2pPr>
            <a:lvl3pPr marL="792502" indent="0">
              <a:buNone/>
              <a:defRPr sz="2080"/>
            </a:lvl3pPr>
            <a:lvl4pPr marL="1188754" indent="0">
              <a:buNone/>
              <a:defRPr sz="1733"/>
            </a:lvl4pPr>
            <a:lvl5pPr marL="1585005" indent="0">
              <a:buNone/>
              <a:defRPr sz="1733"/>
            </a:lvl5pPr>
            <a:lvl6pPr marL="1981255" indent="0">
              <a:buNone/>
              <a:defRPr sz="1733"/>
            </a:lvl6pPr>
            <a:lvl7pPr marL="2377505" indent="0">
              <a:buNone/>
              <a:defRPr sz="1733"/>
            </a:lvl7pPr>
            <a:lvl8pPr marL="2773757" indent="0">
              <a:buNone/>
              <a:defRPr sz="1733"/>
            </a:lvl8pPr>
            <a:lvl9pPr marL="3170009" indent="0">
              <a:buNone/>
              <a:defRPr sz="1733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7817" y="1783080"/>
            <a:ext cx="340793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1" indent="0">
              <a:buNone/>
              <a:defRPr sz="1213"/>
            </a:lvl2pPr>
            <a:lvl3pPr marL="792502" indent="0">
              <a:buNone/>
              <a:defRPr sz="1040"/>
            </a:lvl3pPr>
            <a:lvl4pPr marL="1188754" indent="0">
              <a:buNone/>
              <a:defRPr sz="867"/>
            </a:lvl4pPr>
            <a:lvl5pPr marL="1585005" indent="0">
              <a:buNone/>
              <a:defRPr sz="867"/>
            </a:lvl5pPr>
            <a:lvl6pPr marL="1981255" indent="0">
              <a:buNone/>
              <a:defRPr sz="867"/>
            </a:lvl6pPr>
            <a:lvl7pPr marL="2377505" indent="0">
              <a:buNone/>
              <a:defRPr sz="867"/>
            </a:lvl7pPr>
            <a:lvl8pPr marL="2773757" indent="0">
              <a:buNone/>
              <a:defRPr sz="867"/>
            </a:lvl8pPr>
            <a:lvl9pPr marL="3170009" indent="0">
              <a:buNone/>
              <a:defRPr sz="8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291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1396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1581" y="316442"/>
            <a:ext cx="2278380" cy="50369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6441" y="316442"/>
            <a:ext cx="6703060" cy="50369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7703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6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7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4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3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31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60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4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7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4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3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31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60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0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9993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4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3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31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60" indent="-224647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0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FCF5D8D2-E8EB-45FE-957C-C662B0AAB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07815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9796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9F7263-D850-46CB-A8C7-2A99B7CD61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8364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4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6CD7-F9AD-49DB-83E3-2D7A38F25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26A29-B2AE-49C4-88C1-6CA813DD8E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838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B813C-0413-4BDA-858D-BAD7ADC6CC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7D52B-9E30-4CB7-BC1F-1CA3655759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9799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12F8B-6510-4C54-A77C-0FBB4767E1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1C7AE-3D6C-47E9-95E5-9CC837606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2534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6E16-75DF-42C0-86F2-BADBF8CEF4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1C46-CB60-4BCE-A4E9-BE1F0C30C1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3254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05A5-58A7-4AED-BFE9-CBDCBDB744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0834-563F-46A6-AFE6-49EF2BA18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5011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7EC7-6E1D-4D32-9D61-4EE4F7CCD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B41BE-196D-45F5-A22D-F3BB1F848B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299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710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C47BA-7B25-486A-811F-D5551BC1F8E0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6028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5ABD28-D1F9-4D11-87C8-ED5613F1928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77041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3CE63-6C87-4464-9A8D-3325DEFD2BAE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2724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0F392-D41B-44B9-A94B-7B6283F6882A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3791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9A111-8C38-4DE3-B29E-9AC541E80C1A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13530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E1B30-7DBF-4DDF-B453-3DB67ACD637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01599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9DDEB-34D7-4956-9F1F-47CFA4BD2F19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28867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18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589DA-881A-4B60-8DBE-4F60CF289009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6439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C0B6-7C06-41FD-8C57-85D562AE1A13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3875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84CC-10B4-495D-B517-E4597995CA87}"/>
              </a:ext>
            </a:extLst>
          </p:cNvPr>
          <p:cNvCxnSpPr/>
          <p:nvPr userDrawn="1"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81591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1B985-9C02-461D-82AC-B5FC5A1FF650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39891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50A5F2-7FD8-417A-B612-D0E00FE1C120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5603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0E48D-ECF2-4181-84DD-8EFEAA2F2A53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2647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0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A1D6-3903-4501-BF23-2175C996C7A6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48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88D43-097D-4BB5-8DBA-7303624EA96F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2133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F8469-CCA6-4CF8-BDF7-BA8FB8E62757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888821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1035F-2498-4DF2-8AC9-D69A816A370C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7502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6972D-57CB-435A-9019-B1C959DDD12D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98495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6E1E5-97DB-4573-B322-6B2296C8CA31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06896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8819F-472E-4E59-9DD6-644ABFDFEE5F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64205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E0B7-C99E-472E-B5E0-63A4D8756BB6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19025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49DD1-61D9-4B86-8273-C9A018E09544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3662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99DC8-C2C8-44C6-8B1B-ECC4FC0D3443}"/>
              </a:ext>
            </a:extLst>
          </p:cNvPr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18410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4DB2B-4F98-44E9-94E5-F6304ABF5ECC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97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017F84-B8A3-4AC3-B6E6-0408F914DBC9}"/>
              </a:ext>
            </a:extLst>
          </p:cNvPr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3365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0202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4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</p:spTree>
    <p:extLst>
      <p:ext uri="{BB962C8B-B14F-4D97-AF65-F5344CB8AC3E}">
        <p14:creationId xmlns:p14="http://schemas.microsoft.com/office/powerpoint/2010/main" val="19135315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67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987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7454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23934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438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4231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2667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769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5735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494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47411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208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18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692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8030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0248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542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95006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0334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0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819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73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6205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7536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348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7691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6085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4544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5994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9582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3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728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20601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9F7263-D850-46CB-A8C7-2A99B7CD61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703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4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6CD7-F9AD-49DB-83E3-2D7A38F257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26A29-B2AE-49C4-88C1-6CA813DD8E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0680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B813C-0413-4BDA-858D-BAD7ADC6CC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7D52B-9E30-4CB7-BC1F-1CA3655759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1926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12F8B-6510-4C54-A77C-0FBB4767E1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1C7AE-3D6C-47E9-95E5-9CC8376067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0685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6E16-75DF-42C0-86F2-BADBF8CEF4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1C46-CB60-4BCE-A4E9-BE1F0C30C1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95805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05A5-58A7-4AED-BFE9-CBDCBDB744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0834-563F-46A6-AFE6-49EF2BA18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9042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7EC7-6E1D-4D32-9D61-4EE4F7CCD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B41BE-196D-45F5-A22D-F3BB1F848B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2479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492510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C47BA-7B25-486A-811F-D5551BC1F8E0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14838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5ABD28-D1F9-4D11-87C8-ED5613F1928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087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3CE63-6C87-4464-9A8D-3325DEFD2BAE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1175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0F392-D41B-44B9-A94B-7B6283F6882A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7847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9A111-8C38-4DE3-B29E-9AC541E80C1A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05588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E1B30-7DBF-4DDF-B453-3DB67ACD637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63764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9DDEB-34D7-4956-9F1F-47CFA4BD2F19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5727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18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589DA-881A-4B60-8DBE-4F60CF289009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56446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C0B6-7C06-41FD-8C57-85D562AE1A13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03836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84CC-10B4-495D-B517-E4597995CA87}"/>
              </a:ext>
            </a:extLst>
          </p:cNvPr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762124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1B985-9C02-461D-82AC-B5FC5A1FF650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228319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50A5F2-7FD8-417A-B612-D0E00FE1C120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380359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0E48D-ECF2-4181-84DD-8EFEAA2F2A53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12526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0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A1D6-3903-4501-BF23-2175C996C7A6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81575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88D43-097D-4BB5-8DBA-7303624EA96F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968918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F8469-CCA6-4CF8-BDF7-BA8FB8E62757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40473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1035F-2498-4DF2-8AC9-D69A816A370C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811553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6972D-57CB-435A-9019-B1C959DDD12D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74164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6E1E5-97DB-4573-B322-6B2296C8CA31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7124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8819F-472E-4E59-9DD6-644ABFDFEE5F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7584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E0B7-C99E-472E-B5E0-63A4D8756BB6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26913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49DD1-61D9-4B86-8273-C9A018E09544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3422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99DC8-C2C8-44C6-8B1B-ECC4FC0D3443}"/>
              </a:ext>
            </a:extLst>
          </p:cNvPr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53945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4DB2B-4F98-44E9-94E5-F6304ABF5ECC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422355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017F84-B8A3-4AC3-B6E6-0408F914DBC9}"/>
              </a:ext>
            </a:extLst>
          </p:cNvPr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03146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79958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4" y="1668336"/>
            <a:ext cx="8883589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</p:spTree>
    <p:extLst>
      <p:ext uri="{BB962C8B-B14F-4D97-AF65-F5344CB8AC3E}">
        <p14:creationId xmlns:p14="http://schemas.microsoft.com/office/powerpoint/2010/main" val="1441364074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07318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6" y="1668336"/>
            <a:ext cx="8875332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160"/>
              </a:lnSpc>
              <a:spcBef>
                <a:spcPts val="0"/>
              </a:spcBef>
              <a:spcAft>
                <a:spcPts val="416"/>
              </a:spcAft>
              <a:buNone/>
              <a:defRPr sz="3953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73430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784"/>
              </a:lnSpc>
              <a:spcBef>
                <a:spcPts val="0"/>
              </a:spcBef>
              <a:spcAft>
                <a:spcPts val="416"/>
              </a:spcAft>
              <a:buNone/>
              <a:defRPr sz="4576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05957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20632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1" y="0"/>
            <a:ext cx="10566400" cy="59436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24293" y="1668336"/>
            <a:ext cx="8883588" cy="260692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537"/>
              </a:lnSpc>
              <a:spcBef>
                <a:spcPts val="0"/>
              </a:spcBef>
              <a:spcAft>
                <a:spcPts val="416"/>
              </a:spcAft>
              <a:buNone/>
              <a:defRPr sz="3328" b="1" spc="156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191657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8880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9587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620424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940130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070188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3"/>
            <a:ext cx="9401307" cy="35029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301232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357422"/>
            <a:ext cx="9401307" cy="3502946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17508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57674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42972" y="1081229"/>
            <a:ext cx="453985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574135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18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4503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059186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442972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81521" y="1370994"/>
            <a:ext cx="453985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451104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6130" y="693420"/>
            <a:ext cx="10582532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696350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253679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58948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2999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62355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0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78068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081229"/>
            <a:ext cx="2917319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081229"/>
            <a:ext cx="615991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532982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81523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7064482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04494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7065598" y="1370994"/>
            <a:ext cx="2917319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80404" y="1370994"/>
            <a:ext cx="615991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93984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081229"/>
            <a:ext cx="6158800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081229"/>
            <a:ext cx="2917316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095484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081229"/>
            <a:ext cx="6157256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081229"/>
            <a:ext cx="2917317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639426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822999" y="1370994"/>
            <a:ext cx="6158800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81520" y="1370994"/>
            <a:ext cx="2917316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65608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824542" y="1370994"/>
            <a:ext cx="6157256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81521" y="1370994"/>
            <a:ext cx="2917317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248953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081229"/>
            <a:ext cx="2107583" cy="37791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75169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0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4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5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4000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081229"/>
            <a:ext cx="2107585" cy="3779138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" y="69342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252712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443999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7875245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81524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3012772" y="1370994"/>
            <a:ext cx="2107583" cy="3489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buNone/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089957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81523" y="310285"/>
            <a:ext cx="9403361" cy="61499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72" b="0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8152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3012748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5443999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7875243" y="1370994"/>
            <a:ext cx="2107585" cy="3489374"/>
          </a:xfrm>
          <a:prstGeom prst="rect">
            <a:avLst/>
          </a:prstGeom>
        </p:spPr>
        <p:txBody>
          <a:bodyPr lIns="0" tIns="0" rIns="0" bIns="0"/>
          <a:lstStyle>
            <a:lvl1pPr marL="224645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248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24173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823701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92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123229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422757" indent="-224645">
              <a:lnSpc>
                <a:spcPct val="100000"/>
              </a:lnSpc>
              <a:spcBef>
                <a:spcPts val="0"/>
              </a:spcBef>
              <a:spcAft>
                <a:spcPts val="416"/>
              </a:spcAft>
              <a:defRPr sz="104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" y="986240"/>
            <a:ext cx="105664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051261" y="5346034"/>
            <a:ext cx="1147870" cy="31644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65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2.xml"/><Relationship Id="rId21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6.xml"/><Relationship Id="rId55" Type="http://schemas.openxmlformats.org/officeDocument/2006/relationships/slideLayout" Target="../slideLayouts/slideLayout121.xml"/><Relationship Id="rId63" Type="http://schemas.openxmlformats.org/officeDocument/2006/relationships/slideLayout" Target="../slideLayouts/slideLayout129.xml"/><Relationship Id="rId68" Type="http://schemas.openxmlformats.org/officeDocument/2006/relationships/image" Target="../media/image1.emf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37" Type="http://schemas.openxmlformats.org/officeDocument/2006/relationships/slideLayout" Target="../slideLayouts/slideLayout103.xml"/><Relationship Id="rId40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9.xml"/><Relationship Id="rId58" Type="http://schemas.openxmlformats.org/officeDocument/2006/relationships/slideLayout" Target="../slideLayouts/slideLayout124.xml"/><Relationship Id="rId6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71.xml"/><Relationship Id="rId61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101.xml"/><Relationship Id="rId43" Type="http://schemas.openxmlformats.org/officeDocument/2006/relationships/slideLayout" Target="../slideLayouts/slideLayout109.xml"/><Relationship Id="rId48" Type="http://schemas.openxmlformats.org/officeDocument/2006/relationships/slideLayout" Target="../slideLayouts/slideLayout114.xml"/><Relationship Id="rId56" Type="http://schemas.openxmlformats.org/officeDocument/2006/relationships/slideLayout" Target="../slideLayouts/slideLayout122.xml"/><Relationship Id="rId64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74.xml"/><Relationship Id="rId51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12.xml"/><Relationship Id="rId59" Type="http://schemas.openxmlformats.org/officeDocument/2006/relationships/slideLayout" Target="../slideLayouts/slideLayout125.xml"/><Relationship Id="rId67" Type="http://schemas.openxmlformats.org/officeDocument/2006/relationships/theme" Target="../theme/theme2.xml"/><Relationship Id="rId2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107.xml"/><Relationship Id="rId54" Type="http://schemas.openxmlformats.org/officeDocument/2006/relationships/slideLayout" Target="../slideLayouts/slideLayout120.xml"/><Relationship Id="rId6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15.xml"/><Relationship Id="rId57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97.xml"/><Relationship Id="rId44" Type="http://schemas.openxmlformats.org/officeDocument/2006/relationships/slideLayout" Target="../slideLayouts/slideLayout110.xml"/><Relationship Id="rId52" Type="http://schemas.openxmlformats.org/officeDocument/2006/relationships/slideLayout" Target="../slideLayouts/slideLayout118.xml"/><Relationship Id="rId60" Type="http://schemas.openxmlformats.org/officeDocument/2006/relationships/slideLayout" Target="../slideLayouts/slideLayout126.xml"/><Relationship Id="rId6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10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71.xml"/><Relationship Id="rId21" Type="http://schemas.openxmlformats.org/officeDocument/2006/relationships/slideLayout" Target="../slideLayouts/slideLayout166.xml"/><Relationship Id="rId34" Type="http://schemas.openxmlformats.org/officeDocument/2006/relationships/slideLayout" Target="../slideLayouts/slideLayout179.xml"/><Relationship Id="rId42" Type="http://schemas.openxmlformats.org/officeDocument/2006/relationships/slideLayout" Target="../slideLayouts/slideLayout187.xml"/><Relationship Id="rId47" Type="http://schemas.openxmlformats.org/officeDocument/2006/relationships/slideLayout" Target="../slideLayouts/slideLayout192.xml"/><Relationship Id="rId50" Type="http://schemas.openxmlformats.org/officeDocument/2006/relationships/slideLayout" Target="../slideLayouts/slideLayout195.xml"/><Relationship Id="rId55" Type="http://schemas.openxmlformats.org/officeDocument/2006/relationships/slideLayout" Target="../slideLayouts/slideLayout200.xml"/><Relationship Id="rId63" Type="http://schemas.openxmlformats.org/officeDocument/2006/relationships/slideLayout" Target="../slideLayouts/slideLayout208.xml"/><Relationship Id="rId68" Type="http://schemas.openxmlformats.org/officeDocument/2006/relationships/image" Target="../media/image1.emf"/><Relationship Id="rId7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47.xml"/><Relationship Id="rId16" Type="http://schemas.openxmlformats.org/officeDocument/2006/relationships/slideLayout" Target="../slideLayouts/slideLayout161.xml"/><Relationship Id="rId29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56.xml"/><Relationship Id="rId24" Type="http://schemas.openxmlformats.org/officeDocument/2006/relationships/slideLayout" Target="../slideLayouts/slideLayout169.xml"/><Relationship Id="rId32" Type="http://schemas.openxmlformats.org/officeDocument/2006/relationships/slideLayout" Target="../slideLayouts/slideLayout177.xml"/><Relationship Id="rId37" Type="http://schemas.openxmlformats.org/officeDocument/2006/relationships/slideLayout" Target="../slideLayouts/slideLayout182.xml"/><Relationship Id="rId40" Type="http://schemas.openxmlformats.org/officeDocument/2006/relationships/slideLayout" Target="../slideLayouts/slideLayout185.xml"/><Relationship Id="rId45" Type="http://schemas.openxmlformats.org/officeDocument/2006/relationships/slideLayout" Target="../slideLayouts/slideLayout190.xml"/><Relationship Id="rId53" Type="http://schemas.openxmlformats.org/officeDocument/2006/relationships/slideLayout" Target="../slideLayouts/slideLayout198.xml"/><Relationship Id="rId58" Type="http://schemas.openxmlformats.org/officeDocument/2006/relationships/slideLayout" Target="../slideLayouts/slideLayout203.xml"/><Relationship Id="rId66" Type="http://schemas.openxmlformats.org/officeDocument/2006/relationships/slideLayout" Target="../slideLayouts/slideLayout211.xml"/><Relationship Id="rId5" Type="http://schemas.openxmlformats.org/officeDocument/2006/relationships/slideLayout" Target="../slideLayouts/slideLayout150.xml"/><Relationship Id="rId61" Type="http://schemas.openxmlformats.org/officeDocument/2006/relationships/slideLayout" Target="../slideLayouts/slideLayout206.xml"/><Relationship Id="rId19" Type="http://schemas.openxmlformats.org/officeDocument/2006/relationships/slideLayout" Target="../slideLayouts/slideLayout164.xml"/><Relationship Id="rId14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67.xml"/><Relationship Id="rId27" Type="http://schemas.openxmlformats.org/officeDocument/2006/relationships/slideLayout" Target="../slideLayouts/slideLayout172.xml"/><Relationship Id="rId30" Type="http://schemas.openxmlformats.org/officeDocument/2006/relationships/slideLayout" Target="../slideLayouts/slideLayout175.xml"/><Relationship Id="rId35" Type="http://schemas.openxmlformats.org/officeDocument/2006/relationships/slideLayout" Target="../slideLayouts/slideLayout180.xml"/><Relationship Id="rId43" Type="http://schemas.openxmlformats.org/officeDocument/2006/relationships/slideLayout" Target="../slideLayouts/slideLayout188.xml"/><Relationship Id="rId48" Type="http://schemas.openxmlformats.org/officeDocument/2006/relationships/slideLayout" Target="../slideLayouts/slideLayout193.xml"/><Relationship Id="rId56" Type="http://schemas.openxmlformats.org/officeDocument/2006/relationships/slideLayout" Target="../slideLayouts/slideLayout201.xml"/><Relationship Id="rId64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62.xml"/><Relationship Id="rId25" Type="http://schemas.openxmlformats.org/officeDocument/2006/relationships/slideLayout" Target="../slideLayouts/slideLayout170.xml"/><Relationship Id="rId33" Type="http://schemas.openxmlformats.org/officeDocument/2006/relationships/slideLayout" Target="../slideLayouts/slideLayout178.xml"/><Relationship Id="rId38" Type="http://schemas.openxmlformats.org/officeDocument/2006/relationships/slideLayout" Target="../slideLayouts/slideLayout183.xml"/><Relationship Id="rId46" Type="http://schemas.openxmlformats.org/officeDocument/2006/relationships/slideLayout" Target="../slideLayouts/slideLayout191.xml"/><Relationship Id="rId59" Type="http://schemas.openxmlformats.org/officeDocument/2006/relationships/slideLayout" Target="../slideLayouts/slideLayout204.xml"/><Relationship Id="rId67" Type="http://schemas.openxmlformats.org/officeDocument/2006/relationships/theme" Target="../theme/theme4.xml"/><Relationship Id="rId20" Type="http://schemas.openxmlformats.org/officeDocument/2006/relationships/slideLayout" Target="../slideLayouts/slideLayout165.xml"/><Relationship Id="rId41" Type="http://schemas.openxmlformats.org/officeDocument/2006/relationships/slideLayout" Target="../slideLayouts/slideLayout186.xml"/><Relationship Id="rId54" Type="http://schemas.openxmlformats.org/officeDocument/2006/relationships/slideLayout" Target="../slideLayouts/slideLayout199.xml"/><Relationship Id="rId62" Type="http://schemas.openxmlformats.org/officeDocument/2006/relationships/slideLayout" Target="../slideLayouts/slideLayout20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60.xml"/><Relationship Id="rId23" Type="http://schemas.openxmlformats.org/officeDocument/2006/relationships/slideLayout" Target="../slideLayouts/slideLayout168.xml"/><Relationship Id="rId28" Type="http://schemas.openxmlformats.org/officeDocument/2006/relationships/slideLayout" Target="../slideLayouts/slideLayout173.xml"/><Relationship Id="rId36" Type="http://schemas.openxmlformats.org/officeDocument/2006/relationships/slideLayout" Target="../slideLayouts/slideLayout181.xml"/><Relationship Id="rId49" Type="http://schemas.openxmlformats.org/officeDocument/2006/relationships/slideLayout" Target="../slideLayouts/slideLayout194.xml"/><Relationship Id="rId57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55.xml"/><Relationship Id="rId31" Type="http://schemas.openxmlformats.org/officeDocument/2006/relationships/slideLayout" Target="../slideLayouts/slideLayout176.xml"/><Relationship Id="rId44" Type="http://schemas.openxmlformats.org/officeDocument/2006/relationships/slideLayout" Target="../slideLayouts/slideLayout189.xml"/><Relationship Id="rId52" Type="http://schemas.openxmlformats.org/officeDocument/2006/relationships/slideLayout" Target="../slideLayouts/slideLayout197.xml"/><Relationship Id="rId60" Type="http://schemas.openxmlformats.org/officeDocument/2006/relationships/slideLayout" Target="../slideLayouts/slideLayout205.xml"/><Relationship Id="rId65" Type="http://schemas.openxmlformats.org/officeDocument/2006/relationships/slideLayout" Target="../slideLayouts/slideLayout210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63.xml"/><Relationship Id="rId39" Type="http://schemas.openxmlformats.org/officeDocument/2006/relationships/slideLayout" Target="../slideLayouts/slideLayout184.xml"/></Relationships>
</file>

<file path=ppt/slideMasters/_rels/slideMaster5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37.xml"/><Relationship Id="rId21" Type="http://schemas.openxmlformats.org/officeDocument/2006/relationships/slideLayout" Target="../slideLayouts/slideLayout232.xml"/><Relationship Id="rId34" Type="http://schemas.openxmlformats.org/officeDocument/2006/relationships/slideLayout" Target="../slideLayouts/slideLayout245.xml"/><Relationship Id="rId42" Type="http://schemas.openxmlformats.org/officeDocument/2006/relationships/slideLayout" Target="../slideLayouts/slideLayout253.xml"/><Relationship Id="rId47" Type="http://schemas.openxmlformats.org/officeDocument/2006/relationships/slideLayout" Target="../slideLayouts/slideLayout258.xml"/><Relationship Id="rId50" Type="http://schemas.openxmlformats.org/officeDocument/2006/relationships/slideLayout" Target="../slideLayouts/slideLayout261.xml"/><Relationship Id="rId55" Type="http://schemas.openxmlformats.org/officeDocument/2006/relationships/slideLayout" Target="../slideLayouts/slideLayout266.xml"/><Relationship Id="rId63" Type="http://schemas.openxmlformats.org/officeDocument/2006/relationships/slideLayout" Target="../slideLayouts/slideLayout274.xml"/><Relationship Id="rId68" Type="http://schemas.openxmlformats.org/officeDocument/2006/relationships/image" Target="../media/image1.emf"/><Relationship Id="rId7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27.xml"/><Relationship Id="rId29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22.xml"/><Relationship Id="rId24" Type="http://schemas.openxmlformats.org/officeDocument/2006/relationships/slideLayout" Target="../slideLayouts/slideLayout235.xml"/><Relationship Id="rId32" Type="http://schemas.openxmlformats.org/officeDocument/2006/relationships/slideLayout" Target="../slideLayouts/slideLayout243.xml"/><Relationship Id="rId37" Type="http://schemas.openxmlformats.org/officeDocument/2006/relationships/slideLayout" Target="../slideLayouts/slideLayout248.xml"/><Relationship Id="rId40" Type="http://schemas.openxmlformats.org/officeDocument/2006/relationships/slideLayout" Target="../slideLayouts/slideLayout251.xml"/><Relationship Id="rId45" Type="http://schemas.openxmlformats.org/officeDocument/2006/relationships/slideLayout" Target="../slideLayouts/slideLayout256.xml"/><Relationship Id="rId53" Type="http://schemas.openxmlformats.org/officeDocument/2006/relationships/slideLayout" Target="../slideLayouts/slideLayout264.xml"/><Relationship Id="rId58" Type="http://schemas.openxmlformats.org/officeDocument/2006/relationships/slideLayout" Target="../slideLayouts/slideLayout269.xml"/><Relationship Id="rId6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16.xml"/><Relationship Id="rId61" Type="http://schemas.openxmlformats.org/officeDocument/2006/relationships/slideLayout" Target="../slideLayouts/slideLayout272.xml"/><Relationship Id="rId19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25.xml"/><Relationship Id="rId22" Type="http://schemas.openxmlformats.org/officeDocument/2006/relationships/slideLayout" Target="../slideLayouts/slideLayout233.xml"/><Relationship Id="rId27" Type="http://schemas.openxmlformats.org/officeDocument/2006/relationships/slideLayout" Target="../slideLayouts/slideLayout238.xml"/><Relationship Id="rId30" Type="http://schemas.openxmlformats.org/officeDocument/2006/relationships/slideLayout" Target="../slideLayouts/slideLayout241.xml"/><Relationship Id="rId35" Type="http://schemas.openxmlformats.org/officeDocument/2006/relationships/slideLayout" Target="../slideLayouts/slideLayout246.xml"/><Relationship Id="rId43" Type="http://schemas.openxmlformats.org/officeDocument/2006/relationships/slideLayout" Target="../slideLayouts/slideLayout254.xml"/><Relationship Id="rId48" Type="http://schemas.openxmlformats.org/officeDocument/2006/relationships/slideLayout" Target="../slideLayouts/slideLayout259.xml"/><Relationship Id="rId56" Type="http://schemas.openxmlformats.org/officeDocument/2006/relationships/slideLayout" Target="../slideLayouts/slideLayout267.xml"/><Relationship Id="rId64" Type="http://schemas.openxmlformats.org/officeDocument/2006/relationships/slideLayout" Target="../slideLayouts/slideLayout275.xml"/><Relationship Id="rId8" Type="http://schemas.openxmlformats.org/officeDocument/2006/relationships/slideLayout" Target="../slideLayouts/slideLayout219.xml"/><Relationship Id="rId51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23.xml"/><Relationship Id="rId17" Type="http://schemas.openxmlformats.org/officeDocument/2006/relationships/slideLayout" Target="../slideLayouts/slideLayout228.xml"/><Relationship Id="rId25" Type="http://schemas.openxmlformats.org/officeDocument/2006/relationships/slideLayout" Target="../slideLayouts/slideLayout236.xml"/><Relationship Id="rId33" Type="http://schemas.openxmlformats.org/officeDocument/2006/relationships/slideLayout" Target="../slideLayouts/slideLayout244.xml"/><Relationship Id="rId38" Type="http://schemas.openxmlformats.org/officeDocument/2006/relationships/slideLayout" Target="../slideLayouts/slideLayout249.xml"/><Relationship Id="rId46" Type="http://schemas.openxmlformats.org/officeDocument/2006/relationships/slideLayout" Target="../slideLayouts/slideLayout257.xml"/><Relationship Id="rId59" Type="http://schemas.openxmlformats.org/officeDocument/2006/relationships/slideLayout" Target="../slideLayouts/slideLayout270.xml"/><Relationship Id="rId67" Type="http://schemas.openxmlformats.org/officeDocument/2006/relationships/theme" Target="../theme/theme5.xml"/><Relationship Id="rId20" Type="http://schemas.openxmlformats.org/officeDocument/2006/relationships/slideLayout" Target="../slideLayouts/slideLayout231.xml"/><Relationship Id="rId41" Type="http://schemas.openxmlformats.org/officeDocument/2006/relationships/slideLayout" Target="../slideLayouts/slideLayout252.xml"/><Relationship Id="rId54" Type="http://schemas.openxmlformats.org/officeDocument/2006/relationships/slideLayout" Target="../slideLayouts/slideLayout265.xml"/><Relationship Id="rId62" Type="http://schemas.openxmlformats.org/officeDocument/2006/relationships/slideLayout" Target="../slideLayouts/slideLayout273.xml"/><Relationship Id="rId1" Type="http://schemas.openxmlformats.org/officeDocument/2006/relationships/slideLayout" Target="../slideLayouts/slideLayout212.xml"/><Relationship Id="rId6" Type="http://schemas.openxmlformats.org/officeDocument/2006/relationships/slideLayout" Target="../slideLayouts/slideLayout217.xml"/><Relationship Id="rId15" Type="http://schemas.openxmlformats.org/officeDocument/2006/relationships/slideLayout" Target="../slideLayouts/slideLayout226.xml"/><Relationship Id="rId23" Type="http://schemas.openxmlformats.org/officeDocument/2006/relationships/slideLayout" Target="../slideLayouts/slideLayout234.xml"/><Relationship Id="rId28" Type="http://schemas.openxmlformats.org/officeDocument/2006/relationships/slideLayout" Target="../slideLayouts/slideLayout239.xml"/><Relationship Id="rId36" Type="http://schemas.openxmlformats.org/officeDocument/2006/relationships/slideLayout" Target="../slideLayouts/slideLayout247.xml"/><Relationship Id="rId49" Type="http://schemas.openxmlformats.org/officeDocument/2006/relationships/slideLayout" Target="../slideLayouts/slideLayout260.xml"/><Relationship Id="rId57" Type="http://schemas.openxmlformats.org/officeDocument/2006/relationships/slideLayout" Target="../slideLayouts/slideLayout268.xml"/><Relationship Id="rId10" Type="http://schemas.openxmlformats.org/officeDocument/2006/relationships/slideLayout" Target="../slideLayouts/slideLayout221.xml"/><Relationship Id="rId31" Type="http://schemas.openxmlformats.org/officeDocument/2006/relationships/slideLayout" Target="../slideLayouts/slideLayout242.xml"/><Relationship Id="rId44" Type="http://schemas.openxmlformats.org/officeDocument/2006/relationships/slideLayout" Target="../slideLayouts/slideLayout255.xml"/><Relationship Id="rId52" Type="http://schemas.openxmlformats.org/officeDocument/2006/relationships/slideLayout" Target="../slideLayouts/slideLayout263.xml"/><Relationship Id="rId60" Type="http://schemas.openxmlformats.org/officeDocument/2006/relationships/slideLayout" Target="../slideLayouts/slideLayout271.xml"/><Relationship Id="rId6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15.xml"/><Relationship Id="rId9" Type="http://schemas.openxmlformats.org/officeDocument/2006/relationships/slideLayout" Target="../slideLayouts/slideLayout220.xml"/><Relationship Id="rId13" Type="http://schemas.openxmlformats.org/officeDocument/2006/relationships/slideLayout" Target="../slideLayouts/slideLayout224.xml"/><Relationship Id="rId18" Type="http://schemas.openxmlformats.org/officeDocument/2006/relationships/slideLayout" Target="../slideLayouts/slideLayout229.xml"/><Relationship Id="rId39" Type="http://schemas.openxmlformats.org/officeDocument/2006/relationships/slideLayout" Target="../slideLayouts/slideLayout2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5739" y="5362535"/>
            <a:ext cx="2615184" cy="3164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40" spc="347">
                <a:solidFill>
                  <a:schemeClr val="accent3"/>
                </a:solidFill>
              </a:defRPr>
            </a:lvl1pPr>
          </a:lstStyle>
          <a:p>
            <a:r>
              <a:rPr lang="en-US"/>
              <a:t>&lt;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2D371-8530-43BE-9A05-6756BEA52354}"/>
              </a:ext>
            </a:extLst>
          </p:cNvPr>
          <p:cNvPicPr>
            <a:picLocks noChangeAspect="1"/>
          </p:cNvPicPr>
          <p:nvPr userDrawn="1"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2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88" r:id="rId9"/>
    <p:sldLayoutId id="2147483787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17" r:id="rId35"/>
    <p:sldLayoutId id="2147483721" r:id="rId36"/>
    <p:sldLayoutId id="2147483712" r:id="rId37"/>
    <p:sldLayoutId id="2147483714" r:id="rId38"/>
    <p:sldLayoutId id="2147483716" r:id="rId39"/>
    <p:sldLayoutId id="2147483713" r:id="rId40"/>
    <p:sldLayoutId id="2147483718" r:id="rId41"/>
    <p:sldLayoutId id="2147483704" r:id="rId42"/>
    <p:sldLayoutId id="2147483674" r:id="rId43"/>
    <p:sldLayoutId id="2147483692" r:id="rId44"/>
    <p:sldLayoutId id="2147483675" r:id="rId45"/>
    <p:sldLayoutId id="2147483693" r:id="rId46"/>
    <p:sldLayoutId id="2147483676" r:id="rId47"/>
    <p:sldLayoutId id="2147483694" r:id="rId48"/>
    <p:sldLayoutId id="2147483677" r:id="rId49"/>
    <p:sldLayoutId id="2147483695" r:id="rId50"/>
    <p:sldLayoutId id="2147483678" r:id="rId51"/>
    <p:sldLayoutId id="2147483696" r:id="rId52"/>
    <p:sldLayoutId id="2147483679" r:id="rId53"/>
    <p:sldLayoutId id="2147483697" r:id="rId54"/>
    <p:sldLayoutId id="2147483680" r:id="rId55"/>
    <p:sldLayoutId id="2147483698" r:id="rId56"/>
    <p:sldLayoutId id="2147483681" r:id="rId57"/>
    <p:sldLayoutId id="2147483699" r:id="rId58"/>
    <p:sldLayoutId id="2147483682" r:id="rId59"/>
    <p:sldLayoutId id="2147483700" r:id="rId60"/>
    <p:sldLayoutId id="2147483683" r:id="rId61"/>
    <p:sldLayoutId id="2147483701" r:id="rId62"/>
    <p:sldLayoutId id="2147483684" r:id="rId63"/>
    <p:sldLayoutId id="2147483702" r:id="rId64"/>
    <p:sldLayoutId id="2147483685" r:id="rId65"/>
    <p:sldLayoutId id="2147483703" r:id="rId66"/>
  </p:sldLayoutIdLst>
  <p:hf hdr="0" ftr="0" dt="0"/>
  <p:txStyles>
    <p:titleStyle>
      <a:lvl1pPr algn="l" defTabSz="792531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33" indent="-198133" algn="l" defTabSz="792531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99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65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929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97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61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725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93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258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66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31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9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62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32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92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85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125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1872" userDrawn="1">
          <p15:clr>
            <a:srgbClr val="F26B43"/>
          </p15:clr>
        </p15:guide>
        <p15:guide id="10" pos="3329" userDrawn="1">
          <p15:clr>
            <a:srgbClr val="F26B43"/>
          </p15:clr>
        </p15:guide>
        <p15:guide id="11" pos="366" userDrawn="1">
          <p15:clr>
            <a:srgbClr val="F26B43"/>
          </p15:clr>
        </p15:guide>
        <p15:guide id="12" pos="6291" userDrawn="1">
          <p15:clr>
            <a:srgbClr val="F26B43"/>
          </p15:clr>
        </p15:guide>
        <p15:guide id="13" orient="horz" pos="434" userDrawn="1">
          <p15:clr>
            <a:srgbClr val="F26B43"/>
          </p15:clr>
        </p15:guide>
        <p15:guide id="14" orient="horz" pos="3310" userDrawn="1">
          <p15:clr>
            <a:srgbClr val="F26B43"/>
          </p15:clr>
        </p15:guide>
        <p15:guide id="15" orient="horz" pos="739" userDrawn="1">
          <p15:clr>
            <a:srgbClr val="F26B43"/>
          </p15:clr>
        </p15:guide>
        <p15:guide id="16" orient="horz" pos="3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5739" y="5362535"/>
            <a:ext cx="2615184" cy="3164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40" spc="347"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2D371-8530-43BE-9A05-6756BEA52354}"/>
              </a:ext>
            </a:extLst>
          </p:cNvPr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2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  <p:sldLayoutId id="2147483867" r:id="rId21"/>
    <p:sldLayoutId id="2147483868" r:id="rId22"/>
    <p:sldLayoutId id="2147483869" r:id="rId23"/>
    <p:sldLayoutId id="2147483870" r:id="rId24"/>
    <p:sldLayoutId id="2147483871" r:id="rId25"/>
    <p:sldLayoutId id="2147483872" r:id="rId26"/>
    <p:sldLayoutId id="2147483873" r:id="rId27"/>
    <p:sldLayoutId id="2147483874" r:id="rId28"/>
    <p:sldLayoutId id="2147483875" r:id="rId29"/>
    <p:sldLayoutId id="2147483876" r:id="rId30"/>
    <p:sldLayoutId id="2147483877" r:id="rId31"/>
    <p:sldLayoutId id="2147483878" r:id="rId32"/>
    <p:sldLayoutId id="2147483879" r:id="rId33"/>
    <p:sldLayoutId id="2147483880" r:id="rId34"/>
    <p:sldLayoutId id="2147483881" r:id="rId35"/>
    <p:sldLayoutId id="2147483882" r:id="rId36"/>
    <p:sldLayoutId id="2147483883" r:id="rId37"/>
    <p:sldLayoutId id="2147483884" r:id="rId38"/>
    <p:sldLayoutId id="2147483885" r:id="rId39"/>
    <p:sldLayoutId id="2147483886" r:id="rId40"/>
    <p:sldLayoutId id="2147483887" r:id="rId41"/>
    <p:sldLayoutId id="2147483888" r:id="rId42"/>
    <p:sldLayoutId id="2147483889" r:id="rId43"/>
    <p:sldLayoutId id="2147483890" r:id="rId44"/>
    <p:sldLayoutId id="2147483891" r:id="rId45"/>
    <p:sldLayoutId id="2147483892" r:id="rId46"/>
    <p:sldLayoutId id="2147483893" r:id="rId47"/>
    <p:sldLayoutId id="2147483894" r:id="rId48"/>
    <p:sldLayoutId id="2147483895" r:id="rId49"/>
    <p:sldLayoutId id="2147483896" r:id="rId50"/>
    <p:sldLayoutId id="2147483897" r:id="rId51"/>
    <p:sldLayoutId id="2147483898" r:id="rId52"/>
    <p:sldLayoutId id="2147483899" r:id="rId53"/>
    <p:sldLayoutId id="2147483900" r:id="rId54"/>
    <p:sldLayoutId id="2147483901" r:id="rId55"/>
    <p:sldLayoutId id="2147483902" r:id="rId56"/>
    <p:sldLayoutId id="2147483903" r:id="rId57"/>
    <p:sldLayoutId id="2147483904" r:id="rId58"/>
    <p:sldLayoutId id="2147483905" r:id="rId59"/>
    <p:sldLayoutId id="2147483906" r:id="rId60"/>
    <p:sldLayoutId id="2147483907" r:id="rId61"/>
    <p:sldLayoutId id="2147483908" r:id="rId62"/>
    <p:sldLayoutId id="2147483909" r:id="rId63"/>
    <p:sldLayoutId id="2147483910" r:id="rId64"/>
    <p:sldLayoutId id="2147483911" r:id="rId65"/>
    <p:sldLayoutId id="2147483912" r:id="rId66"/>
  </p:sldLayoutIdLst>
  <p:txStyles>
    <p:titleStyle>
      <a:lvl1pPr algn="l" defTabSz="792531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33" indent="-198133" algn="l" defTabSz="792531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99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65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929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97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61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725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93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258" indent="-198133" algn="l" defTabSz="79253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66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31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9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62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32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92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858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125" algn="l" defTabSz="792531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1872" userDrawn="1">
          <p15:clr>
            <a:srgbClr val="F26B43"/>
          </p15:clr>
        </p15:guide>
        <p15:guide id="10" pos="3329" userDrawn="1">
          <p15:clr>
            <a:srgbClr val="F26B43"/>
          </p15:clr>
        </p15:guide>
        <p15:guide id="11" pos="366" userDrawn="1">
          <p15:clr>
            <a:srgbClr val="F26B43"/>
          </p15:clr>
        </p15:guide>
        <p15:guide id="12" pos="6291" userDrawn="1">
          <p15:clr>
            <a:srgbClr val="F26B43"/>
          </p15:clr>
        </p15:guide>
        <p15:guide id="13" orient="horz" pos="434" userDrawn="1">
          <p15:clr>
            <a:srgbClr val="F26B43"/>
          </p15:clr>
        </p15:guide>
        <p15:guide id="14" orient="horz" pos="3310" userDrawn="1">
          <p15:clr>
            <a:srgbClr val="F26B43"/>
          </p15:clr>
        </p15:guide>
        <p15:guide id="15" orient="horz" pos="739" userDrawn="1">
          <p15:clr>
            <a:srgbClr val="F26B43"/>
          </p15:clr>
        </p15:guide>
        <p15:guide id="16" orient="horz" pos="339" userDrawn="1">
          <p15:clr>
            <a:srgbClr val="F26B43"/>
          </p15:clr>
        </p15:guide>
        <p15:guide id="17" orient="horz" pos="1560" userDrawn="1">
          <p15:clr>
            <a:srgbClr val="F26B43"/>
          </p15:clr>
        </p15:guide>
        <p15:guide id="18" pos="2496" userDrawn="1">
          <p15:clr>
            <a:srgbClr val="F26B43"/>
          </p15:clr>
        </p15:guide>
        <p15:guide id="19" pos="275" userDrawn="1">
          <p15:clr>
            <a:srgbClr val="F26B43"/>
          </p15:clr>
        </p15:guide>
        <p15:guide id="20" pos="4717" userDrawn="1">
          <p15:clr>
            <a:srgbClr val="F26B43"/>
          </p15:clr>
        </p15:guide>
        <p15:guide id="21" orient="horz" pos="362" userDrawn="1">
          <p15:clr>
            <a:srgbClr val="F26B43"/>
          </p15:clr>
        </p15:guide>
        <p15:guide id="22" orient="horz" pos="2759" userDrawn="1">
          <p15:clr>
            <a:srgbClr val="F26B43"/>
          </p15:clr>
        </p15:guide>
        <p15:guide id="23" orient="horz" pos="617" userDrawn="1">
          <p15:clr>
            <a:srgbClr val="F26B43"/>
          </p15:clr>
        </p15:guide>
        <p15:guide id="24" orient="horz" pos="28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6441" y="316446"/>
            <a:ext cx="911352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441" y="1582208"/>
            <a:ext cx="911352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6441" y="5508837"/>
            <a:ext cx="23774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00121" y="5508837"/>
            <a:ext cx="35661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2520" y="5508837"/>
            <a:ext cx="23774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1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</p:sldLayoutIdLst>
  <p:txStyles>
    <p:titleStyle>
      <a:lvl1pPr algn="l" defTabSz="792502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6" indent="-198126" algn="l" defTabSz="792502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77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28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79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31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382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31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883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35" indent="-198126" algn="l" defTabSz="79250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1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02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54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05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55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05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57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09" algn="l" defTabSz="792502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5739" y="5362535"/>
            <a:ext cx="2615184" cy="3164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36" spc="312">
                <a:solidFill>
                  <a:schemeClr val="accent3"/>
                </a:solidFill>
              </a:defRPr>
            </a:lvl1pPr>
          </a:lstStyle>
          <a:p>
            <a:r>
              <a:rPr lang="en-US"/>
              <a:t>&lt;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2D371-8530-43BE-9A05-6756BEA52354}"/>
              </a:ext>
            </a:extLst>
          </p:cNvPr>
          <p:cNvPicPr>
            <a:picLocks noChangeAspect="1"/>
          </p:cNvPicPr>
          <p:nvPr userDrawn="1"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2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731" r:id="rId9"/>
    <p:sldLayoutId id="2147483732" r:id="rId10"/>
    <p:sldLayoutId id="2147483936" r:id="rId11"/>
    <p:sldLayoutId id="2147483937" r:id="rId12"/>
    <p:sldLayoutId id="2147483938" r:id="rId13"/>
    <p:sldLayoutId id="2147483939" r:id="rId14"/>
    <p:sldLayoutId id="2147483940" r:id="rId15"/>
    <p:sldLayoutId id="2147483941" r:id="rId16"/>
    <p:sldLayoutId id="2147483942" r:id="rId17"/>
    <p:sldLayoutId id="2147483943" r:id="rId18"/>
    <p:sldLayoutId id="2147483944" r:id="rId19"/>
    <p:sldLayoutId id="2147483945" r:id="rId20"/>
    <p:sldLayoutId id="2147483946" r:id="rId21"/>
    <p:sldLayoutId id="2147483947" r:id="rId22"/>
    <p:sldLayoutId id="2147483948" r:id="rId23"/>
    <p:sldLayoutId id="2147483949" r:id="rId24"/>
    <p:sldLayoutId id="2147483950" r:id="rId25"/>
    <p:sldLayoutId id="2147483951" r:id="rId26"/>
    <p:sldLayoutId id="2147483952" r:id="rId27"/>
    <p:sldLayoutId id="2147483953" r:id="rId28"/>
    <p:sldLayoutId id="2147483954" r:id="rId29"/>
    <p:sldLayoutId id="2147483955" r:id="rId30"/>
    <p:sldLayoutId id="2147483956" r:id="rId31"/>
    <p:sldLayoutId id="2147483957" r:id="rId32"/>
    <p:sldLayoutId id="2147483958" r:id="rId33"/>
    <p:sldLayoutId id="2147483959" r:id="rId34"/>
    <p:sldLayoutId id="2147483960" r:id="rId35"/>
    <p:sldLayoutId id="2147483961" r:id="rId36"/>
    <p:sldLayoutId id="2147483962" r:id="rId37"/>
    <p:sldLayoutId id="2147483963" r:id="rId38"/>
    <p:sldLayoutId id="2147483964" r:id="rId39"/>
    <p:sldLayoutId id="2147483965" r:id="rId40"/>
    <p:sldLayoutId id="2147483966" r:id="rId41"/>
    <p:sldLayoutId id="2147483967" r:id="rId42"/>
    <p:sldLayoutId id="2147483968" r:id="rId43"/>
    <p:sldLayoutId id="2147483969" r:id="rId44"/>
    <p:sldLayoutId id="2147483970" r:id="rId45"/>
    <p:sldLayoutId id="2147483971" r:id="rId46"/>
    <p:sldLayoutId id="2147483972" r:id="rId47"/>
    <p:sldLayoutId id="2147483973" r:id="rId48"/>
    <p:sldLayoutId id="2147483974" r:id="rId49"/>
    <p:sldLayoutId id="2147483975" r:id="rId50"/>
    <p:sldLayoutId id="2147483976" r:id="rId51"/>
    <p:sldLayoutId id="2147483977" r:id="rId52"/>
    <p:sldLayoutId id="2147483978" r:id="rId53"/>
    <p:sldLayoutId id="2147483979" r:id="rId54"/>
    <p:sldLayoutId id="2147483980" r:id="rId55"/>
    <p:sldLayoutId id="2147483981" r:id="rId56"/>
    <p:sldLayoutId id="2147483982" r:id="rId57"/>
    <p:sldLayoutId id="2147483983" r:id="rId58"/>
    <p:sldLayoutId id="2147483984" r:id="rId59"/>
    <p:sldLayoutId id="2147483985" r:id="rId60"/>
    <p:sldLayoutId id="2147483986" r:id="rId61"/>
    <p:sldLayoutId id="2147483987" r:id="rId62"/>
    <p:sldLayoutId id="2147483988" r:id="rId63"/>
    <p:sldLayoutId id="2147483989" r:id="rId64"/>
    <p:sldLayoutId id="2147483990" r:id="rId65"/>
    <p:sldLayoutId id="2147483991" r:id="rId66"/>
  </p:sldLayoutIdLst>
  <p:hf hdr="0" ftr="0" dt="0"/>
  <p:txStyles>
    <p:titleStyle>
      <a:lvl1pPr algn="l" defTabSz="713251" rtl="0" eaLnBrk="1" latinLnBrk="0" hangingPunct="1">
        <a:lnSpc>
          <a:spcPct val="90000"/>
        </a:lnSpc>
        <a:spcBef>
          <a:spcPct val="0"/>
        </a:spcBef>
        <a:buNone/>
        <a:defRPr sz="34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8313" indent="-178313" algn="l" defTabSz="713251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1pPr>
      <a:lvl2pPr marL="53493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2pPr>
      <a:lvl3pPr marL="89156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24818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4pPr>
      <a:lvl5pPr marL="160481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5pPr>
      <a:lvl6pPr marL="196143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6pPr>
      <a:lvl7pPr marL="231806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7pPr>
      <a:lvl8pPr marL="2674690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8pPr>
      <a:lvl9pPr marL="3031315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1pPr>
      <a:lvl2pPr marL="356625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2pPr>
      <a:lvl3pPr marL="713251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3pPr>
      <a:lvl4pPr marL="1069876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4pPr>
      <a:lvl5pPr marL="1426499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5pPr>
      <a:lvl6pPr marL="1783125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6pPr>
      <a:lvl7pPr marL="2139752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7pPr>
      <a:lvl8pPr marL="2496378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8pPr>
      <a:lvl9pPr marL="2853003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1872" userDrawn="1">
          <p15:clr>
            <a:srgbClr val="F26B43"/>
          </p15:clr>
        </p15:guide>
        <p15:guide id="10" pos="3329" userDrawn="1">
          <p15:clr>
            <a:srgbClr val="F26B43"/>
          </p15:clr>
        </p15:guide>
        <p15:guide id="11" pos="366" userDrawn="1">
          <p15:clr>
            <a:srgbClr val="F26B43"/>
          </p15:clr>
        </p15:guide>
        <p15:guide id="12" pos="6291" userDrawn="1">
          <p15:clr>
            <a:srgbClr val="F26B43"/>
          </p15:clr>
        </p15:guide>
        <p15:guide id="13" orient="horz" pos="434" userDrawn="1">
          <p15:clr>
            <a:srgbClr val="F26B43"/>
          </p15:clr>
        </p15:guide>
        <p15:guide id="14" orient="horz" pos="3310" userDrawn="1">
          <p15:clr>
            <a:srgbClr val="F26B43"/>
          </p15:clr>
        </p15:guide>
        <p15:guide id="15" orient="horz" pos="739" userDrawn="1">
          <p15:clr>
            <a:srgbClr val="F26B43"/>
          </p15:clr>
        </p15:guide>
        <p15:guide id="16" orient="horz" pos="3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5739" y="5362535"/>
            <a:ext cx="2615184" cy="3164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36" spc="312">
                <a:solidFill>
                  <a:schemeClr val="accent3"/>
                </a:solidFill>
              </a:defRPr>
            </a:lvl1pPr>
          </a:lstStyle>
          <a:p>
            <a:fld id="{EABC2952-1B49-49C7-92A3-175D9A89E7CE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2D371-8530-43BE-9A05-6756BEA52354}"/>
              </a:ext>
            </a:extLst>
          </p:cNvPr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758" y="5252529"/>
            <a:ext cx="559391" cy="5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2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  <p:sldLayoutId id="2147484005" r:id="rId13"/>
    <p:sldLayoutId id="2147484006" r:id="rId14"/>
    <p:sldLayoutId id="2147484007" r:id="rId15"/>
    <p:sldLayoutId id="2147484008" r:id="rId16"/>
    <p:sldLayoutId id="2147484009" r:id="rId17"/>
    <p:sldLayoutId id="2147484010" r:id="rId18"/>
    <p:sldLayoutId id="2147484011" r:id="rId19"/>
    <p:sldLayoutId id="2147484012" r:id="rId20"/>
    <p:sldLayoutId id="2147484013" r:id="rId21"/>
    <p:sldLayoutId id="2147484014" r:id="rId22"/>
    <p:sldLayoutId id="2147484015" r:id="rId23"/>
    <p:sldLayoutId id="2147484016" r:id="rId24"/>
    <p:sldLayoutId id="2147484017" r:id="rId25"/>
    <p:sldLayoutId id="2147484018" r:id="rId26"/>
    <p:sldLayoutId id="2147484019" r:id="rId27"/>
    <p:sldLayoutId id="2147484020" r:id="rId28"/>
    <p:sldLayoutId id="2147484021" r:id="rId29"/>
    <p:sldLayoutId id="2147484022" r:id="rId30"/>
    <p:sldLayoutId id="2147484023" r:id="rId31"/>
    <p:sldLayoutId id="2147484024" r:id="rId32"/>
    <p:sldLayoutId id="2147484025" r:id="rId33"/>
    <p:sldLayoutId id="2147484026" r:id="rId34"/>
    <p:sldLayoutId id="2147484027" r:id="rId35"/>
    <p:sldLayoutId id="2147484028" r:id="rId36"/>
    <p:sldLayoutId id="2147484029" r:id="rId37"/>
    <p:sldLayoutId id="2147484030" r:id="rId38"/>
    <p:sldLayoutId id="2147484031" r:id="rId39"/>
    <p:sldLayoutId id="2147484032" r:id="rId40"/>
    <p:sldLayoutId id="2147484033" r:id="rId41"/>
    <p:sldLayoutId id="2147484034" r:id="rId42"/>
    <p:sldLayoutId id="2147484035" r:id="rId43"/>
    <p:sldLayoutId id="2147484036" r:id="rId44"/>
    <p:sldLayoutId id="2147484037" r:id="rId45"/>
    <p:sldLayoutId id="2147484038" r:id="rId46"/>
    <p:sldLayoutId id="2147484039" r:id="rId47"/>
    <p:sldLayoutId id="2147484040" r:id="rId48"/>
    <p:sldLayoutId id="2147484041" r:id="rId49"/>
    <p:sldLayoutId id="2147484042" r:id="rId50"/>
    <p:sldLayoutId id="2147484043" r:id="rId51"/>
    <p:sldLayoutId id="2147484044" r:id="rId52"/>
    <p:sldLayoutId id="2147484045" r:id="rId53"/>
    <p:sldLayoutId id="2147484046" r:id="rId54"/>
    <p:sldLayoutId id="2147484047" r:id="rId55"/>
    <p:sldLayoutId id="2147484048" r:id="rId56"/>
    <p:sldLayoutId id="2147484049" r:id="rId57"/>
    <p:sldLayoutId id="2147484050" r:id="rId58"/>
    <p:sldLayoutId id="2147484051" r:id="rId59"/>
    <p:sldLayoutId id="2147484052" r:id="rId60"/>
    <p:sldLayoutId id="2147484053" r:id="rId61"/>
    <p:sldLayoutId id="2147484054" r:id="rId62"/>
    <p:sldLayoutId id="2147484055" r:id="rId63"/>
    <p:sldLayoutId id="2147484056" r:id="rId64"/>
    <p:sldLayoutId id="2147484057" r:id="rId65"/>
    <p:sldLayoutId id="2147484058" r:id="rId66"/>
  </p:sldLayoutIdLst>
  <p:txStyles>
    <p:titleStyle>
      <a:lvl1pPr algn="l" defTabSz="713251" rtl="0" eaLnBrk="1" latinLnBrk="0" hangingPunct="1">
        <a:lnSpc>
          <a:spcPct val="90000"/>
        </a:lnSpc>
        <a:spcBef>
          <a:spcPct val="0"/>
        </a:spcBef>
        <a:buNone/>
        <a:defRPr sz="34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8313" indent="-178313" algn="l" defTabSz="713251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1pPr>
      <a:lvl2pPr marL="53493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2pPr>
      <a:lvl3pPr marL="89156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24818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4pPr>
      <a:lvl5pPr marL="160481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5pPr>
      <a:lvl6pPr marL="1961439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6pPr>
      <a:lvl7pPr marL="2318064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7pPr>
      <a:lvl8pPr marL="2674690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8pPr>
      <a:lvl9pPr marL="3031315" indent="-178313" algn="l" defTabSz="713251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1pPr>
      <a:lvl2pPr marL="356625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2pPr>
      <a:lvl3pPr marL="713251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3pPr>
      <a:lvl4pPr marL="1069876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4pPr>
      <a:lvl5pPr marL="1426499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5pPr>
      <a:lvl6pPr marL="1783125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6pPr>
      <a:lvl7pPr marL="2139752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7pPr>
      <a:lvl8pPr marL="2496378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8pPr>
      <a:lvl9pPr marL="2853003" algn="l" defTabSz="713251" rtl="0" eaLnBrk="1" latinLnBrk="0" hangingPunct="1">
        <a:defRPr sz="14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1872" userDrawn="1">
          <p15:clr>
            <a:srgbClr val="F26B43"/>
          </p15:clr>
        </p15:guide>
        <p15:guide id="10" pos="3329" userDrawn="1">
          <p15:clr>
            <a:srgbClr val="F26B43"/>
          </p15:clr>
        </p15:guide>
        <p15:guide id="11" pos="366" userDrawn="1">
          <p15:clr>
            <a:srgbClr val="F26B43"/>
          </p15:clr>
        </p15:guide>
        <p15:guide id="12" pos="6291" userDrawn="1">
          <p15:clr>
            <a:srgbClr val="F26B43"/>
          </p15:clr>
        </p15:guide>
        <p15:guide id="13" orient="horz" pos="434" userDrawn="1">
          <p15:clr>
            <a:srgbClr val="F26B43"/>
          </p15:clr>
        </p15:guide>
        <p15:guide id="14" orient="horz" pos="3310" userDrawn="1">
          <p15:clr>
            <a:srgbClr val="F26B43"/>
          </p15:clr>
        </p15:guide>
        <p15:guide id="15" orient="horz" pos="739" userDrawn="1">
          <p15:clr>
            <a:srgbClr val="F26B43"/>
          </p15:clr>
        </p15:guide>
        <p15:guide id="16" orient="horz" pos="339" userDrawn="1">
          <p15:clr>
            <a:srgbClr val="F26B43"/>
          </p15:clr>
        </p15:guide>
        <p15:guide id="17" orient="horz" pos="1560" userDrawn="1">
          <p15:clr>
            <a:srgbClr val="F26B43"/>
          </p15:clr>
        </p15:guide>
        <p15:guide id="18" pos="2496" userDrawn="1">
          <p15:clr>
            <a:srgbClr val="F26B43"/>
          </p15:clr>
        </p15:guide>
        <p15:guide id="19" pos="275" userDrawn="1">
          <p15:clr>
            <a:srgbClr val="F26B43"/>
          </p15:clr>
        </p15:guide>
        <p15:guide id="20" pos="4717" userDrawn="1">
          <p15:clr>
            <a:srgbClr val="F26B43"/>
          </p15:clr>
        </p15:guide>
        <p15:guide id="21" orient="horz" pos="362" userDrawn="1">
          <p15:clr>
            <a:srgbClr val="F26B43"/>
          </p15:clr>
        </p15:guide>
        <p15:guide id="22" orient="horz" pos="2759" userDrawn="1">
          <p15:clr>
            <a:srgbClr val="F26B43"/>
          </p15:clr>
        </p15:guide>
        <p15:guide id="23" orient="horz" pos="617" userDrawn="1">
          <p15:clr>
            <a:srgbClr val="F26B43"/>
          </p15:clr>
        </p15:guide>
        <p15:guide id="24" orient="horz" pos="2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2.png"/><Relationship Id="rId21" Type="http://schemas.openxmlformats.org/officeDocument/2006/relationships/image" Target="../media/image87.png"/><Relationship Id="rId42" Type="http://schemas.openxmlformats.org/officeDocument/2006/relationships/image" Target="../media/image108.png"/><Relationship Id="rId47" Type="http://schemas.openxmlformats.org/officeDocument/2006/relationships/image" Target="../media/image113.png"/><Relationship Id="rId63" Type="http://schemas.openxmlformats.org/officeDocument/2006/relationships/image" Target="../media/image129.png"/><Relationship Id="rId68" Type="http://schemas.openxmlformats.org/officeDocument/2006/relationships/image" Target="../media/image134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9" Type="http://schemas.openxmlformats.org/officeDocument/2006/relationships/image" Target="../media/image95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32" Type="http://schemas.openxmlformats.org/officeDocument/2006/relationships/image" Target="../media/image98.png"/><Relationship Id="rId37" Type="http://schemas.openxmlformats.org/officeDocument/2006/relationships/image" Target="../media/image103.png"/><Relationship Id="rId40" Type="http://schemas.openxmlformats.org/officeDocument/2006/relationships/image" Target="../media/image106.png"/><Relationship Id="rId45" Type="http://schemas.openxmlformats.org/officeDocument/2006/relationships/image" Target="../media/image111.png"/><Relationship Id="rId53" Type="http://schemas.openxmlformats.org/officeDocument/2006/relationships/image" Target="../media/image119.png"/><Relationship Id="rId58" Type="http://schemas.openxmlformats.org/officeDocument/2006/relationships/image" Target="../media/image124.png"/><Relationship Id="rId66" Type="http://schemas.openxmlformats.org/officeDocument/2006/relationships/image" Target="../media/image132.png"/><Relationship Id="rId5" Type="http://schemas.openxmlformats.org/officeDocument/2006/relationships/image" Target="../media/image71.png"/><Relationship Id="rId61" Type="http://schemas.openxmlformats.org/officeDocument/2006/relationships/image" Target="../media/image127.png"/><Relationship Id="rId19" Type="http://schemas.openxmlformats.org/officeDocument/2006/relationships/image" Target="../media/image8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Relationship Id="rId35" Type="http://schemas.openxmlformats.org/officeDocument/2006/relationships/image" Target="../media/image101.png"/><Relationship Id="rId43" Type="http://schemas.openxmlformats.org/officeDocument/2006/relationships/image" Target="../media/image109.png"/><Relationship Id="rId48" Type="http://schemas.openxmlformats.org/officeDocument/2006/relationships/image" Target="../media/image114.png"/><Relationship Id="rId56" Type="http://schemas.openxmlformats.org/officeDocument/2006/relationships/image" Target="../media/image122.png"/><Relationship Id="rId64" Type="http://schemas.openxmlformats.org/officeDocument/2006/relationships/image" Target="../media/image130.png"/><Relationship Id="rId69" Type="http://schemas.openxmlformats.org/officeDocument/2006/relationships/image" Target="../media/image135.png"/><Relationship Id="rId8" Type="http://schemas.openxmlformats.org/officeDocument/2006/relationships/image" Target="../media/image74.png"/><Relationship Id="rId51" Type="http://schemas.openxmlformats.org/officeDocument/2006/relationships/image" Target="../media/image117.png"/><Relationship Id="rId3" Type="http://schemas.openxmlformats.org/officeDocument/2006/relationships/image" Target="../media/image69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33" Type="http://schemas.openxmlformats.org/officeDocument/2006/relationships/image" Target="../media/image99.png"/><Relationship Id="rId38" Type="http://schemas.openxmlformats.org/officeDocument/2006/relationships/image" Target="../media/image104.png"/><Relationship Id="rId46" Type="http://schemas.openxmlformats.org/officeDocument/2006/relationships/image" Target="../media/image112.png"/><Relationship Id="rId59" Type="http://schemas.openxmlformats.org/officeDocument/2006/relationships/image" Target="../media/image125.png"/><Relationship Id="rId67" Type="http://schemas.openxmlformats.org/officeDocument/2006/relationships/image" Target="../media/image133.png"/><Relationship Id="rId20" Type="http://schemas.openxmlformats.org/officeDocument/2006/relationships/image" Target="../media/image86.png"/><Relationship Id="rId41" Type="http://schemas.openxmlformats.org/officeDocument/2006/relationships/image" Target="../media/image107.png"/><Relationship Id="rId54" Type="http://schemas.openxmlformats.org/officeDocument/2006/relationships/image" Target="../media/image120.png"/><Relationship Id="rId62" Type="http://schemas.openxmlformats.org/officeDocument/2006/relationships/image" Target="../media/image128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72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28" Type="http://schemas.openxmlformats.org/officeDocument/2006/relationships/image" Target="../media/image94.png"/><Relationship Id="rId36" Type="http://schemas.openxmlformats.org/officeDocument/2006/relationships/image" Target="../media/image102.png"/><Relationship Id="rId49" Type="http://schemas.openxmlformats.org/officeDocument/2006/relationships/image" Target="../media/image115.png"/><Relationship Id="rId57" Type="http://schemas.openxmlformats.org/officeDocument/2006/relationships/image" Target="../media/image123.png"/><Relationship Id="rId10" Type="http://schemas.openxmlformats.org/officeDocument/2006/relationships/image" Target="../media/image76.png"/><Relationship Id="rId31" Type="http://schemas.openxmlformats.org/officeDocument/2006/relationships/image" Target="../media/image97.png"/><Relationship Id="rId44" Type="http://schemas.openxmlformats.org/officeDocument/2006/relationships/image" Target="../media/image110.png"/><Relationship Id="rId52" Type="http://schemas.openxmlformats.org/officeDocument/2006/relationships/image" Target="../media/image118.png"/><Relationship Id="rId60" Type="http://schemas.openxmlformats.org/officeDocument/2006/relationships/image" Target="../media/image126.png"/><Relationship Id="rId65" Type="http://schemas.openxmlformats.org/officeDocument/2006/relationships/image" Target="../media/image13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9" Type="http://schemas.openxmlformats.org/officeDocument/2006/relationships/image" Target="../media/image105.png"/><Relationship Id="rId34" Type="http://schemas.openxmlformats.org/officeDocument/2006/relationships/image" Target="../media/image100.png"/><Relationship Id="rId50" Type="http://schemas.openxmlformats.org/officeDocument/2006/relationships/image" Target="../media/image116.png"/><Relationship Id="rId55" Type="http://schemas.openxmlformats.org/officeDocument/2006/relationships/image" Target="../media/image12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svg"/><Relationship Id="rId18" Type="http://schemas.openxmlformats.org/officeDocument/2006/relationships/image" Target="../media/image152.png"/><Relationship Id="rId26" Type="http://schemas.openxmlformats.org/officeDocument/2006/relationships/image" Target="../media/image160.png"/><Relationship Id="rId39" Type="http://schemas.openxmlformats.org/officeDocument/2006/relationships/image" Target="../media/image172.png"/><Relationship Id="rId21" Type="http://schemas.openxmlformats.org/officeDocument/2006/relationships/image" Target="../media/image155.png"/><Relationship Id="rId34" Type="http://schemas.openxmlformats.org/officeDocument/2006/relationships/image" Target="../media/image167.png"/><Relationship Id="rId42" Type="http://schemas.openxmlformats.org/officeDocument/2006/relationships/image" Target="../media/image175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29" Type="http://schemas.openxmlformats.org/officeDocument/2006/relationships/image" Target="../media/image163.png"/><Relationship Id="rId41" Type="http://schemas.openxmlformats.org/officeDocument/2006/relationships/image" Target="../media/image174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24" Type="http://schemas.openxmlformats.org/officeDocument/2006/relationships/image" Target="../media/image158.png"/><Relationship Id="rId32" Type="http://schemas.openxmlformats.org/officeDocument/2006/relationships/image" Target="../media/image166.png"/><Relationship Id="rId37" Type="http://schemas.openxmlformats.org/officeDocument/2006/relationships/image" Target="../media/image170.png"/><Relationship Id="rId40" Type="http://schemas.openxmlformats.org/officeDocument/2006/relationships/image" Target="../media/image173.png"/><Relationship Id="rId5" Type="http://schemas.openxmlformats.org/officeDocument/2006/relationships/image" Target="../media/image139.png"/><Relationship Id="rId15" Type="http://schemas.openxmlformats.org/officeDocument/2006/relationships/image" Target="../media/image149.svg"/><Relationship Id="rId23" Type="http://schemas.openxmlformats.org/officeDocument/2006/relationships/image" Target="../media/image157.png"/><Relationship Id="rId28" Type="http://schemas.openxmlformats.org/officeDocument/2006/relationships/image" Target="../media/image162.png"/><Relationship Id="rId36" Type="http://schemas.openxmlformats.org/officeDocument/2006/relationships/image" Target="../media/image169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31" Type="http://schemas.openxmlformats.org/officeDocument/2006/relationships/image" Target="../media/image165.png"/><Relationship Id="rId44" Type="http://schemas.openxmlformats.org/officeDocument/2006/relationships/image" Target="../media/image177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svg"/><Relationship Id="rId22" Type="http://schemas.openxmlformats.org/officeDocument/2006/relationships/image" Target="../media/image156.png"/><Relationship Id="rId27" Type="http://schemas.openxmlformats.org/officeDocument/2006/relationships/image" Target="../media/image161.png"/><Relationship Id="rId30" Type="http://schemas.openxmlformats.org/officeDocument/2006/relationships/image" Target="../media/image164.png"/><Relationship Id="rId35" Type="http://schemas.openxmlformats.org/officeDocument/2006/relationships/image" Target="../media/image168.png"/><Relationship Id="rId43" Type="http://schemas.openxmlformats.org/officeDocument/2006/relationships/image" Target="../media/image176.png"/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59.png"/><Relationship Id="rId33" Type="http://schemas.openxmlformats.org/officeDocument/2006/relationships/image" Target="../media/image15.png"/><Relationship Id="rId38" Type="http://schemas.openxmlformats.org/officeDocument/2006/relationships/image" Target="../media/image17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evalentindia.sharepoint.com/:f:/s/Marketing/Evhh08oPrHxFl7x3zOl32hoBpTlGQ_0-crbAF46kplnzzw?e=CYmzXF" TargetMode="External"/><Relationship Id="rId1" Type="http://schemas.openxmlformats.org/officeDocument/2006/relationships/slideLayout" Target="../slideLayouts/slideLayout14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8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12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5.xml"/><Relationship Id="rId6" Type="http://schemas.openxmlformats.org/officeDocument/2006/relationships/image" Target="../media/image187.png"/><Relationship Id="rId11" Type="http://schemas.openxmlformats.org/officeDocument/2006/relationships/image" Target="../media/image144.png"/><Relationship Id="rId5" Type="http://schemas.openxmlformats.org/officeDocument/2006/relationships/image" Target="../media/image27.pn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8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12" Type="http://schemas.openxmlformats.org/officeDocument/2006/relationships/image" Target="../media/image29.png"/><Relationship Id="rId2" Type="http://schemas.openxmlformats.org/officeDocument/2006/relationships/image" Target="../media/image5.png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145.xml"/><Relationship Id="rId6" Type="http://schemas.openxmlformats.org/officeDocument/2006/relationships/image" Target="../media/image187.png"/><Relationship Id="rId11" Type="http://schemas.openxmlformats.org/officeDocument/2006/relationships/image" Target="../media/image144.png"/><Relationship Id="rId5" Type="http://schemas.openxmlformats.org/officeDocument/2006/relationships/image" Target="../media/image27.png"/><Relationship Id="rId15" Type="http://schemas.openxmlformats.org/officeDocument/2006/relationships/image" Target="../media/image190.pn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138.png"/><Relationship Id="rId3" Type="http://schemas.openxmlformats.org/officeDocument/2006/relationships/image" Target="../media/image192.png"/><Relationship Id="rId7" Type="http://schemas.openxmlformats.org/officeDocument/2006/relationships/image" Target="../media/image195.png"/><Relationship Id="rId12" Type="http://schemas.openxmlformats.org/officeDocument/2006/relationships/image" Target="../media/image136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45.xml"/><Relationship Id="rId6" Type="http://schemas.openxmlformats.org/officeDocument/2006/relationships/image" Target="../media/image9.png"/><Relationship Id="rId11" Type="http://schemas.openxmlformats.org/officeDocument/2006/relationships/image" Target="../media/image198.png"/><Relationship Id="rId5" Type="http://schemas.openxmlformats.org/officeDocument/2006/relationships/image" Target="../media/image194.png"/><Relationship Id="rId15" Type="http://schemas.openxmlformats.org/officeDocument/2006/relationships/image" Target="../media/image142.png"/><Relationship Id="rId10" Type="http://schemas.openxmlformats.org/officeDocument/2006/relationships/image" Target="../media/image190.png"/><Relationship Id="rId4" Type="http://schemas.openxmlformats.org/officeDocument/2006/relationships/image" Target="../media/image193.png"/><Relationship Id="rId9" Type="http://schemas.openxmlformats.org/officeDocument/2006/relationships/image" Target="../media/image197.png"/><Relationship Id="rId14" Type="http://schemas.openxmlformats.org/officeDocument/2006/relationships/image" Target="../media/image1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4.png"/><Relationship Id="rId3" Type="http://schemas.openxmlformats.org/officeDocument/2006/relationships/image" Target="../media/image14.png"/><Relationship Id="rId7" Type="http://schemas.openxmlformats.org/officeDocument/2006/relationships/image" Target="../media/image199.png"/><Relationship Id="rId12" Type="http://schemas.openxmlformats.org/officeDocument/2006/relationships/image" Target="../media/image33.png"/><Relationship Id="rId2" Type="http://schemas.openxmlformats.org/officeDocument/2006/relationships/image" Target="../media/image1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8.png"/><Relationship Id="rId11" Type="http://schemas.openxmlformats.org/officeDocument/2006/relationships/image" Target="../media/image32.png"/><Relationship Id="rId5" Type="http://schemas.openxmlformats.org/officeDocument/2006/relationships/image" Target="../media/image17.png"/><Relationship Id="rId15" Type="http://schemas.openxmlformats.org/officeDocument/2006/relationships/image" Target="../media/image152.png"/><Relationship Id="rId10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200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Relationship Id="rId9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0.png"/><Relationship Id="rId5" Type="http://schemas.openxmlformats.org/officeDocument/2006/relationships/image" Target="../media/image4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8.png"/><Relationship Id="rId18" Type="http://schemas.openxmlformats.org/officeDocument/2006/relationships/image" Target="../media/image156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12" Type="http://schemas.openxmlformats.org/officeDocument/2006/relationships/image" Target="../media/image155.png"/><Relationship Id="rId17" Type="http://schemas.openxmlformats.org/officeDocument/2006/relationships/image" Target="../media/image154.png"/><Relationship Id="rId2" Type="http://schemas.openxmlformats.org/officeDocument/2006/relationships/image" Target="../media/image217.png"/><Relationship Id="rId16" Type="http://schemas.openxmlformats.org/officeDocument/2006/relationships/image" Target="../media/image228.png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221.png"/><Relationship Id="rId11" Type="http://schemas.openxmlformats.org/officeDocument/2006/relationships/image" Target="../media/image225.png"/><Relationship Id="rId5" Type="http://schemas.openxmlformats.org/officeDocument/2006/relationships/image" Target="../media/image220.png"/><Relationship Id="rId15" Type="http://schemas.openxmlformats.org/officeDocument/2006/relationships/image" Target="../media/image227.png"/><Relationship Id="rId10" Type="http://schemas.openxmlformats.org/officeDocument/2006/relationships/image" Target="../media/image224.png"/><Relationship Id="rId19" Type="http://schemas.openxmlformats.org/officeDocument/2006/relationships/image" Target="../media/image167.png"/><Relationship Id="rId4" Type="http://schemas.openxmlformats.org/officeDocument/2006/relationships/image" Target="../media/image219.png"/><Relationship Id="rId9" Type="http://schemas.openxmlformats.org/officeDocument/2006/relationships/image" Target="../media/image223.png"/><Relationship Id="rId14" Type="http://schemas.openxmlformats.org/officeDocument/2006/relationships/image" Target="../media/image2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0" Type="http://schemas.openxmlformats.org/officeDocument/2006/relationships/image" Target="../media/image237.png"/><Relationship Id="rId4" Type="http://schemas.openxmlformats.org/officeDocument/2006/relationships/image" Target="../media/image231.png"/><Relationship Id="rId9" Type="http://schemas.openxmlformats.org/officeDocument/2006/relationships/image" Target="../media/image2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39.png"/><Relationship Id="rId7" Type="http://schemas.openxmlformats.org/officeDocument/2006/relationships/image" Target="../media/image2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10" Type="http://schemas.openxmlformats.org/officeDocument/2006/relationships/image" Target="../media/image246.png"/><Relationship Id="rId4" Type="http://schemas.openxmlformats.org/officeDocument/2006/relationships/image" Target="../media/image240.png"/><Relationship Id="rId9" Type="http://schemas.openxmlformats.org/officeDocument/2006/relationships/image" Target="../media/image2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diagramQuickStyle" Target="../diagrams/quickStyle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Layout" Target="../diagrams/layout3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7.sv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11" Type="http://schemas.openxmlformats.org/officeDocument/2006/relationships/diagramData" Target="../diagrams/data3.xml"/><Relationship Id="rId5" Type="http://schemas.openxmlformats.org/officeDocument/2006/relationships/diagramQuickStyle" Target="../diagrams/quickStyle2.xml"/><Relationship Id="rId15" Type="http://schemas.microsoft.com/office/2007/relationships/diagramDrawing" Target="../diagrams/drawing3.xml"/><Relationship Id="rId10" Type="http://schemas.openxmlformats.org/officeDocument/2006/relationships/image" Target="../media/image213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png"/><Relationship Id="rId14" Type="http://schemas.openxmlformats.org/officeDocument/2006/relationships/diagramColors" Target="../diagrams/colors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2.png"/><Relationship Id="rId3" Type="http://schemas.openxmlformats.org/officeDocument/2006/relationships/image" Target="../media/image5.png"/><Relationship Id="rId7" Type="http://schemas.openxmlformats.org/officeDocument/2006/relationships/image" Target="../media/image249.png"/><Relationship Id="rId12" Type="http://schemas.openxmlformats.org/officeDocument/2006/relationships/image" Target="../media/image212.png"/><Relationship Id="rId17" Type="http://schemas.openxmlformats.org/officeDocument/2006/relationships/image" Target="../media/image30.png"/><Relationship Id="rId2" Type="http://schemas.openxmlformats.org/officeDocument/2006/relationships/image" Target="../media/image6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8.png"/><Relationship Id="rId11" Type="http://schemas.openxmlformats.org/officeDocument/2006/relationships/image" Target="../media/image215.png"/><Relationship Id="rId5" Type="http://schemas.openxmlformats.org/officeDocument/2006/relationships/image" Target="../media/image213.png"/><Relationship Id="rId15" Type="http://schemas.openxmlformats.org/officeDocument/2006/relationships/image" Target="../media/image254.png"/><Relationship Id="rId10" Type="http://schemas.openxmlformats.org/officeDocument/2006/relationships/image" Target="../media/image8.png"/><Relationship Id="rId4" Type="http://schemas.openxmlformats.org/officeDocument/2006/relationships/image" Target="../media/image216.png"/><Relationship Id="rId9" Type="http://schemas.openxmlformats.org/officeDocument/2006/relationships/image" Target="../media/image251.png"/><Relationship Id="rId14" Type="http://schemas.openxmlformats.org/officeDocument/2006/relationships/image" Target="../media/image25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5.png"/><Relationship Id="rId7" Type="http://schemas.openxmlformats.org/officeDocument/2006/relationships/image" Target="../media/image215.png"/><Relationship Id="rId12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213.png"/><Relationship Id="rId11" Type="http://schemas.openxmlformats.org/officeDocument/2006/relationships/image" Target="../media/image52.png"/><Relationship Id="rId5" Type="http://schemas.openxmlformats.org/officeDocument/2006/relationships/image" Target="../media/image212.png"/><Relationship Id="rId10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8.png"/><Relationship Id="rId7" Type="http://schemas.openxmlformats.org/officeDocument/2006/relationships/image" Target="../media/image2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3.png"/><Relationship Id="rId11" Type="http://schemas.openxmlformats.org/officeDocument/2006/relationships/image" Target="../media/image255.png"/><Relationship Id="rId5" Type="http://schemas.openxmlformats.org/officeDocument/2006/relationships/image" Target="../media/image212.png"/><Relationship Id="rId10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13" Type="http://schemas.openxmlformats.org/officeDocument/2006/relationships/image" Target="../media/image249.png"/><Relationship Id="rId3" Type="http://schemas.openxmlformats.org/officeDocument/2006/relationships/image" Target="../media/image5.png"/><Relationship Id="rId7" Type="http://schemas.openxmlformats.org/officeDocument/2006/relationships/image" Target="../media/image256.png"/><Relationship Id="rId12" Type="http://schemas.openxmlformats.org/officeDocument/2006/relationships/image" Target="../media/image248.png"/><Relationship Id="rId17" Type="http://schemas.openxmlformats.org/officeDocument/2006/relationships/image" Target="../media/image215.png"/><Relationship Id="rId2" Type="http://schemas.openxmlformats.org/officeDocument/2006/relationships/image" Target="../media/image6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3.png"/><Relationship Id="rId11" Type="http://schemas.openxmlformats.org/officeDocument/2006/relationships/image" Target="../media/image260.jpeg"/><Relationship Id="rId5" Type="http://schemas.openxmlformats.org/officeDocument/2006/relationships/image" Target="../media/image216.png"/><Relationship Id="rId15" Type="http://schemas.openxmlformats.org/officeDocument/2006/relationships/image" Target="../media/image251.png"/><Relationship Id="rId10" Type="http://schemas.openxmlformats.org/officeDocument/2006/relationships/image" Target="../media/image259.png"/><Relationship Id="rId4" Type="http://schemas.openxmlformats.org/officeDocument/2006/relationships/image" Target="../media/image212.png"/><Relationship Id="rId9" Type="http://schemas.openxmlformats.org/officeDocument/2006/relationships/image" Target="../media/image258.png"/><Relationship Id="rId14" Type="http://schemas.openxmlformats.org/officeDocument/2006/relationships/image" Target="../media/image2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4.xml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svg"/><Relationship Id="rId3" Type="http://schemas.openxmlformats.org/officeDocument/2006/relationships/image" Target="../media/image262.png"/><Relationship Id="rId7" Type="http://schemas.openxmlformats.org/officeDocument/2006/relationships/image" Target="../media/image266.svg"/><Relationship Id="rId12" Type="http://schemas.openxmlformats.org/officeDocument/2006/relationships/image" Target="../media/image271.sv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22.xml"/><Relationship Id="rId6" Type="http://schemas.openxmlformats.org/officeDocument/2006/relationships/image" Target="../media/image265.svg"/><Relationship Id="rId11" Type="http://schemas.openxmlformats.org/officeDocument/2006/relationships/image" Target="../media/image270.png"/><Relationship Id="rId5" Type="http://schemas.openxmlformats.org/officeDocument/2006/relationships/image" Target="../media/image264.svg"/><Relationship Id="rId10" Type="http://schemas.openxmlformats.org/officeDocument/2006/relationships/image" Target="../media/image269.svg"/><Relationship Id="rId4" Type="http://schemas.openxmlformats.org/officeDocument/2006/relationships/image" Target="../media/image263.svg"/><Relationship Id="rId9" Type="http://schemas.openxmlformats.org/officeDocument/2006/relationships/image" Target="../media/image268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22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Relationship Id="rId9" Type="http://schemas.openxmlformats.org/officeDocument/2006/relationships/image" Target="../media/image2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3" Type="http://schemas.openxmlformats.org/officeDocument/2006/relationships/image" Target="../media/image280.png"/><Relationship Id="rId7" Type="http://schemas.openxmlformats.org/officeDocument/2006/relationships/image" Target="../media/image284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22.xml"/><Relationship Id="rId6" Type="http://schemas.openxmlformats.org/officeDocument/2006/relationships/image" Target="../media/image28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3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3E9405_9BD0CDF1.xml"/><Relationship Id="rId1" Type="http://schemas.openxmlformats.org/officeDocument/2006/relationships/slideLayout" Target="../slideLayouts/slideLayout22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38.png"/><Relationship Id="rId3" Type="http://schemas.openxmlformats.org/officeDocument/2006/relationships/image" Target="../media/image10.png"/><Relationship Id="rId7" Type="http://schemas.openxmlformats.org/officeDocument/2006/relationships/image" Target="../media/image42.png"/><Relationship Id="rId12" Type="http://schemas.openxmlformats.org/officeDocument/2006/relationships/image" Target="../media/image28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6.png"/><Relationship Id="rId1" Type="http://schemas.openxmlformats.org/officeDocument/2006/relationships/slideLayout" Target="../slideLayouts/slideLayout221.xml"/><Relationship Id="rId6" Type="http://schemas.openxmlformats.org/officeDocument/2006/relationships/image" Target="../media/image41.png"/><Relationship Id="rId11" Type="http://schemas.openxmlformats.org/officeDocument/2006/relationships/image" Target="../media/image155.png"/><Relationship Id="rId5" Type="http://schemas.openxmlformats.org/officeDocument/2006/relationships/image" Target="../media/image40.png"/><Relationship Id="rId15" Type="http://schemas.openxmlformats.org/officeDocument/2006/relationships/image" Target="../media/image37.png"/><Relationship Id="rId10" Type="http://schemas.openxmlformats.org/officeDocument/2006/relationships/image" Target="../media/image163.png"/><Relationship Id="rId4" Type="http://schemas.openxmlformats.org/officeDocument/2006/relationships/image" Target="../media/image39.png"/><Relationship Id="rId9" Type="http://schemas.openxmlformats.org/officeDocument/2006/relationships/image" Target="../media/image154.png"/><Relationship Id="rId14" Type="http://schemas.openxmlformats.org/officeDocument/2006/relationships/image" Target="../media/image1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5767" t="520" r="15158" b="1"/>
          <a:stretch/>
        </p:blipFill>
        <p:spPr>
          <a:xfrm>
            <a:off x="-1" y="2859291"/>
            <a:ext cx="10566401" cy="24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0</a:t>
            </a:r>
            <a:fld id="{5693902F-D8FF-914C-998A-ABB2ED9E16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81384" y="1779993"/>
            <a:ext cx="8849519" cy="2398492"/>
          </a:xfrm>
        </p:spPr>
        <p:txBody>
          <a:bodyPr/>
          <a:lstStyle/>
          <a:p>
            <a:r>
              <a:rPr lang="en-US" sz="3650">
                <a:solidFill>
                  <a:schemeClr val="bg1"/>
                </a:solidFill>
                <a:latin typeface="Roboto"/>
                <a:ea typeface="+mn-lt"/>
                <a:cs typeface="+mn-lt"/>
              </a:rPr>
              <a:t>PAI Presentation Graphics</a:t>
            </a:r>
            <a:endParaRPr lang="en-US" sz="3650">
              <a:solidFill>
                <a:schemeClr val="bg1"/>
              </a:solidFill>
              <a:latin typeface="Calibri" panose="020F0502020204030204"/>
              <a:ea typeface="+mn-lt"/>
              <a:cs typeface="+mn-lt"/>
            </a:endParaRPr>
          </a:p>
          <a:p>
            <a:r>
              <a:rPr lang="en-US" sz="4350">
                <a:solidFill>
                  <a:schemeClr val="bg1"/>
                </a:solidFill>
                <a:ea typeface="Calibri"/>
                <a:cs typeface="Calibri"/>
              </a:rPr>
              <a:t>UX</a:t>
            </a:r>
          </a:p>
          <a:p>
            <a:endParaRPr lang="en-GB">
              <a:solidFill>
                <a:schemeClr val="bg1"/>
              </a:solidFill>
              <a:latin typeface="Roboto"/>
              <a:ea typeface="Robo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55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441DA-380B-04C5-F2DE-3D864F938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3843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686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152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537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6921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3054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689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0739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78AE9A89-BC20-E0EC-5638-A7127FC01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9" y="791081"/>
            <a:ext cx="1672075" cy="458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261880-1836-3868-1578-C3DD61027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434" y="791081"/>
            <a:ext cx="1672075" cy="458980"/>
          </a:xfrm>
          <a:prstGeom prst="rect">
            <a:avLst/>
          </a:prstGeom>
        </p:spPr>
      </p:pic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366C499B-544D-BCBA-14CA-B22917458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90" y="791081"/>
            <a:ext cx="1747363" cy="458980"/>
          </a:xfrm>
          <a:prstGeom prst="rect">
            <a:avLst/>
          </a:prstGeom>
        </p:spPr>
      </p:pic>
      <p:pic>
        <p:nvPicPr>
          <p:cNvPr id="12" name="Picture 11" descr="Shape, rectangle&#10;&#10;Description automatically generated">
            <a:extLst>
              <a:ext uri="{FF2B5EF4-FFF2-40B4-BE49-F238E27FC236}">
                <a16:creationId xmlns:a16="http://schemas.microsoft.com/office/drawing/2014/main" id="{4D7DB768-B759-473D-06FC-91BE785DF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017" y="791081"/>
            <a:ext cx="1747363" cy="458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65F7F2-AC83-E213-8F4D-846CB35066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762" y="791081"/>
            <a:ext cx="1747363" cy="458980"/>
          </a:xfrm>
          <a:prstGeom prst="rect">
            <a:avLst/>
          </a:prstGeom>
        </p:spPr>
      </p:pic>
      <p:pic>
        <p:nvPicPr>
          <p:cNvPr id="30" name="Picture 29" descr="A picture containing text&#10;&#10;Description automatically generated">
            <a:extLst>
              <a:ext uri="{FF2B5EF4-FFF2-40B4-BE49-F238E27FC236}">
                <a16:creationId xmlns:a16="http://schemas.microsoft.com/office/drawing/2014/main" id="{AAAFFABE-94F4-19D9-3119-0A850D3959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19" y="1427877"/>
            <a:ext cx="1446081" cy="68850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6B653C0-6D62-F031-8F5E-1199CB7526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25" y="1414229"/>
            <a:ext cx="1573191" cy="678557"/>
          </a:xfrm>
          <a:prstGeom prst="rect">
            <a:avLst/>
          </a:prstGeom>
        </p:spPr>
      </p:pic>
      <p:pic>
        <p:nvPicPr>
          <p:cNvPr id="66" name="Picture 65" descr="A picture containing text&#10;&#10;Description automatically generated">
            <a:extLst>
              <a:ext uri="{FF2B5EF4-FFF2-40B4-BE49-F238E27FC236}">
                <a16:creationId xmlns:a16="http://schemas.microsoft.com/office/drawing/2014/main" id="{537CA3A2-D551-95A8-069E-707E6F654B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71" y="1427880"/>
            <a:ext cx="1567267" cy="678557"/>
          </a:xfrm>
          <a:prstGeom prst="rect">
            <a:avLst/>
          </a:prstGeom>
        </p:spPr>
      </p:pic>
      <p:pic>
        <p:nvPicPr>
          <p:cNvPr id="68" name="Picture 67" descr="A picture containing icon&#10;&#10;Description automatically generated">
            <a:extLst>
              <a:ext uri="{FF2B5EF4-FFF2-40B4-BE49-F238E27FC236}">
                <a16:creationId xmlns:a16="http://schemas.microsoft.com/office/drawing/2014/main" id="{C8EA44F1-32BE-51C7-217C-3436BE1EF4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15" y="2108709"/>
            <a:ext cx="1033204" cy="1203512"/>
          </a:xfrm>
          <a:prstGeom prst="rect">
            <a:avLst/>
          </a:prstGeom>
        </p:spPr>
      </p:pic>
      <p:pic>
        <p:nvPicPr>
          <p:cNvPr id="80" name="Picture 79" descr="A picture containing tableware&#10;&#10;Description automatically generated">
            <a:extLst>
              <a:ext uri="{FF2B5EF4-FFF2-40B4-BE49-F238E27FC236}">
                <a16:creationId xmlns:a16="http://schemas.microsoft.com/office/drawing/2014/main" id="{CADDCBBA-F2A3-8565-B4AD-85CAB8C8F1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737" y="1516568"/>
            <a:ext cx="2081517" cy="2113384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17635E9-6B04-5AF8-C3B6-4386A3BA12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080" y="6567642"/>
            <a:ext cx="140892" cy="21133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F6B396F-95C1-0775-F06D-53128F262527}"/>
              </a:ext>
            </a:extLst>
          </p:cNvPr>
          <p:cNvSpPr>
            <a:spLocks noGrp="1"/>
          </p:cNvSpPr>
          <p:nvPr/>
        </p:nvSpPr>
        <p:spPr>
          <a:xfrm>
            <a:off x="465194" y="285853"/>
            <a:ext cx="9403361" cy="371169"/>
          </a:xfrm>
          <a:prstGeom prst="rect">
            <a:avLst/>
          </a:prstGeom>
        </p:spPr>
        <p:txBody>
          <a:bodyPr lIns="0" tIns="0" rIns="0" bIns="0" anchor="t"/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kern="1200" spc="3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80">
                <a:ea typeface="+mj-lt"/>
                <a:cs typeface="+mj-lt"/>
              </a:rPr>
              <a:t>Boxes</a:t>
            </a:r>
            <a:endParaRPr lang="en-US" sz="2080"/>
          </a:p>
        </p:txBody>
      </p:sp>
      <p:pic>
        <p:nvPicPr>
          <p:cNvPr id="97" name="Picture 96" descr="A picture containing text&#10;&#10;Description automatically generated">
            <a:extLst>
              <a:ext uri="{FF2B5EF4-FFF2-40B4-BE49-F238E27FC236}">
                <a16:creationId xmlns:a16="http://schemas.microsoft.com/office/drawing/2014/main" id="{1D5DFC2F-A3BE-2CF2-AE01-829D4A01D3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853" y="1414141"/>
            <a:ext cx="1559200" cy="672524"/>
          </a:xfrm>
          <a:prstGeom prst="rect">
            <a:avLst/>
          </a:prstGeom>
        </p:spPr>
      </p:pic>
      <p:pic>
        <p:nvPicPr>
          <p:cNvPr id="98" name="Picture 97" descr="A picture containing text&#10;&#10;Description automatically generated">
            <a:extLst>
              <a:ext uri="{FF2B5EF4-FFF2-40B4-BE49-F238E27FC236}">
                <a16:creationId xmlns:a16="http://schemas.microsoft.com/office/drawing/2014/main" id="{304045A5-EFA6-7E8E-D35B-EF52277D50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906" y="1411168"/>
            <a:ext cx="1573185" cy="67855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53BD4F7D-D8FB-BAFF-E491-9731D43A2E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978" y="1414230"/>
            <a:ext cx="1573187" cy="678557"/>
          </a:xfrm>
          <a:prstGeom prst="rect">
            <a:avLst/>
          </a:prstGeom>
        </p:spPr>
      </p:pic>
      <p:pic>
        <p:nvPicPr>
          <p:cNvPr id="105" name="Picture 104" descr="Shape, rectangle&#10;&#10;Description automatically generated">
            <a:extLst>
              <a:ext uri="{FF2B5EF4-FFF2-40B4-BE49-F238E27FC236}">
                <a16:creationId xmlns:a16="http://schemas.microsoft.com/office/drawing/2014/main" id="{44F10A01-29D8-E82A-5E1E-A77B9663A6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2279608"/>
            <a:ext cx="2407900" cy="419983"/>
          </a:xfrm>
          <a:prstGeom prst="rect">
            <a:avLst/>
          </a:prstGeom>
        </p:spPr>
      </p:pic>
      <p:pic>
        <p:nvPicPr>
          <p:cNvPr id="106" name="Picture 105" descr="Shape, rectangle&#10;&#10;Description automatically generated">
            <a:extLst>
              <a:ext uri="{FF2B5EF4-FFF2-40B4-BE49-F238E27FC236}">
                <a16:creationId xmlns:a16="http://schemas.microsoft.com/office/drawing/2014/main" id="{8D64657F-9F6A-D456-EC3B-AC3388FB65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2789481"/>
            <a:ext cx="2407900" cy="419983"/>
          </a:xfrm>
          <a:prstGeom prst="rect">
            <a:avLst/>
          </a:prstGeom>
        </p:spPr>
      </p:pic>
      <p:pic>
        <p:nvPicPr>
          <p:cNvPr id="107" name="Picture 106" descr="Shape, rectangle&#10;&#10;Description automatically generated">
            <a:extLst>
              <a:ext uri="{FF2B5EF4-FFF2-40B4-BE49-F238E27FC236}">
                <a16:creationId xmlns:a16="http://schemas.microsoft.com/office/drawing/2014/main" id="{F0B58ED4-6B41-462F-1F3A-2495F6E7BD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3299356"/>
            <a:ext cx="2407900" cy="419983"/>
          </a:xfrm>
          <a:prstGeom prst="rect">
            <a:avLst/>
          </a:prstGeom>
        </p:spPr>
      </p:pic>
      <p:pic>
        <p:nvPicPr>
          <p:cNvPr id="108" name="Picture 107" descr="Icon, rectangle&#10;&#10;Description automatically generated">
            <a:extLst>
              <a:ext uri="{FF2B5EF4-FFF2-40B4-BE49-F238E27FC236}">
                <a16:creationId xmlns:a16="http://schemas.microsoft.com/office/drawing/2014/main" id="{65077DB8-71EF-5497-8AB0-CEBF5BB2BF6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3809229"/>
            <a:ext cx="2407900" cy="419983"/>
          </a:xfrm>
          <a:prstGeom prst="rect">
            <a:avLst/>
          </a:prstGeom>
        </p:spPr>
      </p:pic>
      <p:pic>
        <p:nvPicPr>
          <p:cNvPr id="109" name="Picture 108" descr="Shape, rectangle&#10;&#10;Description automatically generated">
            <a:extLst>
              <a:ext uri="{FF2B5EF4-FFF2-40B4-BE49-F238E27FC236}">
                <a16:creationId xmlns:a16="http://schemas.microsoft.com/office/drawing/2014/main" id="{BDEE0908-76F3-9EE1-744D-B8938F62E76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4828980"/>
            <a:ext cx="2407900" cy="419983"/>
          </a:xfrm>
          <a:prstGeom prst="rect">
            <a:avLst/>
          </a:prstGeom>
        </p:spPr>
      </p:pic>
      <p:pic>
        <p:nvPicPr>
          <p:cNvPr id="110" name="Picture 109" descr="Shape, rectangle&#10;&#10;Description automatically generated">
            <a:extLst>
              <a:ext uri="{FF2B5EF4-FFF2-40B4-BE49-F238E27FC236}">
                <a16:creationId xmlns:a16="http://schemas.microsoft.com/office/drawing/2014/main" id="{4CB846FC-26DE-55CC-DA32-9A596A5BEA5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991" y="2240496"/>
            <a:ext cx="2407900" cy="548984"/>
          </a:xfrm>
          <a:prstGeom prst="rect">
            <a:avLst/>
          </a:prstGeom>
        </p:spPr>
      </p:pic>
      <p:pic>
        <p:nvPicPr>
          <p:cNvPr id="111" name="Picture 110" descr="Shape, rectangle&#10;&#10;Description automatically generated">
            <a:extLst>
              <a:ext uri="{FF2B5EF4-FFF2-40B4-BE49-F238E27FC236}">
                <a16:creationId xmlns:a16="http://schemas.microsoft.com/office/drawing/2014/main" id="{B67CF783-0508-9589-86EC-4EF983E8CBF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4" y="4319104"/>
            <a:ext cx="2407900" cy="419983"/>
          </a:xfrm>
          <a:prstGeom prst="rect">
            <a:avLst/>
          </a:prstGeom>
        </p:spPr>
      </p:pic>
      <p:sp>
        <p:nvSpPr>
          <p:cNvPr id="2" name="Rectangle 39">
            <a:extLst>
              <a:ext uri="{FF2B5EF4-FFF2-40B4-BE49-F238E27FC236}">
                <a16:creationId xmlns:a16="http://schemas.microsoft.com/office/drawing/2014/main" id="{61AA756D-8452-C49C-229A-B98152A90894}"/>
              </a:ext>
            </a:extLst>
          </p:cNvPr>
          <p:cNvSpPr/>
          <p:nvPr/>
        </p:nvSpPr>
        <p:spPr>
          <a:xfrm>
            <a:off x="3931592" y="3727828"/>
            <a:ext cx="5542828" cy="311064"/>
          </a:xfrm>
          <a:custGeom>
            <a:avLst/>
            <a:gdLst>
              <a:gd name="connsiteX0" fmla="*/ 0 w 5425017"/>
              <a:gd name="connsiteY0" fmla="*/ 0 h 1037742"/>
              <a:gd name="connsiteX1" fmla="*/ 5425017 w 5425017"/>
              <a:gd name="connsiteY1" fmla="*/ 0 h 1037742"/>
              <a:gd name="connsiteX2" fmla="*/ 5425017 w 5425017"/>
              <a:gd name="connsiteY2" fmla="*/ 1037742 h 1037742"/>
              <a:gd name="connsiteX3" fmla="*/ 0 w 5425017"/>
              <a:gd name="connsiteY3" fmla="*/ 1037742 h 1037742"/>
              <a:gd name="connsiteX4" fmla="*/ 0 w 5425017"/>
              <a:gd name="connsiteY4" fmla="*/ 0 h 1037742"/>
              <a:gd name="connsiteX0" fmla="*/ 0 w 5425017"/>
              <a:gd name="connsiteY0" fmla="*/ 0 h 1037742"/>
              <a:gd name="connsiteX1" fmla="*/ 5425017 w 5425017"/>
              <a:gd name="connsiteY1" fmla="*/ 0 h 1037742"/>
              <a:gd name="connsiteX2" fmla="*/ 5425017 w 5425017"/>
              <a:gd name="connsiteY2" fmla="*/ 1037742 h 1037742"/>
              <a:gd name="connsiteX3" fmla="*/ 163902 w 5425017"/>
              <a:gd name="connsiteY3" fmla="*/ 1037742 h 1037742"/>
              <a:gd name="connsiteX4" fmla="*/ 0 w 5425017"/>
              <a:gd name="connsiteY4" fmla="*/ 0 h 1037742"/>
              <a:gd name="connsiteX0" fmla="*/ 0 w 5425017"/>
              <a:gd name="connsiteY0" fmla="*/ 0 h 1046368"/>
              <a:gd name="connsiteX1" fmla="*/ 5425017 w 5425017"/>
              <a:gd name="connsiteY1" fmla="*/ 0 h 1046368"/>
              <a:gd name="connsiteX2" fmla="*/ 5261115 w 5425017"/>
              <a:gd name="connsiteY2" fmla="*/ 1046368 h 1046368"/>
              <a:gd name="connsiteX3" fmla="*/ 163902 w 5425017"/>
              <a:gd name="connsiteY3" fmla="*/ 1037742 h 1046368"/>
              <a:gd name="connsiteX4" fmla="*/ 0 w 5425017"/>
              <a:gd name="connsiteY4" fmla="*/ 0 h 104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5017" h="1046368">
                <a:moveTo>
                  <a:pt x="0" y="0"/>
                </a:moveTo>
                <a:lnTo>
                  <a:pt x="5425017" y="0"/>
                </a:lnTo>
                <a:lnTo>
                  <a:pt x="5261115" y="1046368"/>
                </a:lnTo>
                <a:lnTo>
                  <a:pt x="163902" y="1037742"/>
                </a:lnTo>
                <a:lnTo>
                  <a:pt x="0" y="0"/>
                </a:lnTo>
                <a:close/>
              </a:path>
            </a:pathLst>
          </a:custGeom>
          <a:solidFill>
            <a:srgbClr val="B3C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93576F0E-2A3D-F385-77FC-CD2E221E45F8}"/>
              </a:ext>
            </a:extLst>
          </p:cNvPr>
          <p:cNvSpPr/>
          <p:nvPr/>
        </p:nvSpPr>
        <p:spPr>
          <a:xfrm>
            <a:off x="4111847" y="4107638"/>
            <a:ext cx="5182318" cy="156098"/>
          </a:xfrm>
          <a:custGeom>
            <a:avLst/>
            <a:gdLst>
              <a:gd name="connsiteX0" fmla="*/ 0 w 5182318"/>
              <a:gd name="connsiteY0" fmla="*/ 0 h 507832"/>
              <a:gd name="connsiteX1" fmla="*/ 5182318 w 5182318"/>
              <a:gd name="connsiteY1" fmla="*/ 0 h 507832"/>
              <a:gd name="connsiteX2" fmla="*/ 5182318 w 5182318"/>
              <a:gd name="connsiteY2" fmla="*/ 507832 h 507832"/>
              <a:gd name="connsiteX3" fmla="*/ 0 w 5182318"/>
              <a:gd name="connsiteY3" fmla="*/ 507832 h 507832"/>
              <a:gd name="connsiteX4" fmla="*/ 0 w 5182318"/>
              <a:gd name="connsiteY4" fmla="*/ 0 h 507832"/>
              <a:gd name="connsiteX0" fmla="*/ 0 w 5182318"/>
              <a:gd name="connsiteY0" fmla="*/ 0 h 516458"/>
              <a:gd name="connsiteX1" fmla="*/ 5182318 w 5182318"/>
              <a:gd name="connsiteY1" fmla="*/ 0 h 516458"/>
              <a:gd name="connsiteX2" fmla="*/ 5182318 w 5182318"/>
              <a:gd name="connsiteY2" fmla="*/ 507832 h 516458"/>
              <a:gd name="connsiteX3" fmla="*/ 86265 w 5182318"/>
              <a:gd name="connsiteY3" fmla="*/ 516458 h 516458"/>
              <a:gd name="connsiteX4" fmla="*/ 0 w 5182318"/>
              <a:gd name="connsiteY4" fmla="*/ 0 h 516458"/>
              <a:gd name="connsiteX0" fmla="*/ 0 w 5182318"/>
              <a:gd name="connsiteY0" fmla="*/ 0 h 516458"/>
              <a:gd name="connsiteX1" fmla="*/ 5182318 w 5182318"/>
              <a:gd name="connsiteY1" fmla="*/ 0 h 516458"/>
              <a:gd name="connsiteX2" fmla="*/ 5113307 w 5182318"/>
              <a:gd name="connsiteY2" fmla="*/ 490580 h 516458"/>
              <a:gd name="connsiteX3" fmla="*/ 86265 w 5182318"/>
              <a:gd name="connsiteY3" fmla="*/ 516458 h 516458"/>
              <a:gd name="connsiteX4" fmla="*/ 0 w 5182318"/>
              <a:gd name="connsiteY4" fmla="*/ 0 h 516458"/>
              <a:gd name="connsiteX0" fmla="*/ 0 w 5182318"/>
              <a:gd name="connsiteY0" fmla="*/ 0 h 516458"/>
              <a:gd name="connsiteX1" fmla="*/ 5182318 w 5182318"/>
              <a:gd name="connsiteY1" fmla="*/ 0 h 516458"/>
              <a:gd name="connsiteX2" fmla="*/ 5113307 w 5182318"/>
              <a:gd name="connsiteY2" fmla="*/ 507833 h 516458"/>
              <a:gd name="connsiteX3" fmla="*/ 86265 w 5182318"/>
              <a:gd name="connsiteY3" fmla="*/ 516458 h 516458"/>
              <a:gd name="connsiteX4" fmla="*/ 0 w 5182318"/>
              <a:gd name="connsiteY4" fmla="*/ 0 h 516458"/>
              <a:gd name="connsiteX0" fmla="*/ 0 w 5182318"/>
              <a:gd name="connsiteY0" fmla="*/ 0 h 525086"/>
              <a:gd name="connsiteX1" fmla="*/ 5182318 w 5182318"/>
              <a:gd name="connsiteY1" fmla="*/ 0 h 525086"/>
              <a:gd name="connsiteX2" fmla="*/ 5113307 w 5182318"/>
              <a:gd name="connsiteY2" fmla="*/ 525086 h 525086"/>
              <a:gd name="connsiteX3" fmla="*/ 86265 w 5182318"/>
              <a:gd name="connsiteY3" fmla="*/ 516458 h 525086"/>
              <a:gd name="connsiteX4" fmla="*/ 0 w 5182318"/>
              <a:gd name="connsiteY4" fmla="*/ 0 h 52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2318" h="525086">
                <a:moveTo>
                  <a:pt x="0" y="0"/>
                </a:moveTo>
                <a:lnTo>
                  <a:pt x="5182318" y="0"/>
                </a:lnTo>
                <a:lnTo>
                  <a:pt x="5113307" y="525086"/>
                </a:lnTo>
                <a:lnTo>
                  <a:pt x="86265" y="516458"/>
                </a:lnTo>
                <a:lnTo>
                  <a:pt x="0" y="0"/>
                </a:lnTo>
                <a:close/>
              </a:path>
            </a:pathLst>
          </a:custGeom>
          <a:solidFill>
            <a:srgbClr val="B3C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87A14658-6DE9-68B9-0826-4CD29BCDCF70}"/>
              </a:ext>
            </a:extLst>
          </p:cNvPr>
          <p:cNvSpPr/>
          <p:nvPr/>
        </p:nvSpPr>
        <p:spPr>
          <a:xfrm>
            <a:off x="3864915" y="3520472"/>
            <a:ext cx="5676181" cy="153533"/>
          </a:xfrm>
          <a:custGeom>
            <a:avLst/>
            <a:gdLst>
              <a:gd name="connsiteX0" fmla="*/ 0 w 5676181"/>
              <a:gd name="connsiteY0" fmla="*/ 0 h 507832"/>
              <a:gd name="connsiteX1" fmla="*/ 5676181 w 5676181"/>
              <a:gd name="connsiteY1" fmla="*/ 0 h 507832"/>
              <a:gd name="connsiteX2" fmla="*/ 5676181 w 5676181"/>
              <a:gd name="connsiteY2" fmla="*/ 507832 h 507832"/>
              <a:gd name="connsiteX3" fmla="*/ 0 w 5676181"/>
              <a:gd name="connsiteY3" fmla="*/ 507832 h 507832"/>
              <a:gd name="connsiteX4" fmla="*/ 0 w 5676181"/>
              <a:gd name="connsiteY4" fmla="*/ 0 h 507832"/>
              <a:gd name="connsiteX0" fmla="*/ 0 w 5676181"/>
              <a:gd name="connsiteY0" fmla="*/ 0 h 516459"/>
              <a:gd name="connsiteX1" fmla="*/ 5676181 w 5676181"/>
              <a:gd name="connsiteY1" fmla="*/ 0 h 516459"/>
              <a:gd name="connsiteX2" fmla="*/ 5676181 w 5676181"/>
              <a:gd name="connsiteY2" fmla="*/ 507832 h 516459"/>
              <a:gd name="connsiteX3" fmla="*/ 60385 w 5676181"/>
              <a:gd name="connsiteY3" fmla="*/ 516459 h 516459"/>
              <a:gd name="connsiteX4" fmla="*/ 0 w 5676181"/>
              <a:gd name="connsiteY4" fmla="*/ 0 h 516459"/>
              <a:gd name="connsiteX0" fmla="*/ 0 w 5676181"/>
              <a:gd name="connsiteY0" fmla="*/ 0 h 516459"/>
              <a:gd name="connsiteX1" fmla="*/ 5676181 w 5676181"/>
              <a:gd name="connsiteY1" fmla="*/ 0 h 516459"/>
              <a:gd name="connsiteX2" fmla="*/ 5607170 w 5676181"/>
              <a:gd name="connsiteY2" fmla="*/ 516458 h 516459"/>
              <a:gd name="connsiteX3" fmla="*/ 60385 w 5676181"/>
              <a:gd name="connsiteY3" fmla="*/ 516459 h 516459"/>
              <a:gd name="connsiteX4" fmla="*/ 0 w 5676181"/>
              <a:gd name="connsiteY4" fmla="*/ 0 h 51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6181" h="516459">
                <a:moveTo>
                  <a:pt x="0" y="0"/>
                </a:moveTo>
                <a:lnTo>
                  <a:pt x="5676181" y="0"/>
                </a:lnTo>
                <a:lnTo>
                  <a:pt x="5607170" y="516458"/>
                </a:lnTo>
                <a:lnTo>
                  <a:pt x="60385" y="516459"/>
                </a:lnTo>
                <a:lnTo>
                  <a:pt x="0" y="0"/>
                </a:lnTo>
                <a:close/>
              </a:path>
            </a:pathLst>
          </a:custGeom>
          <a:solidFill>
            <a:srgbClr val="B3C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Manual Operation 34">
            <a:extLst>
              <a:ext uri="{FF2B5EF4-FFF2-40B4-BE49-F238E27FC236}">
                <a16:creationId xmlns:a16="http://schemas.microsoft.com/office/drawing/2014/main" id="{4F55A930-F9DD-A6B9-2A09-F92B45E391A6}"/>
              </a:ext>
            </a:extLst>
          </p:cNvPr>
          <p:cNvSpPr/>
          <p:nvPr/>
        </p:nvSpPr>
        <p:spPr>
          <a:xfrm>
            <a:off x="4337609" y="4685085"/>
            <a:ext cx="4726563" cy="142377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897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187"/>
              <a:gd name="connsiteX1" fmla="*/ 10000 w 10000"/>
              <a:gd name="connsiteY1" fmla="*/ 0 h 10187"/>
              <a:gd name="connsiteX2" fmla="*/ 9401 w 10000"/>
              <a:gd name="connsiteY2" fmla="*/ 10187 h 10187"/>
              <a:gd name="connsiteX3" fmla="*/ 897 w 10000"/>
              <a:gd name="connsiteY3" fmla="*/ 10000 h 10187"/>
              <a:gd name="connsiteX4" fmla="*/ 0 w 10000"/>
              <a:gd name="connsiteY4" fmla="*/ 0 h 10187"/>
              <a:gd name="connsiteX0" fmla="*/ 0 w 10000"/>
              <a:gd name="connsiteY0" fmla="*/ 0 h 10374"/>
              <a:gd name="connsiteX1" fmla="*/ 10000 w 10000"/>
              <a:gd name="connsiteY1" fmla="*/ 0 h 10374"/>
              <a:gd name="connsiteX2" fmla="*/ 9296 w 10000"/>
              <a:gd name="connsiteY2" fmla="*/ 10374 h 10374"/>
              <a:gd name="connsiteX3" fmla="*/ 897 w 10000"/>
              <a:gd name="connsiteY3" fmla="*/ 10000 h 10374"/>
              <a:gd name="connsiteX4" fmla="*/ 0 w 10000"/>
              <a:gd name="connsiteY4" fmla="*/ 0 h 1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374">
                <a:moveTo>
                  <a:pt x="0" y="0"/>
                </a:moveTo>
                <a:lnTo>
                  <a:pt x="10000" y="0"/>
                </a:lnTo>
                <a:cubicBezTo>
                  <a:pt x="9800" y="3396"/>
                  <a:pt x="9496" y="6978"/>
                  <a:pt x="9296" y="10374"/>
                </a:cubicBezTo>
                <a:lnTo>
                  <a:pt x="897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B3C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39">
            <a:extLst>
              <a:ext uri="{FF2B5EF4-FFF2-40B4-BE49-F238E27FC236}">
                <a16:creationId xmlns:a16="http://schemas.microsoft.com/office/drawing/2014/main" id="{AE58D113-5764-9FD7-DDDE-24CDCE334EB4}"/>
              </a:ext>
            </a:extLst>
          </p:cNvPr>
          <p:cNvSpPr/>
          <p:nvPr/>
        </p:nvSpPr>
        <p:spPr>
          <a:xfrm>
            <a:off x="4201423" y="4307691"/>
            <a:ext cx="5018049" cy="311064"/>
          </a:xfrm>
          <a:custGeom>
            <a:avLst/>
            <a:gdLst>
              <a:gd name="connsiteX0" fmla="*/ 0 w 5425017"/>
              <a:gd name="connsiteY0" fmla="*/ 0 h 1037742"/>
              <a:gd name="connsiteX1" fmla="*/ 5425017 w 5425017"/>
              <a:gd name="connsiteY1" fmla="*/ 0 h 1037742"/>
              <a:gd name="connsiteX2" fmla="*/ 5425017 w 5425017"/>
              <a:gd name="connsiteY2" fmla="*/ 1037742 h 1037742"/>
              <a:gd name="connsiteX3" fmla="*/ 0 w 5425017"/>
              <a:gd name="connsiteY3" fmla="*/ 1037742 h 1037742"/>
              <a:gd name="connsiteX4" fmla="*/ 0 w 5425017"/>
              <a:gd name="connsiteY4" fmla="*/ 0 h 1037742"/>
              <a:gd name="connsiteX0" fmla="*/ 0 w 5425017"/>
              <a:gd name="connsiteY0" fmla="*/ 0 h 1037742"/>
              <a:gd name="connsiteX1" fmla="*/ 5425017 w 5425017"/>
              <a:gd name="connsiteY1" fmla="*/ 0 h 1037742"/>
              <a:gd name="connsiteX2" fmla="*/ 5425017 w 5425017"/>
              <a:gd name="connsiteY2" fmla="*/ 1037742 h 1037742"/>
              <a:gd name="connsiteX3" fmla="*/ 163902 w 5425017"/>
              <a:gd name="connsiteY3" fmla="*/ 1037742 h 1037742"/>
              <a:gd name="connsiteX4" fmla="*/ 0 w 5425017"/>
              <a:gd name="connsiteY4" fmla="*/ 0 h 1037742"/>
              <a:gd name="connsiteX0" fmla="*/ 0 w 5425017"/>
              <a:gd name="connsiteY0" fmla="*/ 0 h 1046368"/>
              <a:gd name="connsiteX1" fmla="*/ 5425017 w 5425017"/>
              <a:gd name="connsiteY1" fmla="*/ 0 h 1046368"/>
              <a:gd name="connsiteX2" fmla="*/ 5261115 w 5425017"/>
              <a:gd name="connsiteY2" fmla="*/ 1046368 h 1046368"/>
              <a:gd name="connsiteX3" fmla="*/ 163902 w 5425017"/>
              <a:gd name="connsiteY3" fmla="*/ 1037742 h 1046368"/>
              <a:gd name="connsiteX4" fmla="*/ 0 w 5425017"/>
              <a:gd name="connsiteY4" fmla="*/ 0 h 104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5017" h="1046368">
                <a:moveTo>
                  <a:pt x="0" y="0"/>
                </a:moveTo>
                <a:lnTo>
                  <a:pt x="5425017" y="0"/>
                </a:lnTo>
                <a:lnTo>
                  <a:pt x="5261115" y="1046368"/>
                </a:lnTo>
                <a:lnTo>
                  <a:pt x="163902" y="1037742"/>
                </a:lnTo>
                <a:lnTo>
                  <a:pt x="0" y="0"/>
                </a:lnTo>
                <a:close/>
              </a:path>
            </a:pathLst>
          </a:custGeom>
          <a:solidFill>
            <a:srgbClr val="B3C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1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ED07E-2965-63F3-2652-45619D89E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3843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686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152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537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6921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3054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689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0739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76583C-1827-C1EC-736A-07F97BA1FDD5}"/>
              </a:ext>
            </a:extLst>
          </p:cNvPr>
          <p:cNvSpPr>
            <a:spLocks noGrp="1"/>
          </p:cNvSpPr>
          <p:nvPr/>
        </p:nvSpPr>
        <p:spPr>
          <a:xfrm>
            <a:off x="466319" y="178794"/>
            <a:ext cx="9403361" cy="371169"/>
          </a:xfrm>
          <a:prstGeom prst="rect">
            <a:avLst/>
          </a:prstGeom>
        </p:spPr>
        <p:txBody>
          <a:bodyPr lIns="0" tIns="0" rIns="0" bIns="0" anchor="t"/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kern="1200" spc="3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80">
                <a:ea typeface="+mj-lt"/>
                <a:cs typeface="+mj-lt"/>
              </a:rPr>
              <a:t>Other Components</a:t>
            </a:r>
            <a:endParaRPr lang="en-GB" sz="2080">
              <a:ea typeface="+mj-lt"/>
              <a:cs typeface="+mj-lt"/>
            </a:endParaRPr>
          </a:p>
          <a:p>
            <a:endParaRPr lang="en-GB" sz="2080">
              <a:cs typeface="Calibri Light"/>
            </a:endParaRPr>
          </a:p>
        </p:txBody>
      </p:sp>
      <p:pic>
        <p:nvPicPr>
          <p:cNvPr id="19" name="Picture 18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00795103-31DB-EB9B-E095-6897446CB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121" y="4708148"/>
            <a:ext cx="391019" cy="391019"/>
          </a:xfrm>
          <a:prstGeom prst="rect">
            <a:avLst/>
          </a:prstGeom>
        </p:spPr>
      </p:pic>
      <p:pic>
        <p:nvPicPr>
          <p:cNvPr id="20" name="Picture 19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CB4F99C-A9FC-984A-907B-9846F6B39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704" y="4700005"/>
            <a:ext cx="412743" cy="407311"/>
          </a:xfrm>
          <a:prstGeom prst="rect">
            <a:avLst/>
          </a:prstGeom>
        </p:spPr>
      </p:pic>
      <p:pic>
        <p:nvPicPr>
          <p:cNvPr id="21" name="Picture 20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DA7BF88-119F-6B04-C153-0768B27F6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195" y="4687649"/>
            <a:ext cx="407311" cy="407311"/>
          </a:xfrm>
          <a:prstGeom prst="rect">
            <a:avLst/>
          </a:prstGeom>
        </p:spPr>
      </p:pic>
      <p:pic>
        <p:nvPicPr>
          <p:cNvPr id="22" name="Picture 21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A3DEB64-EFEE-C0CC-08A8-24E8A7275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248" y="4687650"/>
            <a:ext cx="407311" cy="407311"/>
          </a:xfrm>
          <a:prstGeom prst="rect">
            <a:avLst/>
          </a:prstGeom>
        </p:spPr>
      </p:pic>
      <p:pic>
        <p:nvPicPr>
          <p:cNvPr id="23" name="Picture 22" descr="A picture containing person&#10;&#10;Description automatically generated">
            <a:extLst>
              <a:ext uri="{FF2B5EF4-FFF2-40B4-BE49-F238E27FC236}">
                <a16:creationId xmlns:a16="http://schemas.microsoft.com/office/drawing/2014/main" id="{86E1D83C-9975-7801-81FE-D0B66B44CB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76" y="967423"/>
            <a:ext cx="506344" cy="5487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ADC66B-B0E4-85B0-D2E0-0CB210E965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71" y="967424"/>
            <a:ext cx="514480" cy="562652"/>
          </a:xfrm>
          <a:prstGeom prst="rect">
            <a:avLst/>
          </a:prstGeom>
        </p:spPr>
      </p:pic>
      <p:pic>
        <p:nvPicPr>
          <p:cNvPr id="25" name="Picture 24" descr="Shape&#10;&#10;Description automatically generated">
            <a:extLst>
              <a:ext uri="{FF2B5EF4-FFF2-40B4-BE49-F238E27FC236}">
                <a16:creationId xmlns:a16="http://schemas.microsoft.com/office/drawing/2014/main" id="{1A76CC8F-EA26-7BA5-6ED7-C4548D53D9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285" y="967424"/>
            <a:ext cx="466959" cy="509408"/>
          </a:xfrm>
          <a:prstGeom prst="rect">
            <a:avLst/>
          </a:prstGeom>
        </p:spPr>
      </p:pic>
      <p:pic>
        <p:nvPicPr>
          <p:cNvPr id="26" name="Picture 25" descr="A picture containing orange, beverage, fruit drink&#10;&#10;Description automatically generated">
            <a:extLst>
              <a:ext uri="{FF2B5EF4-FFF2-40B4-BE49-F238E27FC236}">
                <a16:creationId xmlns:a16="http://schemas.microsoft.com/office/drawing/2014/main" id="{D9D9AB3F-E0B1-61D9-92B8-E640DDE765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235" y="967423"/>
            <a:ext cx="476031" cy="52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A41F534-1825-438E-09EE-BE700111B9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349" y="967425"/>
            <a:ext cx="463609" cy="502625"/>
          </a:xfrm>
          <a:prstGeom prst="rect">
            <a:avLst/>
          </a:prstGeom>
        </p:spPr>
      </p:pic>
      <p:pic>
        <p:nvPicPr>
          <p:cNvPr id="28" name="Picture 27" descr="Shape&#10;&#10;Description automatically generated with medium confidence">
            <a:extLst>
              <a:ext uri="{FF2B5EF4-FFF2-40B4-BE49-F238E27FC236}">
                <a16:creationId xmlns:a16="http://schemas.microsoft.com/office/drawing/2014/main" id="{35B0660E-B6E9-0A68-F7B4-E0234EA717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589" y="967423"/>
            <a:ext cx="474783" cy="520000"/>
          </a:xfrm>
          <a:prstGeom prst="rect">
            <a:avLst/>
          </a:prstGeom>
        </p:spPr>
      </p:pic>
      <p:pic>
        <p:nvPicPr>
          <p:cNvPr id="29" name="Picture 28" descr="A picture containing person&#10;&#10;Description automatically generated">
            <a:extLst>
              <a:ext uri="{FF2B5EF4-FFF2-40B4-BE49-F238E27FC236}">
                <a16:creationId xmlns:a16="http://schemas.microsoft.com/office/drawing/2014/main" id="{3B149B7C-C6A5-4E8E-8D32-F67F63CE12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570" y="967423"/>
            <a:ext cx="478339" cy="520000"/>
          </a:xfrm>
          <a:prstGeom prst="rect">
            <a:avLst/>
          </a:prstGeom>
        </p:spPr>
      </p:pic>
      <p:pic>
        <p:nvPicPr>
          <p:cNvPr id="30" name="Picture 29" descr="Shape, circle&#10;&#10;Description automatically generated">
            <a:extLst>
              <a:ext uri="{FF2B5EF4-FFF2-40B4-BE49-F238E27FC236}">
                <a16:creationId xmlns:a16="http://schemas.microsoft.com/office/drawing/2014/main" id="{465EB7D5-75C2-4772-AAD8-FC96547A7B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095" y="950047"/>
            <a:ext cx="531655" cy="520000"/>
          </a:xfrm>
          <a:prstGeom prst="rect">
            <a:avLst/>
          </a:prstGeom>
        </p:spPr>
      </p:pic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10201A8C-316A-8DD2-080E-0570A4BC7F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948" y="987927"/>
            <a:ext cx="438515" cy="438515"/>
          </a:xfrm>
          <a:prstGeom prst="rect">
            <a:avLst/>
          </a:prstGeom>
        </p:spPr>
      </p:pic>
      <p:pic>
        <p:nvPicPr>
          <p:cNvPr id="32" name="Picture 31" descr="Shape, circle&#10;&#10;Description automatically generated">
            <a:extLst>
              <a:ext uri="{FF2B5EF4-FFF2-40B4-BE49-F238E27FC236}">
                <a16:creationId xmlns:a16="http://schemas.microsoft.com/office/drawing/2014/main" id="{9F01F14F-35FB-1A78-8B74-A0C22C2703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4049" y="950047"/>
            <a:ext cx="531653" cy="520000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C5C06275-C89A-D0CB-9219-C0F0207150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057" y="936276"/>
            <a:ext cx="531655" cy="520000"/>
          </a:xfrm>
          <a:prstGeom prst="rect">
            <a:avLst/>
          </a:prstGeom>
        </p:spPr>
      </p:pic>
      <p:pic>
        <p:nvPicPr>
          <p:cNvPr id="34" name="Picture 33" descr="Shape, circle&#10;&#10;Description automatically generated">
            <a:extLst>
              <a:ext uri="{FF2B5EF4-FFF2-40B4-BE49-F238E27FC236}">
                <a16:creationId xmlns:a16="http://schemas.microsoft.com/office/drawing/2014/main" id="{7D2933AA-EB3D-EDD8-4A49-A984D64422E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081" y="936276"/>
            <a:ext cx="531655" cy="520000"/>
          </a:xfrm>
          <a:prstGeom prst="rect">
            <a:avLst/>
          </a:prstGeom>
        </p:spPr>
      </p:pic>
      <p:pic>
        <p:nvPicPr>
          <p:cNvPr id="35" name="Picture 34" descr="Shape, circle&#10;&#10;Description automatically generated">
            <a:extLst>
              <a:ext uri="{FF2B5EF4-FFF2-40B4-BE49-F238E27FC236}">
                <a16:creationId xmlns:a16="http://schemas.microsoft.com/office/drawing/2014/main" id="{E6B3199B-141E-5211-CE47-330385CF75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69" y="936276"/>
            <a:ext cx="531655" cy="520000"/>
          </a:xfrm>
          <a:prstGeom prst="rect">
            <a:avLst/>
          </a:prstGeom>
        </p:spPr>
      </p:pic>
      <p:pic>
        <p:nvPicPr>
          <p:cNvPr id="36" name="Picture 35" descr="A picture containing pool ball, room, gambling house&#10;&#10;Description automatically generated">
            <a:extLst>
              <a:ext uri="{FF2B5EF4-FFF2-40B4-BE49-F238E27FC236}">
                <a16:creationId xmlns:a16="http://schemas.microsoft.com/office/drawing/2014/main" id="{75B1BA86-A3BB-309B-0DD6-0BA8CCF9103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69681" y="1532186"/>
            <a:ext cx="582907" cy="635396"/>
          </a:xfrm>
          <a:prstGeom prst="rect">
            <a:avLst/>
          </a:prstGeom>
        </p:spPr>
      </p:pic>
      <p:pic>
        <p:nvPicPr>
          <p:cNvPr id="37" name="Picture 36" descr="A picture containing pool ball, room, table, gambling house&#10;&#10;Description automatically generated">
            <a:extLst>
              <a:ext uri="{FF2B5EF4-FFF2-40B4-BE49-F238E27FC236}">
                <a16:creationId xmlns:a16="http://schemas.microsoft.com/office/drawing/2014/main" id="{D4D19F4D-C0F5-4AD4-3B2A-BD0260F7E11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406" y="1551523"/>
            <a:ext cx="582907" cy="635396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B328863F-0B62-266D-A90D-8F1B78F2E7C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04290" y="1541854"/>
            <a:ext cx="563571" cy="616059"/>
          </a:xfrm>
          <a:prstGeom prst="rect">
            <a:avLst/>
          </a:prstGeom>
        </p:spPr>
      </p:pic>
      <p:pic>
        <p:nvPicPr>
          <p:cNvPr id="42" name="Picture 41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033AD326-0BD5-4BF7-77A4-97EA45C9D5F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62" y="2527420"/>
            <a:ext cx="1191409" cy="1191409"/>
          </a:xfrm>
          <a:prstGeom prst="rect">
            <a:avLst/>
          </a:prstGeom>
        </p:spPr>
      </p:pic>
      <p:pic>
        <p:nvPicPr>
          <p:cNvPr id="62" name="Picture 61" descr="Icon&#10;&#10;Description automatically generated">
            <a:extLst>
              <a:ext uri="{FF2B5EF4-FFF2-40B4-BE49-F238E27FC236}">
                <a16:creationId xmlns:a16="http://schemas.microsoft.com/office/drawing/2014/main" id="{8AF61F5F-54D0-9392-5255-845F41B28F4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31106" y="4133975"/>
            <a:ext cx="611735" cy="15651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2508BB-E868-310E-812F-488C9467A0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505" y="4462561"/>
            <a:ext cx="270867" cy="29622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49C782-1D23-1054-487B-7DFB2749783D}"/>
              </a:ext>
            </a:extLst>
          </p:cNvPr>
          <p:cNvCxnSpPr>
            <a:cxnSpLocks/>
          </p:cNvCxnSpPr>
          <p:nvPr/>
        </p:nvCxnSpPr>
        <p:spPr>
          <a:xfrm flipV="1">
            <a:off x="1626039" y="4019550"/>
            <a:ext cx="0" cy="443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81A41578-779F-C1B6-C814-F9C52F95D45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237" y="2913043"/>
            <a:ext cx="445949" cy="445949"/>
          </a:xfrm>
          <a:prstGeom prst="rect">
            <a:avLst/>
          </a:prstGeom>
        </p:spPr>
      </p:pic>
      <p:pic>
        <p:nvPicPr>
          <p:cNvPr id="44" name="Picture 43" descr="Shape, circle&#10;&#10;Description automatically generated">
            <a:extLst>
              <a:ext uri="{FF2B5EF4-FFF2-40B4-BE49-F238E27FC236}">
                <a16:creationId xmlns:a16="http://schemas.microsoft.com/office/drawing/2014/main" id="{249AB578-BFBC-31B1-58E1-ECD79A5192D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681" y="2943359"/>
            <a:ext cx="385317" cy="385317"/>
          </a:xfrm>
          <a:prstGeom prst="rect">
            <a:avLst/>
          </a:prstGeom>
        </p:spPr>
      </p:pic>
      <p:pic>
        <p:nvPicPr>
          <p:cNvPr id="46" name="Picture 45" descr="Shape, circle&#10;&#10;Description automatically generated">
            <a:extLst>
              <a:ext uri="{FF2B5EF4-FFF2-40B4-BE49-F238E27FC236}">
                <a16:creationId xmlns:a16="http://schemas.microsoft.com/office/drawing/2014/main" id="{E4B4AD23-D383-9427-955F-1D2621246AC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876" y="2943358"/>
            <a:ext cx="385319" cy="385319"/>
          </a:xfrm>
          <a:prstGeom prst="rect">
            <a:avLst/>
          </a:prstGeom>
        </p:spPr>
      </p:pic>
      <p:pic>
        <p:nvPicPr>
          <p:cNvPr id="48" name="Picture 47" descr="Shape, circle&#10;&#10;Description automatically generated">
            <a:extLst>
              <a:ext uri="{FF2B5EF4-FFF2-40B4-BE49-F238E27FC236}">
                <a16:creationId xmlns:a16="http://schemas.microsoft.com/office/drawing/2014/main" id="{B35D0DCA-5F87-B301-0E65-0B56653E2E7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792" y="2910721"/>
            <a:ext cx="445949" cy="445949"/>
          </a:xfrm>
          <a:prstGeom prst="rect">
            <a:avLst/>
          </a:prstGeom>
        </p:spPr>
      </p:pic>
      <p:pic>
        <p:nvPicPr>
          <p:cNvPr id="50" name="Picture 49" descr="Shape, circle&#10;&#10;Description automatically generated">
            <a:extLst>
              <a:ext uri="{FF2B5EF4-FFF2-40B4-BE49-F238E27FC236}">
                <a16:creationId xmlns:a16="http://schemas.microsoft.com/office/drawing/2014/main" id="{4876A1AA-72A5-DEBD-B48F-D76F058585C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524" y="2950736"/>
            <a:ext cx="385317" cy="385317"/>
          </a:xfrm>
          <a:prstGeom prst="rect">
            <a:avLst/>
          </a:prstGeom>
        </p:spPr>
      </p:pic>
      <p:pic>
        <p:nvPicPr>
          <p:cNvPr id="52" name="Picture 51" descr="Shape, circle&#10;&#10;Description automatically generated">
            <a:extLst>
              <a:ext uri="{FF2B5EF4-FFF2-40B4-BE49-F238E27FC236}">
                <a16:creationId xmlns:a16="http://schemas.microsoft.com/office/drawing/2014/main" id="{FD199C9D-A887-A4B3-F831-3124D4E9248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316" y="2950737"/>
            <a:ext cx="385317" cy="38531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1EB38BB-61DF-CA29-9A3D-3B5322E021BE}"/>
              </a:ext>
            </a:extLst>
          </p:cNvPr>
          <p:cNvSpPr txBox="1"/>
          <p:nvPr/>
        </p:nvSpPr>
        <p:spPr>
          <a:xfrm>
            <a:off x="4778085" y="2396320"/>
            <a:ext cx="2293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Without Shadow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01507E-45A8-D6F1-30EE-38E8E4473694}"/>
              </a:ext>
            </a:extLst>
          </p:cNvPr>
          <p:cNvSpPr txBox="1"/>
          <p:nvPr/>
        </p:nvSpPr>
        <p:spPr>
          <a:xfrm>
            <a:off x="5668337" y="689190"/>
            <a:ext cx="1740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With Shadow</a:t>
            </a:r>
          </a:p>
        </p:txBody>
      </p:sp>
      <p:pic>
        <p:nvPicPr>
          <p:cNvPr id="55" name="Picture 54" descr="Shape, circle&#10;&#10;Description automatically generated">
            <a:extLst>
              <a:ext uri="{FF2B5EF4-FFF2-40B4-BE49-F238E27FC236}">
                <a16:creationId xmlns:a16="http://schemas.microsoft.com/office/drawing/2014/main" id="{D619E118-C5E4-82D0-3936-46E87FB5B3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097" y="3501071"/>
            <a:ext cx="489431" cy="478703"/>
          </a:xfrm>
          <a:prstGeom prst="rect">
            <a:avLst/>
          </a:prstGeom>
        </p:spPr>
      </p:pic>
      <p:pic>
        <p:nvPicPr>
          <p:cNvPr id="56" name="Picture 55" descr="Shape, circle&#10;&#10;Description automatically generated">
            <a:extLst>
              <a:ext uri="{FF2B5EF4-FFF2-40B4-BE49-F238E27FC236}">
                <a16:creationId xmlns:a16="http://schemas.microsoft.com/office/drawing/2014/main" id="{22479AA4-9995-2734-1B19-7E44697F3A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261" y="3553173"/>
            <a:ext cx="385317" cy="385317"/>
          </a:xfrm>
          <a:prstGeom prst="rect">
            <a:avLst/>
          </a:prstGeom>
        </p:spPr>
      </p:pic>
      <p:pic>
        <p:nvPicPr>
          <p:cNvPr id="57" name="Picture 56" descr="Shape, circle&#10;&#10;Description automatically generated">
            <a:extLst>
              <a:ext uri="{FF2B5EF4-FFF2-40B4-BE49-F238E27FC236}">
                <a16:creationId xmlns:a16="http://schemas.microsoft.com/office/drawing/2014/main" id="{E508F9C9-5309-E6DB-BD48-B54379147B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049" y="3501071"/>
            <a:ext cx="489431" cy="478703"/>
          </a:xfrm>
          <a:prstGeom prst="rect">
            <a:avLst/>
          </a:prstGeom>
        </p:spPr>
      </p:pic>
      <p:pic>
        <p:nvPicPr>
          <p:cNvPr id="58" name="Picture 57" descr="Shape, circle&#10;&#10;Description automatically generated">
            <a:extLst>
              <a:ext uri="{FF2B5EF4-FFF2-40B4-BE49-F238E27FC236}">
                <a16:creationId xmlns:a16="http://schemas.microsoft.com/office/drawing/2014/main" id="{EB87D825-6517-6A1F-EE40-AE3EFFE72B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059" y="3487299"/>
            <a:ext cx="489431" cy="478703"/>
          </a:xfrm>
          <a:prstGeom prst="rect">
            <a:avLst/>
          </a:prstGeom>
        </p:spPr>
      </p:pic>
      <p:pic>
        <p:nvPicPr>
          <p:cNvPr id="59" name="Picture 58" descr="Shape, circle&#10;&#10;Description automatically generated">
            <a:extLst>
              <a:ext uri="{FF2B5EF4-FFF2-40B4-BE49-F238E27FC236}">
                <a16:creationId xmlns:a16="http://schemas.microsoft.com/office/drawing/2014/main" id="{12BC9731-3809-6A96-A289-4E59E7DE502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083" y="3487299"/>
            <a:ext cx="489431" cy="478703"/>
          </a:xfrm>
          <a:prstGeom prst="rect">
            <a:avLst/>
          </a:prstGeom>
        </p:spPr>
      </p:pic>
      <p:pic>
        <p:nvPicPr>
          <p:cNvPr id="60" name="Picture 59" descr="Shape, circle&#10;&#10;Description automatically generated">
            <a:extLst>
              <a:ext uri="{FF2B5EF4-FFF2-40B4-BE49-F238E27FC236}">
                <a16:creationId xmlns:a16="http://schemas.microsoft.com/office/drawing/2014/main" id="{B4DDEB55-2EAD-0BF5-BC7F-C8AAD2A58F2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071" y="3487299"/>
            <a:ext cx="489431" cy="47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2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ED07E-2965-63F3-2652-45619D89E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3843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686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152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537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6921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3054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689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0739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76583C-1827-C1EC-736A-07F97BA1FDD5}"/>
              </a:ext>
            </a:extLst>
          </p:cNvPr>
          <p:cNvSpPr>
            <a:spLocks noGrp="1"/>
          </p:cNvSpPr>
          <p:nvPr/>
        </p:nvSpPr>
        <p:spPr>
          <a:xfrm>
            <a:off x="466319" y="178794"/>
            <a:ext cx="9403361" cy="371169"/>
          </a:xfrm>
          <a:prstGeom prst="rect">
            <a:avLst/>
          </a:prstGeom>
        </p:spPr>
        <p:txBody>
          <a:bodyPr lIns="0" tIns="0" rIns="0" bIns="0" anchor="t"/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kern="1200" spc="3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80">
                <a:ea typeface="+mj-lt"/>
                <a:cs typeface="+mj-lt"/>
              </a:rPr>
              <a:t>Other Components</a:t>
            </a:r>
            <a:endParaRPr lang="en-GB" sz="2080">
              <a:ea typeface="+mj-lt"/>
              <a:cs typeface="+mj-lt"/>
            </a:endParaRPr>
          </a:p>
          <a:p>
            <a:endParaRPr lang="en-GB" sz="2080">
              <a:cs typeface="Calibri Light"/>
            </a:endParaRP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E20DE1D6-7A89-FFAC-66D0-B072DF008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35" y="2450973"/>
            <a:ext cx="629515" cy="757385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9424173D-0815-E425-DA2C-ECE14D604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052" y="1758679"/>
            <a:ext cx="739287" cy="889453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1D6AC5F6-12A5-E4C2-1DC2-509F4AA26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042" y="1824714"/>
            <a:ext cx="629515" cy="757385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DD71549-B240-BB87-C8AA-72617AD38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595" y="1824714"/>
            <a:ext cx="629515" cy="757385"/>
          </a:xfrm>
          <a:prstGeom prst="rect">
            <a:avLst/>
          </a:prstGeom>
        </p:spPr>
      </p:pic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2E64736E-A618-98C7-4FEE-0609C731F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867" y="1824714"/>
            <a:ext cx="629515" cy="757385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A2BBF915-3D4F-6D99-97A4-9EF2BE4386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650" y="2844737"/>
            <a:ext cx="629515" cy="757385"/>
          </a:xfrm>
          <a:prstGeom prst="rect">
            <a:avLst/>
          </a:prstGeom>
        </p:spPr>
      </p:pic>
      <p:pic>
        <p:nvPicPr>
          <p:cNvPr id="39" name="Picture 38" descr="Icon&#10;&#10;Description automatically generated">
            <a:extLst>
              <a:ext uri="{FF2B5EF4-FFF2-40B4-BE49-F238E27FC236}">
                <a16:creationId xmlns:a16="http://schemas.microsoft.com/office/drawing/2014/main" id="{D38C46DC-0F66-F445-53EF-A37866E1BE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109" y="2844737"/>
            <a:ext cx="629515" cy="757385"/>
          </a:xfrm>
          <a:prstGeom prst="rect">
            <a:avLst/>
          </a:prstGeom>
        </p:spPr>
      </p:pic>
      <p:pic>
        <p:nvPicPr>
          <p:cNvPr id="43" name="Picture 42" descr="Shape, icon, arrow&#10;&#10;Description automatically generated">
            <a:extLst>
              <a:ext uri="{FF2B5EF4-FFF2-40B4-BE49-F238E27FC236}">
                <a16:creationId xmlns:a16="http://schemas.microsoft.com/office/drawing/2014/main" id="{C803B847-B62C-A95A-59EC-E5100F2303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251" y="2844737"/>
            <a:ext cx="629515" cy="757385"/>
          </a:xfrm>
          <a:prstGeom prst="rect">
            <a:avLst/>
          </a:prstGeom>
        </p:spPr>
      </p:pic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C79729DF-68FC-3590-F02C-BE148D6524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139" y="2844737"/>
            <a:ext cx="629515" cy="757385"/>
          </a:xfrm>
          <a:prstGeom prst="rect">
            <a:avLst/>
          </a:prstGeom>
        </p:spPr>
      </p:pic>
      <p:pic>
        <p:nvPicPr>
          <p:cNvPr id="51" name="Picture 50" descr="Icon&#10;&#10;Description automatically generated">
            <a:extLst>
              <a:ext uri="{FF2B5EF4-FFF2-40B4-BE49-F238E27FC236}">
                <a16:creationId xmlns:a16="http://schemas.microsoft.com/office/drawing/2014/main" id="{BF8E6C71-E513-4C99-CA3A-6CF4AA78AA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753" y="1824714"/>
            <a:ext cx="629515" cy="75738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E665B7E-9A05-E4B6-985E-8AE00F7B8F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788" y="2971805"/>
            <a:ext cx="491367" cy="588888"/>
          </a:xfrm>
          <a:prstGeom prst="rect">
            <a:avLst/>
          </a:prstGeom>
        </p:spPr>
      </p:pic>
      <p:pic>
        <p:nvPicPr>
          <p:cNvPr id="4" name="Picture 3" descr="A purple rectangle with black border&#10;&#10;Description automatically generated">
            <a:extLst>
              <a:ext uri="{FF2B5EF4-FFF2-40B4-BE49-F238E27FC236}">
                <a16:creationId xmlns:a16="http://schemas.microsoft.com/office/drawing/2014/main" id="{F708CC6A-A716-7587-2DFD-DB15E6E546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35" y="3266249"/>
            <a:ext cx="737693" cy="240621"/>
          </a:xfrm>
          <a:prstGeom prst="rect">
            <a:avLst/>
          </a:prstGeom>
        </p:spPr>
      </p:pic>
      <p:pic>
        <p:nvPicPr>
          <p:cNvPr id="9" name="Picture 8" descr="A purple cross on a black background&#10;&#10;Description automatically generated">
            <a:extLst>
              <a:ext uri="{FF2B5EF4-FFF2-40B4-BE49-F238E27FC236}">
                <a16:creationId xmlns:a16="http://schemas.microsoft.com/office/drawing/2014/main" id="{69D8F72F-9CFC-0A56-43D4-EFADB37935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76" y="1908961"/>
            <a:ext cx="652209" cy="588888"/>
          </a:xfrm>
          <a:prstGeom prst="rect">
            <a:avLst/>
          </a:prstGeom>
        </p:spPr>
      </p:pic>
      <p:pic>
        <p:nvPicPr>
          <p:cNvPr id="13" name="Picture 12" descr="A purple dollar sign on a black background&#10;&#10;Description automatically generated">
            <a:extLst>
              <a:ext uri="{FF2B5EF4-FFF2-40B4-BE49-F238E27FC236}">
                <a16:creationId xmlns:a16="http://schemas.microsoft.com/office/drawing/2014/main" id="{2398DD04-5B2D-68FF-B394-01AAE47197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91" y="2288117"/>
            <a:ext cx="469585" cy="72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5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44CB15-F9F1-F4DB-149F-7A68408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49">
                <a:cs typeface="Calibri Light"/>
              </a:rPr>
              <a:t>Logos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CBC37-8097-C941-D2AB-8875FC77B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3843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686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152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537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6921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3054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689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0739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35" name="Picture 334" descr="Logo, icon&#10;&#10;Description automatically generated">
            <a:extLst>
              <a:ext uri="{FF2B5EF4-FFF2-40B4-BE49-F238E27FC236}">
                <a16:creationId xmlns:a16="http://schemas.microsoft.com/office/drawing/2014/main" id="{E2895B51-A5F7-43E8-89B4-72DF91BDA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03" y="2701489"/>
            <a:ext cx="360700" cy="418083"/>
          </a:xfrm>
          <a:prstGeom prst="rect">
            <a:avLst/>
          </a:prstGeom>
        </p:spPr>
      </p:pic>
      <p:pic>
        <p:nvPicPr>
          <p:cNvPr id="337" name="Picture 33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DA56C67-0F46-FE68-79C7-B6C982A9B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6" y="957475"/>
            <a:ext cx="948911" cy="248597"/>
          </a:xfrm>
          <a:prstGeom prst="rect">
            <a:avLst/>
          </a:prstGeom>
        </p:spPr>
      </p:pic>
      <p:pic>
        <p:nvPicPr>
          <p:cNvPr id="341" name="Picture 340" descr="Icon&#10;&#10;Description automatically generated">
            <a:extLst>
              <a:ext uri="{FF2B5EF4-FFF2-40B4-BE49-F238E27FC236}">
                <a16:creationId xmlns:a16="http://schemas.microsoft.com/office/drawing/2014/main" id="{F8C321E4-8EE2-34DB-7B0A-07CA04264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631" y="4667282"/>
            <a:ext cx="501820" cy="264547"/>
          </a:xfrm>
          <a:prstGeom prst="rect">
            <a:avLst/>
          </a:prstGeom>
        </p:spPr>
      </p:pic>
      <p:pic>
        <p:nvPicPr>
          <p:cNvPr id="343" name="Picture 342" descr="A picture containing diagram&#10;&#10;Description automatically generated">
            <a:extLst>
              <a:ext uri="{FF2B5EF4-FFF2-40B4-BE49-F238E27FC236}">
                <a16:creationId xmlns:a16="http://schemas.microsoft.com/office/drawing/2014/main" id="{D20CBE4E-240F-868F-935E-4F8C1F3F94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963" y="930999"/>
            <a:ext cx="696807" cy="303315"/>
          </a:xfrm>
          <a:prstGeom prst="rect">
            <a:avLst/>
          </a:prstGeom>
        </p:spPr>
      </p:pic>
      <p:pic>
        <p:nvPicPr>
          <p:cNvPr id="345" name="Picture 344" descr="Icon&#10;&#10;Description automatically generated">
            <a:extLst>
              <a:ext uri="{FF2B5EF4-FFF2-40B4-BE49-F238E27FC236}">
                <a16:creationId xmlns:a16="http://schemas.microsoft.com/office/drawing/2014/main" id="{279A4B75-8C2A-5711-EB06-FE3EACC595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17" y="896734"/>
            <a:ext cx="651719" cy="368897"/>
          </a:xfrm>
          <a:prstGeom prst="rect">
            <a:avLst/>
          </a:prstGeom>
        </p:spPr>
      </p:pic>
      <p:pic>
        <p:nvPicPr>
          <p:cNvPr id="347" name="Picture 346" descr="Logo&#10;&#10;Description automatically generated">
            <a:extLst>
              <a:ext uri="{FF2B5EF4-FFF2-40B4-BE49-F238E27FC236}">
                <a16:creationId xmlns:a16="http://schemas.microsoft.com/office/drawing/2014/main" id="{642E74C9-8FA5-943F-12E1-7889AF1CE0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97" y="943458"/>
            <a:ext cx="1002167" cy="278723"/>
          </a:xfrm>
          <a:prstGeom prst="rect">
            <a:avLst/>
          </a:prstGeom>
        </p:spPr>
      </p:pic>
      <p:pic>
        <p:nvPicPr>
          <p:cNvPr id="349" name="Picture 34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7EDB527-605B-30B2-562D-7DBEC4DE0B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060" y="952805"/>
            <a:ext cx="667535" cy="260277"/>
          </a:xfrm>
          <a:prstGeom prst="rect">
            <a:avLst/>
          </a:prstGeom>
        </p:spPr>
      </p:pic>
      <p:pic>
        <p:nvPicPr>
          <p:cNvPr id="353" name="Picture 352" descr="A picture containing logo&#10;&#10;Description automatically generated">
            <a:extLst>
              <a:ext uri="{FF2B5EF4-FFF2-40B4-BE49-F238E27FC236}">
                <a16:creationId xmlns:a16="http://schemas.microsoft.com/office/drawing/2014/main" id="{43F8F229-3DD7-7703-CC1E-8E4602F2F4D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37"/>
          <a:stretch/>
        </p:blipFill>
        <p:spPr>
          <a:xfrm>
            <a:off x="4594346" y="943456"/>
            <a:ext cx="803376" cy="276216"/>
          </a:xfrm>
          <a:prstGeom prst="rect">
            <a:avLst/>
          </a:prstGeom>
        </p:spPr>
      </p:pic>
      <p:pic>
        <p:nvPicPr>
          <p:cNvPr id="355" name="Picture 354" descr="Icon&#10;&#10;Description automatically generated">
            <a:extLst>
              <a:ext uri="{FF2B5EF4-FFF2-40B4-BE49-F238E27FC236}">
                <a16:creationId xmlns:a16="http://schemas.microsoft.com/office/drawing/2014/main" id="{7DEF8860-84FE-19ED-4648-F610516342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670" y="868694"/>
            <a:ext cx="394475" cy="428392"/>
          </a:xfrm>
          <a:prstGeom prst="rect">
            <a:avLst/>
          </a:prstGeom>
        </p:spPr>
      </p:pic>
      <p:pic>
        <p:nvPicPr>
          <p:cNvPr id="357" name="Picture 356" descr="A picture containing icon&#10;&#10;Description automatically generated">
            <a:extLst>
              <a:ext uri="{FF2B5EF4-FFF2-40B4-BE49-F238E27FC236}">
                <a16:creationId xmlns:a16="http://schemas.microsoft.com/office/drawing/2014/main" id="{A385652C-7E82-E1B1-11D6-67969203D4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052" y="930999"/>
            <a:ext cx="698855" cy="303315"/>
          </a:xfrm>
          <a:prstGeom prst="rect">
            <a:avLst/>
          </a:prstGeom>
        </p:spPr>
      </p:pic>
      <p:pic>
        <p:nvPicPr>
          <p:cNvPr id="359" name="Picture 358" descr="Logo&#10;&#10;Description automatically generated">
            <a:extLst>
              <a:ext uri="{FF2B5EF4-FFF2-40B4-BE49-F238E27FC236}">
                <a16:creationId xmlns:a16="http://schemas.microsoft.com/office/drawing/2014/main" id="{218504EC-9095-2A84-59B3-924CC4B690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090" y="1527384"/>
            <a:ext cx="669224" cy="226904"/>
          </a:xfrm>
          <a:prstGeom prst="rect">
            <a:avLst/>
          </a:prstGeom>
        </p:spPr>
      </p:pic>
      <p:pic>
        <p:nvPicPr>
          <p:cNvPr id="361" name="Picture 360" descr="Logo&#10;&#10;Description automatically generated with medium confidence">
            <a:extLst>
              <a:ext uri="{FF2B5EF4-FFF2-40B4-BE49-F238E27FC236}">
                <a16:creationId xmlns:a16="http://schemas.microsoft.com/office/drawing/2014/main" id="{96AA72FB-32CD-6309-C27F-F299F052F8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84" y="4581805"/>
            <a:ext cx="434139" cy="434139"/>
          </a:xfrm>
          <a:prstGeom prst="rect">
            <a:avLst/>
          </a:prstGeom>
        </p:spPr>
      </p:pic>
      <p:pic>
        <p:nvPicPr>
          <p:cNvPr id="363" name="Picture 36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5CED4F8-CF46-B03F-5201-743883D102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573" y="915421"/>
            <a:ext cx="715268" cy="332144"/>
          </a:xfrm>
          <a:prstGeom prst="rect">
            <a:avLst/>
          </a:prstGeom>
        </p:spPr>
      </p:pic>
      <p:pic>
        <p:nvPicPr>
          <p:cNvPr id="365" name="Picture 364" descr="Icon&#10;&#10;Description automatically generated">
            <a:extLst>
              <a:ext uri="{FF2B5EF4-FFF2-40B4-BE49-F238E27FC236}">
                <a16:creationId xmlns:a16="http://schemas.microsoft.com/office/drawing/2014/main" id="{4BDEA4D1-698B-5987-2686-AD9A5653DE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2" y="1423025"/>
            <a:ext cx="422093" cy="433604"/>
          </a:xfrm>
          <a:prstGeom prst="rect">
            <a:avLst/>
          </a:prstGeom>
        </p:spPr>
      </p:pic>
      <p:pic>
        <p:nvPicPr>
          <p:cNvPr id="367" name="Picture 366" descr="Shape&#10;&#10;Description automatically generated">
            <a:extLst>
              <a:ext uri="{FF2B5EF4-FFF2-40B4-BE49-F238E27FC236}">
                <a16:creationId xmlns:a16="http://schemas.microsoft.com/office/drawing/2014/main" id="{B87DB666-50E5-DD47-A5E4-839E6A92E89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796" y="887385"/>
            <a:ext cx="787212" cy="391000"/>
          </a:xfrm>
          <a:prstGeom prst="rect">
            <a:avLst/>
          </a:prstGeom>
        </p:spPr>
      </p:pic>
      <p:pic>
        <p:nvPicPr>
          <p:cNvPr id="369" name="Picture 368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52F0C523-B378-8E96-774D-7A0C1CF279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174" y="2137017"/>
            <a:ext cx="635820" cy="214843"/>
          </a:xfrm>
          <a:prstGeom prst="rect">
            <a:avLst/>
          </a:prstGeom>
        </p:spPr>
      </p:pic>
      <p:pic>
        <p:nvPicPr>
          <p:cNvPr id="377" name="Picture 376" descr="Logo&#10;&#10;Description automatically generated with low confidence">
            <a:extLst>
              <a:ext uri="{FF2B5EF4-FFF2-40B4-BE49-F238E27FC236}">
                <a16:creationId xmlns:a16="http://schemas.microsoft.com/office/drawing/2014/main" id="{D31519B7-F704-C447-BC2C-CA99CF7EAD7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067" y="1402780"/>
            <a:ext cx="815873" cy="477140"/>
          </a:xfrm>
          <a:prstGeom prst="rect">
            <a:avLst/>
          </a:prstGeom>
        </p:spPr>
      </p:pic>
      <p:pic>
        <p:nvPicPr>
          <p:cNvPr id="385" name="Picture 384" descr="Shape&#10;&#10;Description automatically generated with medium confidence">
            <a:extLst>
              <a:ext uri="{FF2B5EF4-FFF2-40B4-BE49-F238E27FC236}">
                <a16:creationId xmlns:a16="http://schemas.microsoft.com/office/drawing/2014/main" id="{F1D7D6D9-03BE-EA67-E8F9-3A6DD20451A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609" y="1569436"/>
            <a:ext cx="939401" cy="148632"/>
          </a:xfrm>
          <a:prstGeom prst="rect">
            <a:avLst/>
          </a:prstGeom>
        </p:spPr>
      </p:pic>
      <p:pic>
        <p:nvPicPr>
          <p:cNvPr id="389" name="Picture 388" descr="Logo, company name&#10;&#10;Description automatically generated">
            <a:extLst>
              <a:ext uri="{FF2B5EF4-FFF2-40B4-BE49-F238E27FC236}">
                <a16:creationId xmlns:a16="http://schemas.microsoft.com/office/drawing/2014/main" id="{F8312C8A-F8F7-625D-29EA-6084FFB9D1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16" y="1998396"/>
            <a:ext cx="834125" cy="491863"/>
          </a:xfrm>
          <a:prstGeom prst="rect">
            <a:avLst/>
          </a:prstGeom>
        </p:spPr>
      </p:pic>
      <p:pic>
        <p:nvPicPr>
          <p:cNvPr id="391" name="Picture 39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EDDE9C-C523-0296-ABA7-3264AA51746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376" y="1469752"/>
            <a:ext cx="655816" cy="344304"/>
          </a:xfrm>
          <a:prstGeom prst="rect">
            <a:avLst/>
          </a:prstGeom>
        </p:spPr>
      </p:pic>
      <p:pic>
        <p:nvPicPr>
          <p:cNvPr id="393" name="Picture 39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7D2585-371E-F449-AD23-7A68173F63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454" y="2105867"/>
            <a:ext cx="1002167" cy="278723"/>
          </a:xfrm>
          <a:prstGeom prst="rect">
            <a:avLst/>
          </a:prstGeom>
        </p:spPr>
      </p:pic>
      <p:pic>
        <p:nvPicPr>
          <p:cNvPr id="395" name="Picture 394" descr="Icon&#10;&#10;Description automatically generated with low confidence">
            <a:extLst>
              <a:ext uri="{FF2B5EF4-FFF2-40B4-BE49-F238E27FC236}">
                <a16:creationId xmlns:a16="http://schemas.microsoft.com/office/drawing/2014/main" id="{0A860366-E2E1-5F42-F74F-BE22C1CB273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502" y="2115212"/>
            <a:ext cx="1049307" cy="260277"/>
          </a:xfrm>
          <a:prstGeom prst="rect">
            <a:avLst/>
          </a:prstGeom>
        </p:spPr>
      </p:pic>
      <p:pic>
        <p:nvPicPr>
          <p:cNvPr id="399" name="Picture 398" descr="Logo&#10;&#10;Description automatically generated">
            <a:extLst>
              <a:ext uri="{FF2B5EF4-FFF2-40B4-BE49-F238E27FC236}">
                <a16:creationId xmlns:a16="http://schemas.microsoft.com/office/drawing/2014/main" id="{840A9CF2-902F-3C58-6FCA-3B187828049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094" y="1516481"/>
            <a:ext cx="788515" cy="249005"/>
          </a:xfrm>
          <a:prstGeom prst="rect">
            <a:avLst/>
          </a:prstGeom>
        </p:spPr>
      </p:pic>
      <p:pic>
        <p:nvPicPr>
          <p:cNvPr id="401" name="Picture 40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8A00DE0-DBED-36BB-E49A-7337D5D219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344" y="2079389"/>
            <a:ext cx="768183" cy="262944"/>
          </a:xfrm>
          <a:prstGeom prst="rect">
            <a:avLst/>
          </a:prstGeom>
        </p:spPr>
      </p:pic>
      <p:pic>
        <p:nvPicPr>
          <p:cNvPr id="425" name="Picture 424" descr="Icon&#10;&#10;Description automatically generated">
            <a:extLst>
              <a:ext uri="{FF2B5EF4-FFF2-40B4-BE49-F238E27FC236}">
                <a16:creationId xmlns:a16="http://schemas.microsoft.com/office/drawing/2014/main" id="{D27FDD6E-0DF6-11DB-707D-24E0B00087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922" y="1982819"/>
            <a:ext cx="798785" cy="460712"/>
          </a:xfrm>
          <a:prstGeom prst="rect">
            <a:avLst/>
          </a:prstGeom>
        </p:spPr>
      </p:pic>
      <p:pic>
        <p:nvPicPr>
          <p:cNvPr id="427" name="Picture 42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6DA9821-AC00-62F5-B74D-FCE35F41E22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8" r="21801"/>
          <a:stretch/>
        </p:blipFill>
        <p:spPr>
          <a:xfrm>
            <a:off x="5543327" y="1413682"/>
            <a:ext cx="917031" cy="455753"/>
          </a:xfrm>
          <a:prstGeom prst="rect">
            <a:avLst/>
          </a:prstGeom>
        </p:spPr>
      </p:pic>
      <p:pic>
        <p:nvPicPr>
          <p:cNvPr id="429" name="Picture 428" descr="Shape&#10;&#10;Description automatically generated with medium confidence">
            <a:extLst>
              <a:ext uri="{FF2B5EF4-FFF2-40B4-BE49-F238E27FC236}">
                <a16:creationId xmlns:a16="http://schemas.microsoft.com/office/drawing/2014/main" id="{6FDAD636-8A7C-762B-0736-E81F34DAF54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449" y="2080947"/>
            <a:ext cx="582037" cy="325859"/>
          </a:xfrm>
          <a:prstGeom prst="rect">
            <a:avLst/>
          </a:prstGeom>
        </p:spPr>
      </p:pic>
      <p:pic>
        <p:nvPicPr>
          <p:cNvPr id="435" name="Picture 434" descr="A black and white sign&#10;&#10;Description automatically generated with low confidence">
            <a:extLst>
              <a:ext uri="{FF2B5EF4-FFF2-40B4-BE49-F238E27FC236}">
                <a16:creationId xmlns:a16="http://schemas.microsoft.com/office/drawing/2014/main" id="{7A87DD27-F4C4-18CA-8680-6DE298606EF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670" y="3435318"/>
            <a:ext cx="666063" cy="241832"/>
          </a:xfrm>
          <a:prstGeom prst="rect">
            <a:avLst/>
          </a:prstGeom>
        </p:spPr>
      </p:pic>
      <p:pic>
        <p:nvPicPr>
          <p:cNvPr id="437" name="Picture 436" descr="Text&#10;&#10;Description automatically generated">
            <a:extLst>
              <a:ext uri="{FF2B5EF4-FFF2-40B4-BE49-F238E27FC236}">
                <a16:creationId xmlns:a16="http://schemas.microsoft.com/office/drawing/2014/main" id="{5B1F8B45-D8A3-A845-9DF2-B363BD366C4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465" y="3418188"/>
            <a:ext cx="1105892" cy="275111"/>
          </a:xfrm>
          <a:prstGeom prst="rect">
            <a:avLst/>
          </a:prstGeom>
        </p:spPr>
      </p:pic>
      <p:pic>
        <p:nvPicPr>
          <p:cNvPr id="439" name="Picture 438" descr="Logo&#10;&#10;Description automatically generated">
            <a:extLst>
              <a:ext uri="{FF2B5EF4-FFF2-40B4-BE49-F238E27FC236}">
                <a16:creationId xmlns:a16="http://schemas.microsoft.com/office/drawing/2014/main" id="{12533E6C-8A5D-028A-EA6C-52E92DD0F1C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844" y="3930273"/>
            <a:ext cx="719351" cy="487763"/>
          </a:xfrm>
          <a:prstGeom prst="rect">
            <a:avLst/>
          </a:prstGeom>
        </p:spPr>
      </p:pic>
      <p:pic>
        <p:nvPicPr>
          <p:cNvPr id="441" name="Picture 440" descr="A picture containing logo&#10;&#10;Description automatically generated">
            <a:extLst>
              <a:ext uri="{FF2B5EF4-FFF2-40B4-BE49-F238E27FC236}">
                <a16:creationId xmlns:a16="http://schemas.microsoft.com/office/drawing/2014/main" id="{57572A39-5938-6982-B70C-4033943638C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661" y="3989460"/>
            <a:ext cx="778783" cy="368897"/>
          </a:xfrm>
          <a:prstGeom prst="rect">
            <a:avLst/>
          </a:prstGeom>
        </p:spPr>
      </p:pic>
      <p:pic>
        <p:nvPicPr>
          <p:cNvPr id="445" name="Picture 444" descr="Text&#10;&#10;Description automatically generated">
            <a:extLst>
              <a:ext uri="{FF2B5EF4-FFF2-40B4-BE49-F238E27FC236}">
                <a16:creationId xmlns:a16="http://schemas.microsoft.com/office/drawing/2014/main" id="{86899226-FA02-F7E0-D2E3-6FF7F9D1829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297" y="2723294"/>
            <a:ext cx="755763" cy="377883"/>
          </a:xfrm>
          <a:prstGeom prst="rect">
            <a:avLst/>
          </a:prstGeom>
        </p:spPr>
      </p:pic>
      <p:pic>
        <p:nvPicPr>
          <p:cNvPr id="447" name="Picture 44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A67ED6D-7776-F8A1-9329-BD8D19B3E8F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762" y="1970360"/>
            <a:ext cx="1095659" cy="547829"/>
          </a:xfrm>
          <a:prstGeom prst="rect">
            <a:avLst/>
          </a:prstGeom>
        </p:spPr>
      </p:pic>
      <p:pic>
        <p:nvPicPr>
          <p:cNvPr id="449" name="Picture 44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28AF86A-497C-B635-5EEA-BF475B64AAC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937" y="1449505"/>
            <a:ext cx="901267" cy="384364"/>
          </a:xfrm>
          <a:prstGeom prst="rect">
            <a:avLst/>
          </a:prstGeom>
        </p:spPr>
      </p:pic>
      <p:pic>
        <p:nvPicPr>
          <p:cNvPr id="451" name="Picture 450" descr="Logo, company name&#10;&#10;Description automatically generated">
            <a:extLst>
              <a:ext uri="{FF2B5EF4-FFF2-40B4-BE49-F238E27FC236}">
                <a16:creationId xmlns:a16="http://schemas.microsoft.com/office/drawing/2014/main" id="{8542225C-012F-8F0A-1E51-6164CC384E5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518" y="3200673"/>
            <a:ext cx="934285" cy="622203"/>
          </a:xfrm>
          <a:prstGeom prst="rect">
            <a:avLst/>
          </a:prstGeom>
        </p:spPr>
      </p:pic>
      <p:pic>
        <p:nvPicPr>
          <p:cNvPr id="453" name="Picture 452" descr="Logo&#10;&#10;Description automatically generated">
            <a:extLst>
              <a:ext uri="{FF2B5EF4-FFF2-40B4-BE49-F238E27FC236}">
                <a16:creationId xmlns:a16="http://schemas.microsoft.com/office/drawing/2014/main" id="{8BF2EA85-948F-99CC-A87D-B76102A6E6B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59" y="1424582"/>
            <a:ext cx="766183" cy="433731"/>
          </a:xfrm>
          <a:prstGeom prst="rect">
            <a:avLst/>
          </a:prstGeom>
        </p:spPr>
      </p:pic>
      <p:pic>
        <p:nvPicPr>
          <p:cNvPr id="455" name="Picture 454" descr="A picture containing chart&#10;&#10;Description automatically generated">
            <a:extLst>
              <a:ext uri="{FF2B5EF4-FFF2-40B4-BE49-F238E27FC236}">
                <a16:creationId xmlns:a16="http://schemas.microsoft.com/office/drawing/2014/main" id="{FD91E5FC-27AD-DF58-C351-EAF9F7CF151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716" y="1457292"/>
            <a:ext cx="605852" cy="369423"/>
          </a:xfrm>
          <a:prstGeom prst="rect">
            <a:avLst/>
          </a:prstGeom>
        </p:spPr>
      </p:pic>
      <p:pic>
        <p:nvPicPr>
          <p:cNvPr id="457" name="Picture 456" descr="Logo&#10;&#10;Description automatically generated">
            <a:extLst>
              <a:ext uri="{FF2B5EF4-FFF2-40B4-BE49-F238E27FC236}">
                <a16:creationId xmlns:a16="http://schemas.microsoft.com/office/drawing/2014/main" id="{99D18A91-272B-986D-E593-13CE19EEA2C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11" y="4057993"/>
            <a:ext cx="865689" cy="233545"/>
          </a:xfrm>
          <a:prstGeom prst="rect">
            <a:avLst/>
          </a:prstGeom>
        </p:spPr>
      </p:pic>
      <p:pic>
        <p:nvPicPr>
          <p:cNvPr id="461" name="Picture 460" descr="A picture containing chart&#10;&#10;Description automatically generated">
            <a:extLst>
              <a:ext uri="{FF2B5EF4-FFF2-40B4-BE49-F238E27FC236}">
                <a16:creationId xmlns:a16="http://schemas.microsoft.com/office/drawing/2014/main" id="{DB2A9695-4951-29F7-D11A-73E4A1A3723A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12"/>
          <a:stretch/>
        </p:blipFill>
        <p:spPr>
          <a:xfrm>
            <a:off x="9651116" y="2094965"/>
            <a:ext cx="609245" cy="297551"/>
          </a:xfrm>
          <a:prstGeom prst="rect">
            <a:avLst/>
          </a:prstGeom>
        </p:spPr>
      </p:pic>
      <p:pic>
        <p:nvPicPr>
          <p:cNvPr id="467" name="Picture 466" descr="Shape&#10;&#10;Description automatically generated with medium confidence">
            <a:extLst>
              <a:ext uri="{FF2B5EF4-FFF2-40B4-BE49-F238E27FC236}">
                <a16:creationId xmlns:a16="http://schemas.microsoft.com/office/drawing/2014/main" id="{65192417-C350-6956-F68D-D44C15E948C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675" y="2780926"/>
            <a:ext cx="817328" cy="262869"/>
          </a:xfrm>
          <a:prstGeom prst="rect">
            <a:avLst/>
          </a:prstGeom>
        </p:spPr>
      </p:pic>
      <p:pic>
        <p:nvPicPr>
          <p:cNvPr id="469" name="Picture 468" descr="Logo&#10;&#10;Description automatically generated">
            <a:extLst>
              <a:ext uri="{FF2B5EF4-FFF2-40B4-BE49-F238E27FC236}">
                <a16:creationId xmlns:a16="http://schemas.microsoft.com/office/drawing/2014/main" id="{5A09CB38-FF8F-08B0-A596-9E6EDC4F342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34" y="2740428"/>
            <a:ext cx="654411" cy="343028"/>
          </a:xfrm>
          <a:prstGeom prst="rect">
            <a:avLst/>
          </a:prstGeom>
        </p:spPr>
      </p:pic>
      <p:pic>
        <p:nvPicPr>
          <p:cNvPr id="473" name="Picture 47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BA3DAB8-CC97-DD51-AA0C-0D940E79744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72" y="2787156"/>
            <a:ext cx="1150884" cy="247407"/>
          </a:xfrm>
          <a:prstGeom prst="rect">
            <a:avLst/>
          </a:prstGeom>
        </p:spPr>
      </p:pic>
      <p:pic>
        <p:nvPicPr>
          <p:cNvPr id="493" name="Picture 492" descr="A picture containing logo&#10;&#10;Description automatically generated">
            <a:extLst>
              <a:ext uri="{FF2B5EF4-FFF2-40B4-BE49-F238E27FC236}">
                <a16:creationId xmlns:a16="http://schemas.microsoft.com/office/drawing/2014/main" id="{D5338E8E-CEC5-EC02-B81E-8CE1EBC0942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326" y="2522370"/>
            <a:ext cx="1038224" cy="611891"/>
          </a:xfrm>
          <a:prstGeom prst="rect">
            <a:avLst/>
          </a:prstGeom>
        </p:spPr>
      </p:pic>
      <p:pic>
        <p:nvPicPr>
          <p:cNvPr id="495" name="Picture 494" descr="Icon&#10;&#10;Description automatically generated">
            <a:extLst>
              <a:ext uri="{FF2B5EF4-FFF2-40B4-BE49-F238E27FC236}">
                <a16:creationId xmlns:a16="http://schemas.microsoft.com/office/drawing/2014/main" id="{4061686A-2091-CD39-2F06-3A840AD4BC9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960" y="2822981"/>
            <a:ext cx="421916" cy="178927"/>
          </a:xfrm>
          <a:prstGeom prst="rect">
            <a:avLst/>
          </a:prstGeom>
        </p:spPr>
      </p:pic>
      <p:pic>
        <p:nvPicPr>
          <p:cNvPr id="499" name="Picture 498">
            <a:extLst>
              <a:ext uri="{FF2B5EF4-FFF2-40B4-BE49-F238E27FC236}">
                <a16:creationId xmlns:a16="http://schemas.microsoft.com/office/drawing/2014/main" id="{17017EB4-5278-78AF-8A5F-6FECD7F243F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56" y="2824534"/>
            <a:ext cx="526843" cy="175615"/>
          </a:xfrm>
          <a:prstGeom prst="rect">
            <a:avLst/>
          </a:prstGeom>
        </p:spPr>
      </p:pic>
      <p:pic>
        <p:nvPicPr>
          <p:cNvPr id="503" name="Picture 502" descr="Logo&#10;&#10;Description automatically generated">
            <a:extLst>
              <a:ext uri="{FF2B5EF4-FFF2-40B4-BE49-F238E27FC236}">
                <a16:creationId xmlns:a16="http://schemas.microsoft.com/office/drawing/2014/main" id="{665D7DF9-EB12-7BE0-FD82-3F59D2EF291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1" y="2794940"/>
            <a:ext cx="991173" cy="232291"/>
          </a:xfrm>
          <a:prstGeom prst="rect">
            <a:avLst/>
          </a:prstGeom>
        </p:spPr>
      </p:pic>
      <p:pic>
        <p:nvPicPr>
          <p:cNvPr id="507" name="Picture 506" descr="A picture containing text&#10;&#10;Description automatically generated">
            <a:extLst>
              <a:ext uri="{FF2B5EF4-FFF2-40B4-BE49-F238E27FC236}">
                <a16:creationId xmlns:a16="http://schemas.microsoft.com/office/drawing/2014/main" id="{474DA821-FB85-8588-FAB7-A4810A6B91E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612" y="3268662"/>
            <a:ext cx="484375" cy="574391"/>
          </a:xfrm>
          <a:prstGeom prst="rect">
            <a:avLst/>
          </a:prstGeom>
        </p:spPr>
      </p:pic>
      <p:pic>
        <p:nvPicPr>
          <p:cNvPr id="509" name="Picture 508" descr="A picture containing logo&#10;&#10;Description automatically generated">
            <a:extLst>
              <a:ext uri="{FF2B5EF4-FFF2-40B4-BE49-F238E27FC236}">
                <a16:creationId xmlns:a16="http://schemas.microsoft.com/office/drawing/2014/main" id="{00237A30-3E05-3051-49F7-9C840686C51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04" y="2785597"/>
            <a:ext cx="796149" cy="250297"/>
          </a:xfrm>
          <a:prstGeom prst="rect">
            <a:avLst/>
          </a:prstGeom>
        </p:spPr>
      </p:pic>
      <p:pic>
        <p:nvPicPr>
          <p:cNvPr id="513" name="Picture 512" descr="Logo&#10;&#10;Description automatically generated">
            <a:extLst>
              <a:ext uri="{FF2B5EF4-FFF2-40B4-BE49-F238E27FC236}">
                <a16:creationId xmlns:a16="http://schemas.microsoft.com/office/drawing/2014/main" id="{9D8DA22B-1ACD-13DF-E5BC-BB59B255FC85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22" y="3318503"/>
            <a:ext cx="828371" cy="477143"/>
          </a:xfrm>
          <a:prstGeom prst="rect">
            <a:avLst/>
          </a:prstGeom>
        </p:spPr>
      </p:pic>
      <p:pic>
        <p:nvPicPr>
          <p:cNvPr id="517" name="Picture 516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1965A779-A40F-B515-EFA7-42EC09635F6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868" y="3319047"/>
            <a:ext cx="447920" cy="384364"/>
          </a:xfrm>
          <a:prstGeom prst="rect">
            <a:avLst/>
          </a:prstGeom>
        </p:spPr>
      </p:pic>
      <p:pic>
        <p:nvPicPr>
          <p:cNvPr id="523" name="Picture 522" descr="Logo&#10;&#10;Description automatically generated">
            <a:extLst>
              <a:ext uri="{FF2B5EF4-FFF2-40B4-BE49-F238E27FC236}">
                <a16:creationId xmlns:a16="http://schemas.microsoft.com/office/drawing/2014/main" id="{F8AFA331-5A02-AE29-1E9C-2D6B401C43F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286" y="3384464"/>
            <a:ext cx="764227" cy="256407"/>
          </a:xfrm>
          <a:prstGeom prst="rect">
            <a:avLst/>
          </a:prstGeom>
        </p:spPr>
      </p:pic>
      <p:pic>
        <p:nvPicPr>
          <p:cNvPr id="527" name="Picture 526" descr="Logo&#10;&#10;Description automatically generated">
            <a:extLst>
              <a:ext uri="{FF2B5EF4-FFF2-40B4-BE49-F238E27FC236}">
                <a16:creationId xmlns:a16="http://schemas.microsoft.com/office/drawing/2014/main" id="{F54083F8-F5B0-CEBB-C0CC-772759A7D70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05" y="3997245"/>
            <a:ext cx="642816" cy="273915"/>
          </a:xfrm>
          <a:prstGeom prst="rect">
            <a:avLst/>
          </a:prstGeom>
        </p:spPr>
      </p:pic>
      <p:pic>
        <p:nvPicPr>
          <p:cNvPr id="529" name="Picture 528" descr="A picture containing logo&#10;&#10;Description automatically generated">
            <a:extLst>
              <a:ext uri="{FF2B5EF4-FFF2-40B4-BE49-F238E27FC236}">
                <a16:creationId xmlns:a16="http://schemas.microsoft.com/office/drawing/2014/main" id="{AEC65825-3FCE-2FCC-C02C-56B59BF8B6F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067" y="2052911"/>
            <a:ext cx="737803" cy="384364"/>
          </a:xfrm>
          <a:prstGeom prst="rect">
            <a:avLst/>
          </a:prstGeom>
        </p:spPr>
      </p:pic>
      <p:pic>
        <p:nvPicPr>
          <p:cNvPr id="537" name="Picture 536" descr="Logo&#10;&#10;Description automatically generated">
            <a:extLst>
              <a:ext uri="{FF2B5EF4-FFF2-40B4-BE49-F238E27FC236}">
                <a16:creationId xmlns:a16="http://schemas.microsoft.com/office/drawing/2014/main" id="{14045A0F-3669-EC49-FEE3-70D5C748EC62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588" y="3396925"/>
            <a:ext cx="1020151" cy="232105"/>
          </a:xfrm>
          <a:prstGeom prst="rect">
            <a:avLst/>
          </a:prstGeom>
        </p:spPr>
      </p:pic>
      <p:pic>
        <p:nvPicPr>
          <p:cNvPr id="539" name="Picture 538" descr="A picture containing shape&#10;&#10;Description automatically generated">
            <a:extLst>
              <a:ext uri="{FF2B5EF4-FFF2-40B4-BE49-F238E27FC236}">
                <a16:creationId xmlns:a16="http://schemas.microsoft.com/office/drawing/2014/main" id="{01EA71C5-E61B-6A70-15F4-7DE73CA3A821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12"/>
          <a:stretch/>
        </p:blipFill>
        <p:spPr>
          <a:xfrm>
            <a:off x="9677796" y="3386019"/>
            <a:ext cx="725527" cy="251147"/>
          </a:xfrm>
          <a:prstGeom prst="rect">
            <a:avLst/>
          </a:prstGeom>
        </p:spPr>
      </p:pic>
      <p:pic>
        <p:nvPicPr>
          <p:cNvPr id="551" name="Picture 550" descr="A picture containing text, sign, dark&#10;&#10;Description automatically generated">
            <a:extLst>
              <a:ext uri="{FF2B5EF4-FFF2-40B4-BE49-F238E27FC236}">
                <a16:creationId xmlns:a16="http://schemas.microsoft.com/office/drawing/2014/main" id="{748D76EE-D7AF-BD33-B215-C02FB631288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716" y="4073568"/>
            <a:ext cx="703524" cy="204979"/>
          </a:xfrm>
          <a:prstGeom prst="rect">
            <a:avLst/>
          </a:prstGeom>
        </p:spPr>
      </p:pic>
      <p:pic>
        <p:nvPicPr>
          <p:cNvPr id="557" name="Picture 55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FC455DA-D321-9D65-BD2A-022C56162A5B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85" b="-1"/>
          <a:stretch/>
        </p:blipFill>
        <p:spPr>
          <a:xfrm>
            <a:off x="6763515" y="3997246"/>
            <a:ext cx="614479" cy="355140"/>
          </a:xfrm>
          <a:prstGeom prst="rect">
            <a:avLst/>
          </a:prstGeom>
        </p:spPr>
      </p:pic>
      <p:pic>
        <p:nvPicPr>
          <p:cNvPr id="559" name="Picture 558" descr="Text&#10;&#10;Description automatically generated with medium confidence">
            <a:extLst>
              <a:ext uri="{FF2B5EF4-FFF2-40B4-BE49-F238E27FC236}">
                <a16:creationId xmlns:a16="http://schemas.microsoft.com/office/drawing/2014/main" id="{FA1FFF0B-28D5-D5FA-4B3C-C1A00010B95E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7" r="22660"/>
          <a:stretch/>
        </p:blipFill>
        <p:spPr>
          <a:xfrm>
            <a:off x="7688014" y="3983228"/>
            <a:ext cx="651396" cy="384364"/>
          </a:xfrm>
          <a:prstGeom prst="rect">
            <a:avLst/>
          </a:prstGeom>
        </p:spPr>
      </p:pic>
      <p:pic>
        <p:nvPicPr>
          <p:cNvPr id="563" name="Picture 562" descr="Icon&#10;&#10;Description automatically generated">
            <a:extLst>
              <a:ext uri="{FF2B5EF4-FFF2-40B4-BE49-F238E27FC236}">
                <a16:creationId xmlns:a16="http://schemas.microsoft.com/office/drawing/2014/main" id="{48FA7E46-41D2-69E6-DA64-495782A59F4C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480" y="3952080"/>
            <a:ext cx="347659" cy="443663"/>
          </a:xfrm>
          <a:prstGeom prst="rect">
            <a:avLst/>
          </a:prstGeom>
        </p:spPr>
      </p:pic>
      <p:pic>
        <p:nvPicPr>
          <p:cNvPr id="565" name="Picture 564" descr="Logo, company name&#10;&#10;Description automatically generated">
            <a:extLst>
              <a:ext uri="{FF2B5EF4-FFF2-40B4-BE49-F238E27FC236}">
                <a16:creationId xmlns:a16="http://schemas.microsoft.com/office/drawing/2014/main" id="{537A58C1-BBDD-E23E-4156-248572D3956F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89" y="4539679"/>
            <a:ext cx="931955" cy="521004"/>
          </a:xfrm>
          <a:prstGeom prst="rect">
            <a:avLst/>
          </a:prstGeom>
        </p:spPr>
      </p:pic>
      <p:pic>
        <p:nvPicPr>
          <p:cNvPr id="571" name="Picture 570" descr="A picture containing text, sign, outdoor, businesscard&#10;&#10;Description automatically generated">
            <a:extLst>
              <a:ext uri="{FF2B5EF4-FFF2-40B4-BE49-F238E27FC236}">
                <a16:creationId xmlns:a16="http://schemas.microsoft.com/office/drawing/2014/main" id="{87D308E5-E64F-5C7A-399F-1735E3CB48E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835" y="4547766"/>
            <a:ext cx="470687" cy="470687"/>
          </a:xfrm>
          <a:prstGeom prst="rect">
            <a:avLst/>
          </a:prstGeom>
        </p:spPr>
      </p:pic>
      <p:pic>
        <p:nvPicPr>
          <p:cNvPr id="576" name="Picture 57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B17240C-82E1-C7DD-99F7-1FC2BC7E237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580" y="4025284"/>
            <a:ext cx="559156" cy="297143"/>
          </a:xfrm>
          <a:prstGeom prst="rect">
            <a:avLst/>
          </a:prstGeom>
        </p:spPr>
      </p:pic>
      <p:pic>
        <p:nvPicPr>
          <p:cNvPr id="578" name="Picture 577" descr="Logo, company name&#10;&#10;Description automatically generated">
            <a:extLst>
              <a:ext uri="{FF2B5EF4-FFF2-40B4-BE49-F238E27FC236}">
                <a16:creationId xmlns:a16="http://schemas.microsoft.com/office/drawing/2014/main" id="{E0A06D82-D9F9-7372-D576-04FF8E0B45B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87" y="3980114"/>
            <a:ext cx="724384" cy="387896"/>
          </a:xfrm>
          <a:prstGeom prst="rect">
            <a:avLst/>
          </a:prstGeom>
        </p:spPr>
      </p:pic>
      <p:pic>
        <p:nvPicPr>
          <p:cNvPr id="1026" name="Picture 2" descr="Scala (programming language) - Wikipedia">
            <a:extLst>
              <a:ext uri="{FF2B5EF4-FFF2-40B4-BE49-F238E27FC236}">
                <a16:creationId xmlns:a16="http://schemas.microsoft.com/office/drawing/2014/main" id="{F2B9377B-E5F3-5C8E-4E5A-CAF241DC5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20" y="4674609"/>
            <a:ext cx="561820" cy="25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tting Started with Play Framework">
            <a:extLst>
              <a:ext uri="{FF2B5EF4-FFF2-40B4-BE49-F238E27FC236}">
                <a16:creationId xmlns:a16="http://schemas.microsoft.com/office/drawing/2014/main" id="{76679D4C-F3B2-EAC9-5975-7AF1FE352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42" y="3359231"/>
            <a:ext cx="737803" cy="38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pache Impala Logo PNG Transparent &amp; SVG Vector - Freebie Supply">
            <a:extLst>
              <a:ext uri="{FF2B5EF4-FFF2-40B4-BE49-F238E27FC236}">
                <a16:creationId xmlns:a16="http://schemas.microsoft.com/office/drawing/2014/main" id="{81FB9B58-CFCE-B79A-4F4C-21191FB73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140" y="4525644"/>
            <a:ext cx="191824" cy="45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ickHouse Logo - PNG Logo Vector Downloads (SVG, EPS)">
            <a:extLst>
              <a:ext uri="{FF2B5EF4-FFF2-40B4-BE49-F238E27FC236}">
                <a16:creationId xmlns:a16="http://schemas.microsoft.com/office/drawing/2014/main" id="{460D389E-A1AA-C07B-8D0E-60451AE2C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868" y="4699614"/>
            <a:ext cx="1113713" cy="16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Trino Logo PNG Vector (SVG) Free Download">
            <a:extLst>
              <a:ext uri="{FF2B5EF4-FFF2-40B4-BE49-F238E27FC236}">
                <a16:creationId xmlns:a16="http://schemas.microsoft.com/office/drawing/2014/main" id="{E92D2C9C-EE13-33B4-E361-BC6F08554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940" y="4525644"/>
            <a:ext cx="812039" cy="38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23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C0BAE3-6388-E3FF-15F8-97EFD113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Icons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C9E4-8117-E4F6-5DE8-FEA88E65B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3843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686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152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537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69211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3054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6898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0739" algn="l" defTabSz="627686" rtl="0" eaLnBrk="1" latinLnBrk="0" hangingPunct="1">
              <a:defRPr sz="1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325B2-37B1-1012-E216-915832BF3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06" y="1292547"/>
            <a:ext cx="285921" cy="259087"/>
          </a:xfrm>
          <a:prstGeom prst="rect">
            <a:avLst/>
          </a:prstGeom>
        </p:spPr>
      </p:pic>
      <p:pic>
        <p:nvPicPr>
          <p:cNvPr id="7" name="Picture 6" descr="A picture containing text, monitor, television, screen&#10;&#10;Description automatically generated">
            <a:extLst>
              <a:ext uri="{FF2B5EF4-FFF2-40B4-BE49-F238E27FC236}">
                <a16:creationId xmlns:a16="http://schemas.microsoft.com/office/drawing/2014/main" id="{3DF961F1-E6E0-D7D1-CC59-087E7B78D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63" y="1296147"/>
            <a:ext cx="286391" cy="254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26161D-31D0-D766-4E5F-6E38BACF2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16" y="1312343"/>
            <a:ext cx="305908" cy="220040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5CEEF3BB-EECA-43AF-CBEA-2AA7DE7EB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32" y="1272746"/>
            <a:ext cx="264247" cy="297291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AA23FF88-6700-1848-BE25-586AEE3D2E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59" y="1815557"/>
            <a:ext cx="388831" cy="375709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0A1CA430-1ED1-5137-F77A-F11BC2F415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345" y="1229551"/>
            <a:ext cx="417331" cy="382591"/>
          </a:xfrm>
          <a:prstGeom prst="rect">
            <a:avLst/>
          </a:prstGeom>
        </p:spPr>
      </p:pic>
      <p:pic>
        <p:nvPicPr>
          <p:cNvPr id="17" name="Picture 16" descr="A picture containing qr code&#10;&#10;Description automatically generated">
            <a:extLst>
              <a:ext uri="{FF2B5EF4-FFF2-40B4-BE49-F238E27FC236}">
                <a16:creationId xmlns:a16="http://schemas.microsoft.com/office/drawing/2014/main" id="{6490916F-0505-1615-7299-0BA2AF788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01937" y="1294345"/>
            <a:ext cx="316200" cy="256552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4C1F3261-E97B-9042-36F3-A6854277C7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430" y="1270948"/>
            <a:ext cx="322579" cy="300164"/>
          </a:xfrm>
          <a:prstGeom prst="rect">
            <a:avLst/>
          </a:prstGeom>
        </p:spPr>
      </p:pic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DCF5553D-F909-C363-91FA-474A65937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294741" y="1290747"/>
            <a:ext cx="285236" cy="263367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1191DAAC-8090-12D5-C5DE-AC69036C52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692171" y="1254749"/>
            <a:ext cx="339612" cy="333383"/>
          </a:xfrm>
          <a:prstGeom prst="rect">
            <a:avLst/>
          </a:prstGeom>
        </p:spPr>
      </p:pic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883B6DAD-2A23-D2C0-9E3F-309FAE099D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664719" y="1840752"/>
            <a:ext cx="325207" cy="32520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F12EEDA4-7029-134E-8E7C-B0D1D45B3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13273" y="1254749"/>
            <a:ext cx="352413" cy="33372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4CE543F-D535-4666-9420-B649DDB67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9942" y="1229550"/>
            <a:ext cx="385825" cy="38582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A52AC52-E7F1-A729-B123-D02B14637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80092" y="1254750"/>
            <a:ext cx="321641" cy="3365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D8F2748-A000-6431-95CD-DE06B2861709}"/>
              </a:ext>
            </a:extLst>
          </p:cNvPr>
          <p:cNvSpPr/>
          <p:nvPr/>
        </p:nvSpPr>
        <p:spPr>
          <a:xfrm>
            <a:off x="574322" y="3309207"/>
            <a:ext cx="9262279" cy="19671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/>
          </a:p>
        </p:txBody>
      </p:sp>
      <p:pic>
        <p:nvPicPr>
          <p:cNvPr id="36" name="Picture 35" descr="A black and white image of a person's face&#10;&#10;Description automatically generated with low confidence">
            <a:extLst>
              <a:ext uri="{FF2B5EF4-FFF2-40B4-BE49-F238E27FC236}">
                <a16:creationId xmlns:a16="http://schemas.microsoft.com/office/drawing/2014/main" id="{76701683-1B64-787F-BB55-2BE25ED31B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106" y="1793958"/>
            <a:ext cx="285239" cy="420653"/>
          </a:xfrm>
          <a:prstGeom prst="rect">
            <a:avLst/>
          </a:prstGeom>
        </p:spPr>
      </p:pic>
      <p:pic>
        <p:nvPicPr>
          <p:cNvPr id="38" name="Picture 37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26624AC4-1C8A-DB07-E89F-671B06B008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062" y="1808356"/>
            <a:ext cx="285237" cy="392875"/>
          </a:xfrm>
          <a:prstGeom prst="rect">
            <a:avLst/>
          </a:prstGeom>
        </p:spPr>
      </p:pic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E5926384-5287-74AB-D407-52271351C3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909" y="3562502"/>
            <a:ext cx="296475" cy="439601"/>
          </a:xfrm>
          <a:prstGeom prst="rect">
            <a:avLst/>
          </a:prstGeom>
        </p:spPr>
      </p:pic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C5FD4F2E-A24F-7419-87F5-61F87984D4B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918" y="3535671"/>
            <a:ext cx="441943" cy="493265"/>
          </a:xfrm>
          <a:prstGeom prst="rect">
            <a:avLst/>
          </a:prstGeom>
        </p:spPr>
      </p:pic>
      <p:pic>
        <p:nvPicPr>
          <p:cNvPr id="44" name="Picture 43" descr="Icon&#10;&#10;Description automatically generated">
            <a:extLst>
              <a:ext uri="{FF2B5EF4-FFF2-40B4-BE49-F238E27FC236}">
                <a16:creationId xmlns:a16="http://schemas.microsoft.com/office/drawing/2014/main" id="{5D81EF28-4845-EEF7-7FAC-4B3096CD19E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429" y="3493032"/>
            <a:ext cx="485131" cy="578540"/>
          </a:xfrm>
          <a:prstGeom prst="rect">
            <a:avLst/>
          </a:prstGeom>
        </p:spPr>
      </p:pic>
      <p:pic>
        <p:nvPicPr>
          <p:cNvPr id="52" name="Picture 5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74B56CC-F621-BEF6-7028-8CDB8B3F779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20" y="3554212"/>
            <a:ext cx="456181" cy="456181"/>
          </a:xfrm>
          <a:prstGeom prst="rect">
            <a:avLst/>
          </a:prstGeom>
        </p:spPr>
      </p:pic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CCC49453-EFA6-5A87-3B2A-E6A9C9750D0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048" y="3557893"/>
            <a:ext cx="448824" cy="448824"/>
          </a:xfrm>
          <a:prstGeom prst="rect">
            <a:avLst/>
          </a:prstGeom>
        </p:spPr>
      </p:pic>
      <p:pic>
        <p:nvPicPr>
          <p:cNvPr id="56" name="Picture 55" descr="Icon&#10;&#10;Description automatically generated">
            <a:extLst>
              <a:ext uri="{FF2B5EF4-FFF2-40B4-BE49-F238E27FC236}">
                <a16:creationId xmlns:a16="http://schemas.microsoft.com/office/drawing/2014/main" id="{7F784ACC-7A75-A134-1B6B-AE8BD93634B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779" y="3551403"/>
            <a:ext cx="401663" cy="401663"/>
          </a:xfrm>
          <a:prstGeom prst="rect">
            <a:avLst/>
          </a:prstGeom>
        </p:spPr>
      </p:pic>
      <p:pic>
        <p:nvPicPr>
          <p:cNvPr id="58" name="Picture 5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87D535-FCBC-476B-AD9F-D45489573FE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069" y="3625950"/>
            <a:ext cx="312705" cy="312705"/>
          </a:xfrm>
          <a:prstGeom prst="rect">
            <a:avLst/>
          </a:prstGeom>
        </p:spPr>
      </p:pic>
      <p:pic>
        <p:nvPicPr>
          <p:cNvPr id="60" name="Picture 59" descr="Icon&#10;&#10;Description automatically generated">
            <a:extLst>
              <a:ext uri="{FF2B5EF4-FFF2-40B4-BE49-F238E27FC236}">
                <a16:creationId xmlns:a16="http://schemas.microsoft.com/office/drawing/2014/main" id="{B76FF21C-7FA0-5B00-536D-DB6925B9D65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096" y="3581474"/>
            <a:ext cx="303217" cy="401663"/>
          </a:xfrm>
          <a:prstGeom prst="rect">
            <a:avLst/>
          </a:prstGeom>
        </p:spPr>
      </p:pic>
      <p:pic>
        <p:nvPicPr>
          <p:cNvPr id="62" name="Picture 61" descr="Icon&#10;&#10;Description automatically generated">
            <a:extLst>
              <a:ext uri="{FF2B5EF4-FFF2-40B4-BE49-F238E27FC236}">
                <a16:creationId xmlns:a16="http://schemas.microsoft.com/office/drawing/2014/main" id="{52FF3FB3-8BDE-8276-70A2-BA9AA979670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596" y="1811957"/>
            <a:ext cx="386016" cy="386016"/>
          </a:xfrm>
          <a:prstGeom prst="rect">
            <a:avLst/>
          </a:prstGeom>
        </p:spPr>
      </p:pic>
      <p:pic>
        <p:nvPicPr>
          <p:cNvPr id="66" name="Picture 65" descr="Icon, qr code&#10;&#10;Description automatically generated">
            <a:extLst>
              <a:ext uri="{FF2B5EF4-FFF2-40B4-BE49-F238E27FC236}">
                <a16:creationId xmlns:a16="http://schemas.microsoft.com/office/drawing/2014/main" id="{91147914-8CBE-7B94-25BB-445DEEEDBDD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61" y="1811957"/>
            <a:ext cx="386016" cy="386016"/>
          </a:xfrm>
          <a:prstGeom prst="rect">
            <a:avLst/>
          </a:prstGeom>
        </p:spPr>
      </p:pic>
      <p:pic>
        <p:nvPicPr>
          <p:cNvPr id="68" name="Picture 67" descr="A picture containing text, clock, clipart, sign&#10;&#10;Description automatically generated">
            <a:extLst>
              <a:ext uri="{FF2B5EF4-FFF2-40B4-BE49-F238E27FC236}">
                <a16:creationId xmlns:a16="http://schemas.microsoft.com/office/drawing/2014/main" id="{9E8C96AE-8ACE-A199-1B69-FFC6FA4B56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411" y="1811957"/>
            <a:ext cx="386016" cy="386016"/>
          </a:xfrm>
          <a:prstGeom prst="rect">
            <a:avLst/>
          </a:prstGeom>
        </p:spPr>
      </p:pic>
      <p:pic>
        <p:nvPicPr>
          <p:cNvPr id="70" name="Picture 6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0108147-E2FB-6B41-734B-21EBAA781E9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04" y="3563893"/>
            <a:ext cx="536744" cy="436818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9D2E09D9-59A3-6D1C-984F-7461CD67E8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25" y="4448688"/>
            <a:ext cx="445968" cy="434749"/>
          </a:xfrm>
          <a:prstGeom prst="rect">
            <a:avLst/>
          </a:prstGeom>
        </p:spPr>
      </p:pic>
      <p:pic>
        <p:nvPicPr>
          <p:cNvPr id="76" name="Picture 75" descr="Icon&#10;&#10;Description automatically generated">
            <a:extLst>
              <a:ext uri="{FF2B5EF4-FFF2-40B4-BE49-F238E27FC236}">
                <a16:creationId xmlns:a16="http://schemas.microsoft.com/office/drawing/2014/main" id="{9658ADCD-03EB-2B14-8BA4-3B6222630C3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993" y="4393158"/>
            <a:ext cx="333727" cy="467219"/>
          </a:xfrm>
          <a:prstGeom prst="rect">
            <a:avLst/>
          </a:prstGeom>
        </p:spPr>
      </p:pic>
      <p:pic>
        <p:nvPicPr>
          <p:cNvPr id="78" name="Picture 77" descr="Icon&#10;&#10;Description automatically generated">
            <a:extLst>
              <a:ext uri="{FF2B5EF4-FFF2-40B4-BE49-F238E27FC236}">
                <a16:creationId xmlns:a16="http://schemas.microsoft.com/office/drawing/2014/main" id="{238A2C57-D0F6-4BF6-53C3-E35AB67C816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817" y="4448158"/>
            <a:ext cx="415713" cy="37892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512AA1D9-8E55-386C-B4C0-A6F95CF5A48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677" y="1855155"/>
            <a:ext cx="198091" cy="297137"/>
          </a:xfrm>
          <a:prstGeom prst="rect">
            <a:avLst/>
          </a:prstGeom>
        </p:spPr>
      </p:pic>
      <p:pic>
        <p:nvPicPr>
          <p:cNvPr id="82" name="Picture 81" descr="Icon&#10;&#10;Description automatically generated">
            <a:extLst>
              <a:ext uri="{FF2B5EF4-FFF2-40B4-BE49-F238E27FC236}">
                <a16:creationId xmlns:a16="http://schemas.microsoft.com/office/drawing/2014/main" id="{E6595183-0FC4-D0C4-4277-FE151D5BD26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554" y="4344431"/>
            <a:ext cx="393640" cy="437787"/>
          </a:xfrm>
          <a:prstGeom prst="rect">
            <a:avLst/>
          </a:prstGeom>
        </p:spPr>
      </p:pic>
      <p:pic>
        <p:nvPicPr>
          <p:cNvPr id="84" name="Picture 83" descr="A black and white image of a person's face&#10;&#10;Description automatically generated with low confidence">
            <a:extLst>
              <a:ext uri="{FF2B5EF4-FFF2-40B4-BE49-F238E27FC236}">
                <a16:creationId xmlns:a16="http://schemas.microsoft.com/office/drawing/2014/main" id="{ED7FA844-C5FB-FD29-2DE7-8259DB909C3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67562" y="4392335"/>
            <a:ext cx="386444" cy="434749"/>
          </a:xfrm>
          <a:prstGeom prst="rect">
            <a:avLst/>
          </a:prstGeom>
        </p:spPr>
      </p:pic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A9535399-52C6-7E62-9A9A-C255B38AE05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781" y="4314998"/>
            <a:ext cx="467219" cy="467219"/>
          </a:xfrm>
          <a:prstGeom prst="rect">
            <a:avLst/>
          </a:prstGeom>
        </p:spPr>
      </p:pic>
      <p:pic>
        <p:nvPicPr>
          <p:cNvPr id="88" name="Picture 8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3655AFE-963B-479A-56EC-A4117A8FFD5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741" y="4348108"/>
            <a:ext cx="389961" cy="434108"/>
          </a:xfrm>
          <a:prstGeom prst="rect">
            <a:avLst/>
          </a:prstGeom>
        </p:spPr>
      </p:pic>
      <p:pic>
        <p:nvPicPr>
          <p:cNvPr id="90" name="Picture 89" descr="Icon&#10;&#10;Description automatically generated">
            <a:extLst>
              <a:ext uri="{FF2B5EF4-FFF2-40B4-BE49-F238E27FC236}">
                <a16:creationId xmlns:a16="http://schemas.microsoft.com/office/drawing/2014/main" id="{03713799-34E1-E9E5-5239-32EC9BBE510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606" y="3602039"/>
            <a:ext cx="360531" cy="360531"/>
          </a:xfrm>
          <a:prstGeom prst="rect">
            <a:avLst/>
          </a:prstGeom>
        </p:spPr>
      </p:pic>
      <p:pic>
        <p:nvPicPr>
          <p:cNvPr id="91" name="Picture 90" descr="Icon&#10;&#10;Description automatically generated">
            <a:extLst>
              <a:ext uri="{FF2B5EF4-FFF2-40B4-BE49-F238E27FC236}">
                <a16:creationId xmlns:a16="http://schemas.microsoft.com/office/drawing/2014/main" id="{CABD524E-3886-75B1-17B2-00C2435974C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55" y="2439471"/>
            <a:ext cx="366140" cy="373361"/>
          </a:xfrm>
          <a:prstGeom prst="rect">
            <a:avLst/>
          </a:prstGeom>
        </p:spPr>
      </p:pic>
      <p:pic>
        <p:nvPicPr>
          <p:cNvPr id="92" name="Picture 91" descr="Icon&#10;&#10;Description automatically generated">
            <a:extLst>
              <a:ext uri="{FF2B5EF4-FFF2-40B4-BE49-F238E27FC236}">
                <a16:creationId xmlns:a16="http://schemas.microsoft.com/office/drawing/2014/main" id="{B71C8792-30E3-854F-343F-88E0E9F455E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74" y="2462865"/>
            <a:ext cx="326540" cy="326565"/>
          </a:xfrm>
          <a:prstGeom prst="rect">
            <a:avLst/>
          </a:prstGeom>
        </p:spPr>
      </p:pic>
      <p:pic>
        <p:nvPicPr>
          <p:cNvPr id="93" name="Picture 92" descr="Icon&#10;&#10;Description automatically generated">
            <a:extLst>
              <a:ext uri="{FF2B5EF4-FFF2-40B4-BE49-F238E27FC236}">
                <a16:creationId xmlns:a16="http://schemas.microsoft.com/office/drawing/2014/main" id="{FDFC1852-4916-0B39-27C1-5158EEFF06F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750" y="1815556"/>
            <a:ext cx="366140" cy="376961"/>
          </a:xfrm>
          <a:prstGeom prst="rect">
            <a:avLst/>
          </a:prstGeom>
        </p:spPr>
      </p:pic>
      <p:pic>
        <p:nvPicPr>
          <p:cNvPr id="94" name="Picture 93" descr="Icon&#10;&#10;Description automatically generated">
            <a:extLst>
              <a:ext uri="{FF2B5EF4-FFF2-40B4-BE49-F238E27FC236}">
                <a16:creationId xmlns:a16="http://schemas.microsoft.com/office/drawing/2014/main" id="{9EB7F5D8-3684-2CF7-6B8B-7C8BF0B5265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56" y="1802959"/>
            <a:ext cx="408249" cy="405756"/>
          </a:xfrm>
          <a:prstGeom prst="rect">
            <a:avLst/>
          </a:prstGeom>
        </p:spPr>
      </p:pic>
      <p:pic>
        <p:nvPicPr>
          <p:cNvPr id="95" name="Picture 94" descr="Icon&#10;&#10;Description automatically generated">
            <a:extLst>
              <a:ext uri="{FF2B5EF4-FFF2-40B4-BE49-F238E27FC236}">
                <a16:creationId xmlns:a16="http://schemas.microsoft.com/office/drawing/2014/main" id="{BC6165FC-AD46-B47E-650D-3EEB24460D5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367" y="1828154"/>
            <a:ext cx="337339" cy="351763"/>
          </a:xfrm>
          <a:prstGeom prst="rect">
            <a:avLst/>
          </a:prstGeom>
        </p:spPr>
      </p:pic>
      <p:pic>
        <p:nvPicPr>
          <p:cNvPr id="96" name="Picture 95" descr="Icon&#10;&#10;Description automatically generated">
            <a:extLst>
              <a:ext uri="{FF2B5EF4-FFF2-40B4-BE49-F238E27FC236}">
                <a16:creationId xmlns:a16="http://schemas.microsoft.com/office/drawing/2014/main" id="{B55361DC-BE5D-FA81-A01D-473C5972B5B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278" y="1840754"/>
            <a:ext cx="319339" cy="3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4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1F52F3-0A0E-741B-3D72-036F20D3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50"/>
              <a:t>Images-Click on link to view approved images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46BBB-2763-13F3-8C62-D223AD6D0D46}"/>
              </a:ext>
            </a:extLst>
          </p:cNvPr>
          <p:cNvSpPr txBox="1"/>
          <p:nvPr/>
        </p:nvSpPr>
        <p:spPr>
          <a:xfrm>
            <a:off x="631496" y="264149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Illustrations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D28C-5531-DDAC-F43C-C43F58E5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1ED295-2E98-749E-85B9-90FCE319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50"/>
              <a:t>Heading</a:t>
            </a:r>
            <a:endParaRPr lang="en-US"/>
          </a:p>
        </p:txBody>
      </p:sp>
      <p:pic>
        <p:nvPicPr>
          <p:cNvPr id="7" name="Picture 6" descr="A green hexagon with black border&#10;&#10;Description automatically generated">
            <a:extLst>
              <a:ext uri="{FF2B5EF4-FFF2-40B4-BE49-F238E27FC236}">
                <a16:creationId xmlns:a16="http://schemas.microsoft.com/office/drawing/2014/main" id="{2EE90021-39A0-6796-9DCF-D6FF72982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533" y="1748558"/>
            <a:ext cx="872155" cy="872155"/>
          </a:xfrm>
          <a:prstGeom prst="rect">
            <a:avLst/>
          </a:prstGeom>
        </p:spPr>
      </p:pic>
      <p:pic>
        <p:nvPicPr>
          <p:cNvPr id="9" name="Picture 8" descr="A blue hexagon with black border&#10;&#10;Description automatically generated">
            <a:extLst>
              <a:ext uri="{FF2B5EF4-FFF2-40B4-BE49-F238E27FC236}">
                <a16:creationId xmlns:a16="http://schemas.microsoft.com/office/drawing/2014/main" id="{0154FCD9-400A-8D31-DF52-AB301364E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774" y="2870855"/>
            <a:ext cx="872155" cy="872155"/>
          </a:xfrm>
          <a:prstGeom prst="rect">
            <a:avLst/>
          </a:prstGeom>
        </p:spPr>
      </p:pic>
      <p:pic>
        <p:nvPicPr>
          <p:cNvPr id="11" name="Picture 10" descr="A blue hexagon with black border&#10;&#10;Description automatically generated">
            <a:extLst>
              <a:ext uri="{FF2B5EF4-FFF2-40B4-BE49-F238E27FC236}">
                <a16:creationId xmlns:a16="http://schemas.microsoft.com/office/drawing/2014/main" id="{1FDA0844-F3DD-9DE3-472F-7F7F353C3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680" y="3323544"/>
            <a:ext cx="872155" cy="872155"/>
          </a:xfrm>
          <a:prstGeom prst="rect">
            <a:avLst/>
          </a:prstGeom>
        </p:spPr>
      </p:pic>
      <p:pic>
        <p:nvPicPr>
          <p:cNvPr id="13" name="Picture 12" descr="A pink hexagon with black border&#10;&#10;Description automatically generated">
            <a:extLst>
              <a:ext uri="{FF2B5EF4-FFF2-40B4-BE49-F238E27FC236}">
                <a16:creationId xmlns:a16="http://schemas.microsoft.com/office/drawing/2014/main" id="{5CD69878-8760-19F3-79B9-B85BF32DC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680" y="2344780"/>
            <a:ext cx="872155" cy="872155"/>
          </a:xfrm>
          <a:prstGeom prst="rect">
            <a:avLst/>
          </a:prstGeom>
        </p:spPr>
      </p:pic>
      <p:pic>
        <p:nvPicPr>
          <p:cNvPr id="15" name="Picture 14" descr="A blue hexagon with black border&#10;&#10;Description automatically generated">
            <a:extLst>
              <a:ext uri="{FF2B5EF4-FFF2-40B4-BE49-F238E27FC236}">
                <a16:creationId xmlns:a16="http://schemas.microsoft.com/office/drawing/2014/main" id="{E4E886D9-16EA-8EE6-5D6C-92DE3CE40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533" y="3759622"/>
            <a:ext cx="872155" cy="872155"/>
          </a:xfrm>
          <a:prstGeom prst="rect">
            <a:avLst/>
          </a:prstGeom>
        </p:spPr>
      </p:pic>
      <p:pic>
        <p:nvPicPr>
          <p:cNvPr id="17" name="Picture 16" descr="A purple hexagon with black border&#10;&#10;Description automatically generated">
            <a:extLst>
              <a:ext uri="{FF2B5EF4-FFF2-40B4-BE49-F238E27FC236}">
                <a16:creationId xmlns:a16="http://schemas.microsoft.com/office/drawing/2014/main" id="{3CDCE387-C1B2-8BC6-2859-8073C2618D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533" y="2780858"/>
            <a:ext cx="872155" cy="872155"/>
          </a:xfrm>
          <a:prstGeom prst="rect">
            <a:avLst/>
          </a:prstGeom>
        </p:spPr>
      </p:pic>
      <p:pic>
        <p:nvPicPr>
          <p:cNvPr id="19" name="Picture 18" descr="A black and purple background&#10;&#10;Description automatically generated">
            <a:extLst>
              <a:ext uri="{FF2B5EF4-FFF2-40B4-BE49-F238E27FC236}">
                <a16:creationId xmlns:a16="http://schemas.microsoft.com/office/drawing/2014/main" id="{15742CB2-EBAA-D67D-5DEB-6E7BC35BCE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779" y="3120374"/>
            <a:ext cx="811118" cy="256578"/>
          </a:xfrm>
          <a:prstGeom prst="rect">
            <a:avLst/>
          </a:prstGeom>
        </p:spPr>
      </p:pic>
      <p:sp>
        <p:nvSpPr>
          <p:cNvPr id="29" name="Title 3">
            <a:extLst>
              <a:ext uri="{FF2B5EF4-FFF2-40B4-BE49-F238E27FC236}">
                <a16:creationId xmlns:a16="http://schemas.microsoft.com/office/drawing/2014/main" id="{E2162F68-4E61-28BF-A7EF-2A4A74B52025}"/>
              </a:ext>
            </a:extLst>
          </p:cNvPr>
          <p:cNvSpPr txBox="1">
            <a:spLocks/>
          </p:cNvSpPr>
          <p:nvPr/>
        </p:nvSpPr>
        <p:spPr>
          <a:xfrm>
            <a:off x="1757357" y="2097038"/>
            <a:ext cx="489904" cy="33405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79250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72" kern="1200" spc="312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>
                <a:solidFill>
                  <a:schemeClr val="bg1"/>
                </a:solidFill>
              </a:rPr>
              <a:t>IAM</a:t>
            </a:r>
            <a:endParaRPr lang="en-US" sz="1400" spc="0">
              <a:solidFill>
                <a:schemeClr val="bg1"/>
              </a:solidFill>
            </a:endParaRPr>
          </a:p>
        </p:txBody>
      </p:sp>
      <p:pic>
        <p:nvPicPr>
          <p:cNvPr id="33" name="Picture 32" descr="A black background with purple border&#10;&#10;Description automatically generated">
            <a:extLst>
              <a:ext uri="{FF2B5EF4-FFF2-40B4-BE49-F238E27FC236}">
                <a16:creationId xmlns:a16="http://schemas.microsoft.com/office/drawing/2014/main" id="{64FF0B61-D13C-AE2D-81EB-45913599F5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928" y="2817816"/>
            <a:ext cx="3467100" cy="825500"/>
          </a:xfrm>
          <a:prstGeom prst="rect">
            <a:avLst/>
          </a:prstGeom>
        </p:spPr>
      </p:pic>
      <p:pic>
        <p:nvPicPr>
          <p:cNvPr id="35" name="Picture 34" descr="A triangle with purple lines on it&#10;&#10;Description automatically generated">
            <a:extLst>
              <a:ext uri="{FF2B5EF4-FFF2-40B4-BE49-F238E27FC236}">
                <a16:creationId xmlns:a16="http://schemas.microsoft.com/office/drawing/2014/main" id="{306E1A98-91FB-E70E-AB23-98AA4FB59E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66" y="1315101"/>
            <a:ext cx="3530106" cy="36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6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B69-019D-57D4-47B3-36529385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</a:t>
            </a:r>
            <a:endParaRPr lang="en-IN"/>
          </a:p>
        </p:txBody>
      </p:sp>
      <p:pic>
        <p:nvPicPr>
          <p:cNvPr id="3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B8C8F0AC-BC2C-A0FE-1DA7-484C0A67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41" y="700079"/>
            <a:ext cx="1801424" cy="313012"/>
          </a:xfrm>
          <a:prstGeom prst="rect">
            <a:avLst/>
          </a:prstGeom>
        </p:spPr>
      </p:pic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3DF231D0-655F-B997-99EB-DF4853B3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27" y="702181"/>
            <a:ext cx="5455637" cy="315724"/>
          </a:xfrm>
          <a:prstGeom prst="rect">
            <a:avLst/>
          </a:prstGeom>
        </p:spPr>
      </p:pic>
      <p:pic>
        <p:nvPicPr>
          <p:cNvPr id="7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6553C48B-9B49-FD51-CCAC-72087B225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993" y="701697"/>
            <a:ext cx="1813556" cy="3171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076ACA-1B82-AC95-872F-3362E55F2C95}"/>
              </a:ext>
            </a:extLst>
          </p:cNvPr>
          <p:cNvSpPr/>
          <p:nvPr/>
        </p:nvSpPr>
        <p:spPr>
          <a:xfrm>
            <a:off x="915223" y="701362"/>
            <a:ext cx="1801636" cy="46380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543AF-6789-4128-5757-BAA5B79E4A0A}"/>
              </a:ext>
            </a:extLst>
          </p:cNvPr>
          <p:cNvSpPr/>
          <p:nvPr/>
        </p:nvSpPr>
        <p:spPr>
          <a:xfrm>
            <a:off x="2815710" y="701575"/>
            <a:ext cx="5455638" cy="46378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D03BCE-C8FA-352C-5AC5-72210EBDE417}"/>
              </a:ext>
            </a:extLst>
          </p:cNvPr>
          <p:cNvSpPr/>
          <p:nvPr/>
        </p:nvSpPr>
        <p:spPr>
          <a:xfrm>
            <a:off x="8374077" y="3211372"/>
            <a:ext cx="1815841" cy="212295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3E15E-72BE-9E4B-04ED-CA22D1D6CFFE}"/>
              </a:ext>
            </a:extLst>
          </p:cNvPr>
          <p:cNvSpPr/>
          <p:nvPr/>
        </p:nvSpPr>
        <p:spPr>
          <a:xfrm>
            <a:off x="8374076" y="701362"/>
            <a:ext cx="1813553" cy="2383463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02B1B-401B-14A2-C140-CBADFD43289E}"/>
              </a:ext>
            </a:extLst>
          </p:cNvPr>
          <p:cNvSpPr/>
          <p:nvPr/>
        </p:nvSpPr>
        <p:spPr>
          <a:xfrm>
            <a:off x="915226" y="5403118"/>
            <a:ext cx="9272403" cy="50513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3F4AF-7068-F932-ABED-2B3B8B643298}"/>
              </a:ext>
            </a:extLst>
          </p:cNvPr>
          <p:cNvSpPr/>
          <p:nvPr/>
        </p:nvSpPr>
        <p:spPr>
          <a:xfrm>
            <a:off x="1013278" y="3642979"/>
            <a:ext cx="1613087" cy="52132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323F28-9AB8-3B00-6EC8-D5106DE6D81B}"/>
              </a:ext>
            </a:extLst>
          </p:cNvPr>
          <p:cNvSpPr/>
          <p:nvPr/>
        </p:nvSpPr>
        <p:spPr>
          <a:xfrm>
            <a:off x="1016523" y="1669284"/>
            <a:ext cx="1613087" cy="452752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62A5E-8630-830C-0F86-CBA5206641D7}"/>
              </a:ext>
            </a:extLst>
          </p:cNvPr>
          <p:cNvSpPr/>
          <p:nvPr/>
        </p:nvSpPr>
        <p:spPr>
          <a:xfrm>
            <a:off x="1015957" y="2171920"/>
            <a:ext cx="1613087" cy="68756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02CF35-62C3-9405-95A8-A147881CFEAF}"/>
              </a:ext>
            </a:extLst>
          </p:cNvPr>
          <p:cNvSpPr/>
          <p:nvPr/>
        </p:nvSpPr>
        <p:spPr>
          <a:xfrm>
            <a:off x="1013277" y="2911622"/>
            <a:ext cx="1613087" cy="6910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5CB46C-F4D4-5468-7230-1A3930A94CCA}"/>
              </a:ext>
            </a:extLst>
          </p:cNvPr>
          <p:cNvSpPr/>
          <p:nvPr/>
        </p:nvSpPr>
        <p:spPr>
          <a:xfrm>
            <a:off x="1016733" y="4210027"/>
            <a:ext cx="1613087" cy="51095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12990C0-A0BA-F3BA-6B82-CFA9EA40C687}"/>
              </a:ext>
            </a:extLst>
          </p:cNvPr>
          <p:cNvSpPr/>
          <p:nvPr/>
        </p:nvSpPr>
        <p:spPr>
          <a:xfrm>
            <a:off x="1013277" y="4777074"/>
            <a:ext cx="1613087" cy="51095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37201C-DFC2-E5F9-BD64-854729B79364}"/>
              </a:ext>
            </a:extLst>
          </p:cNvPr>
          <p:cNvSpPr/>
          <p:nvPr/>
        </p:nvSpPr>
        <p:spPr>
          <a:xfrm>
            <a:off x="2915160" y="1145687"/>
            <a:ext cx="5278135" cy="42163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4CE64F3-0EC8-C5E5-8DFA-6AC0A705F8A2}"/>
              </a:ext>
            </a:extLst>
          </p:cNvPr>
          <p:cNvSpPr/>
          <p:nvPr/>
        </p:nvSpPr>
        <p:spPr>
          <a:xfrm>
            <a:off x="1016945" y="1145689"/>
            <a:ext cx="1613087" cy="47004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62" name="Picture 9">
            <a:extLst>
              <a:ext uri="{FF2B5EF4-FFF2-40B4-BE49-F238E27FC236}">
                <a16:creationId xmlns:a16="http://schemas.microsoft.com/office/drawing/2014/main" id="{A7A06B22-0632-F206-21E0-26F1D8949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362" y="857503"/>
            <a:ext cx="337539" cy="332035"/>
          </a:xfrm>
          <a:prstGeom prst="rect">
            <a:avLst/>
          </a:prstGeom>
        </p:spPr>
      </p:pic>
      <p:pic>
        <p:nvPicPr>
          <p:cNvPr id="63" name="Picture 15" descr="Icon&#10;&#10;Description automatically generated">
            <a:extLst>
              <a:ext uri="{FF2B5EF4-FFF2-40B4-BE49-F238E27FC236}">
                <a16:creationId xmlns:a16="http://schemas.microsoft.com/office/drawing/2014/main" id="{17A0C2DB-3279-FAFF-9D9F-49A959D5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830" y="935925"/>
            <a:ext cx="174272" cy="182528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1CBAFA0E-1349-8309-DB66-24F5AE0CD4FA}"/>
              </a:ext>
            </a:extLst>
          </p:cNvPr>
          <p:cNvSpPr/>
          <p:nvPr/>
        </p:nvSpPr>
        <p:spPr>
          <a:xfrm>
            <a:off x="8569740" y="1113983"/>
            <a:ext cx="1439887" cy="187772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0B8885F-B89E-913A-0409-2CB5C15D9940}"/>
              </a:ext>
            </a:extLst>
          </p:cNvPr>
          <p:cNvSpPr/>
          <p:nvPr/>
        </p:nvSpPr>
        <p:spPr>
          <a:xfrm>
            <a:off x="2915292" y="1614029"/>
            <a:ext cx="5278135" cy="63600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72" name="Picture 10">
            <a:extLst>
              <a:ext uri="{FF2B5EF4-FFF2-40B4-BE49-F238E27FC236}">
                <a16:creationId xmlns:a16="http://schemas.microsoft.com/office/drawing/2014/main" id="{EAEAED9C-B6BF-B0D6-0824-9AE69DE825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972" y="857503"/>
            <a:ext cx="328367" cy="332035"/>
          </a:xfrm>
          <a:prstGeom prst="rect">
            <a:avLst/>
          </a:prstGeom>
        </p:spPr>
      </p:pic>
      <p:pic>
        <p:nvPicPr>
          <p:cNvPr id="73" name="Picture 13">
            <a:extLst>
              <a:ext uri="{FF2B5EF4-FFF2-40B4-BE49-F238E27FC236}">
                <a16:creationId xmlns:a16="http://schemas.microsoft.com/office/drawing/2014/main" id="{16C32ACF-F02F-5179-F1F1-C4E43C6FE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0733" y="969863"/>
            <a:ext cx="160515" cy="147672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E32EE40A-FFDD-065A-8942-77852B08568A}"/>
              </a:ext>
            </a:extLst>
          </p:cNvPr>
          <p:cNvSpPr/>
          <p:nvPr/>
        </p:nvSpPr>
        <p:spPr>
          <a:xfrm>
            <a:off x="8566625" y="3668356"/>
            <a:ext cx="1443001" cy="160047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77" name="Picture 6" descr="Shape&#10;&#10;Description automatically generated">
            <a:extLst>
              <a:ext uri="{FF2B5EF4-FFF2-40B4-BE49-F238E27FC236}">
                <a16:creationId xmlns:a16="http://schemas.microsoft.com/office/drawing/2014/main" id="{B0D8B72D-1C11-DC18-8FD6-7A5CE9D584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4993" y="3211497"/>
            <a:ext cx="1813556" cy="317112"/>
          </a:xfrm>
          <a:prstGeom prst="rect">
            <a:avLst/>
          </a:prstGeom>
        </p:spPr>
      </p:pic>
      <p:pic>
        <p:nvPicPr>
          <p:cNvPr id="78" name="Picture 8">
            <a:extLst>
              <a:ext uri="{FF2B5EF4-FFF2-40B4-BE49-F238E27FC236}">
                <a16:creationId xmlns:a16="http://schemas.microsoft.com/office/drawing/2014/main" id="{D8ACE4E3-2BB1-42D0-07C0-3DAE577C11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1392" y="3366382"/>
            <a:ext cx="319193" cy="319193"/>
          </a:xfrm>
          <a:prstGeom prst="rect">
            <a:avLst/>
          </a:prstGeom>
        </p:spPr>
      </p:pic>
      <p:pic>
        <p:nvPicPr>
          <p:cNvPr id="79" name="Picture 12" descr="Icon&#10;&#10;Description automatically generated">
            <a:extLst>
              <a:ext uri="{FF2B5EF4-FFF2-40B4-BE49-F238E27FC236}">
                <a16:creationId xmlns:a16="http://schemas.microsoft.com/office/drawing/2014/main" id="{3BF56055-E5B6-665E-E5E9-373B0B5516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9902" y="3456728"/>
            <a:ext cx="142171" cy="142171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B383EC07-E529-5E66-BE3C-9778DCAE7982}"/>
              </a:ext>
            </a:extLst>
          </p:cNvPr>
          <p:cNvSpPr/>
          <p:nvPr/>
        </p:nvSpPr>
        <p:spPr>
          <a:xfrm>
            <a:off x="2915292" y="2296736"/>
            <a:ext cx="5278135" cy="60830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FACF717-C081-0856-27D8-A6825603D6F8}"/>
              </a:ext>
            </a:extLst>
          </p:cNvPr>
          <p:cNvSpPr/>
          <p:nvPr/>
        </p:nvSpPr>
        <p:spPr>
          <a:xfrm>
            <a:off x="2912527" y="2951746"/>
            <a:ext cx="5278135" cy="49007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8023617-ECC0-BC25-8AA2-88A2E1998494}"/>
              </a:ext>
            </a:extLst>
          </p:cNvPr>
          <p:cNvSpPr/>
          <p:nvPr/>
        </p:nvSpPr>
        <p:spPr>
          <a:xfrm>
            <a:off x="2915160" y="3488527"/>
            <a:ext cx="5278135" cy="75804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5C400E7-AFE8-9CF3-C2F1-AE7C19F83F2E}"/>
              </a:ext>
            </a:extLst>
          </p:cNvPr>
          <p:cNvSpPr/>
          <p:nvPr/>
        </p:nvSpPr>
        <p:spPr>
          <a:xfrm>
            <a:off x="2925735" y="4293279"/>
            <a:ext cx="5278135" cy="50899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CF09876-A460-1CDB-CFB3-5915EE326D10}"/>
              </a:ext>
            </a:extLst>
          </p:cNvPr>
          <p:cNvSpPr/>
          <p:nvPr/>
        </p:nvSpPr>
        <p:spPr>
          <a:xfrm>
            <a:off x="2919132" y="4848981"/>
            <a:ext cx="5278135" cy="4380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151" name="Picture 11">
            <a:extLst>
              <a:ext uri="{FF2B5EF4-FFF2-40B4-BE49-F238E27FC236}">
                <a16:creationId xmlns:a16="http://schemas.microsoft.com/office/drawing/2014/main" id="{AFC8D26D-A65F-A9BE-E2FC-F4B75B1AE7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1446" y="861173"/>
            <a:ext cx="332035" cy="332035"/>
          </a:xfrm>
          <a:prstGeom prst="rect">
            <a:avLst/>
          </a:prstGeom>
        </p:spPr>
      </p:pic>
      <p:pic>
        <p:nvPicPr>
          <p:cNvPr id="152" name="Picture 14" descr="A picture containing text, monitor, television, screen&#10;&#10;Description automatically generated">
            <a:extLst>
              <a:ext uri="{FF2B5EF4-FFF2-40B4-BE49-F238E27FC236}">
                <a16:creationId xmlns:a16="http://schemas.microsoft.com/office/drawing/2014/main" id="{68A5901B-C92F-BF3B-7096-6657028398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785" y="954729"/>
            <a:ext cx="173355" cy="1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57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B69-019D-57D4-47B3-36529385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</a:t>
            </a:r>
            <a:endParaRPr lang="en-IN"/>
          </a:p>
        </p:txBody>
      </p:sp>
      <p:pic>
        <p:nvPicPr>
          <p:cNvPr id="3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B8C8F0AC-BC2C-A0FE-1DA7-484C0A67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41" y="700078"/>
            <a:ext cx="1801424" cy="447186"/>
          </a:xfrm>
          <a:prstGeom prst="rect">
            <a:avLst/>
          </a:prstGeom>
        </p:spPr>
      </p:pic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3DF231D0-655F-B997-99EB-DF4853B3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988" y="700082"/>
            <a:ext cx="1801423" cy="447812"/>
          </a:xfrm>
          <a:prstGeom prst="rect">
            <a:avLst/>
          </a:prstGeom>
        </p:spPr>
      </p:pic>
      <p:pic>
        <p:nvPicPr>
          <p:cNvPr id="7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6553C48B-9B49-FD51-CCAC-72087B225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442" y="705490"/>
            <a:ext cx="1813556" cy="440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076ACA-1B82-AC95-872F-3362E55F2C95}"/>
              </a:ext>
            </a:extLst>
          </p:cNvPr>
          <p:cNvSpPr/>
          <p:nvPr/>
        </p:nvSpPr>
        <p:spPr>
          <a:xfrm>
            <a:off x="581523" y="701362"/>
            <a:ext cx="9361476" cy="46380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62" name="Picture 9">
            <a:extLst>
              <a:ext uri="{FF2B5EF4-FFF2-40B4-BE49-F238E27FC236}">
                <a16:creationId xmlns:a16="http://schemas.microsoft.com/office/drawing/2014/main" id="{A7A06B22-0632-F206-21E0-26F1D8949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913" y="987491"/>
            <a:ext cx="337539" cy="332035"/>
          </a:xfrm>
          <a:prstGeom prst="rect">
            <a:avLst/>
          </a:prstGeom>
        </p:spPr>
      </p:pic>
      <p:pic>
        <p:nvPicPr>
          <p:cNvPr id="63" name="Picture 15" descr="Icon&#10;&#10;Description automatically generated">
            <a:extLst>
              <a:ext uri="{FF2B5EF4-FFF2-40B4-BE49-F238E27FC236}">
                <a16:creationId xmlns:a16="http://schemas.microsoft.com/office/drawing/2014/main" id="{17A0C2DB-3279-FAFF-9D9F-49A959D5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7382" y="1065912"/>
            <a:ext cx="174272" cy="182528"/>
          </a:xfrm>
          <a:prstGeom prst="rect">
            <a:avLst/>
          </a:prstGeom>
        </p:spPr>
      </p:pic>
      <p:pic>
        <p:nvPicPr>
          <p:cNvPr id="72" name="Picture 10">
            <a:extLst>
              <a:ext uri="{FF2B5EF4-FFF2-40B4-BE49-F238E27FC236}">
                <a16:creationId xmlns:a16="http://schemas.microsoft.com/office/drawing/2014/main" id="{EAEAED9C-B6BF-B0D6-0824-9AE69DE825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730" y="970719"/>
            <a:ext cx="328367" cy="332035"/>
          </a:xfrm>
          <a:prstGeom prst="rect">
            <a:avLst/>
          </a:prstGeom>
        </p:spPr>
      </p:pic>
      <p:pic>
        <p:nvPicPr>
          <p:cNvPr id="73" name="Picture 13">
            <a:extLst>
              <a:ext uri="{FF2B5EF4-FFF2-40B4-BE49-F238E27FC236}">
                <a16:creationId xmlns:a16="http://schemas.microsoft.com/office/drawing/2014/main" id="{16C32ACF-F02F-5179-F1F1-C4E43C6FE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8491" y="1083077"/>
            <a:ext cx="160515" cy="147672"/>
          </a:xfrm>
          <a:prstGeom prst="rect">
            <a:avLst/>
          </a:prstGeom>
        </p:spPr>
      </p:pic>
      <p:pic>
        <p:nvPicPr>
          <p:cNvPr id="77" name="Picture 6" descr="Shape&#10;&#10;Description automatically generated">
            <a:extLst>
              <a:ext uri="{FF2B5EF4-FFF2-40B4-BE49-F238E27FC236}">
                <a16:creationId xmlns:a16="http://schemas.microsoft.com/office/drawing/2014/main" id="{B0D8B72D-1C11-DC18-8FD6-7A5CE9D584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888" y="699454"/>
            <a:ext cx="1813556" cy="447812"/>
          </a:xfrm>
          <a:prstGeom prst="rect">
            <a:avLst/>
          </a:prstGeom>
        </p:spPr>
      </p:pic>
      <p:pic>
        <p:nvPicPr>
          <p:cNvPr id="78" name="Picture 8">
            <a:extLst>
              <a:ext uri="{FF2B5EF4-FFF2-40B4-BE49-F238E27FC236}">
                <a16:creationId xmlns:a16="http://schemas.microsoft.com/office/drawing/2014/main" id="{D8ACE4E3-2BB1-42D0-07C0-3DAE577C11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289" y="996141"/>
            <a:ext cx="319193" cy="319193"/>
          </a:xfrm>
          <a:prstGeom prst="rect">
            <a:avLst/>
          </a:prstGeom>
        </p:spPr>
      </p:pic>
      <p:pic>
        <p:nvPicPr>
          <p:cNvPr id="79" name="Picture 12" descr="Icon&#10;&#10;Description automatically generated">
            <a:extLst>
              <a:ext uri="{FF2B5EF4-FFF2-40B4-BE49-F238E27FC236}">
                <a16:creationId xmlns:a16="http://schemas.microsoft.com/office/drawing/2014/main" id="{3BF56055-E5B6-665E-E5E9-373B0B5516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799" y="1086488"/>
            <a:ext cx="142171" cy="142171"/>
          </a:xfrm>
          <a:prstGeom prst="rect">
            <a:avLst/>
          </a:prstGeom>
        </p:spPr>
      </p:pic>
      <p:pic>
        <p:nvPicPr>
          <p:cNvPr id="151" name="Picture 11">
            <a:extLst>
              <a:ext uri="{FF2B5EF4-FFF2-40B4-BE49-F238E27FC236}">
                <a16:creationId xmlns:a16="http://schemas.microsoft.com/office/drawing/2014/main" id="{AFC8D26D-A65F-A9BE-E2FC-F4B75B1AE7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1446" y="995347"/>
            <a:ext cx="332035" cy="332035"/>
          </a:xfrm>
          <a:prstGeom prst="rect">
            <a:avLst/>
          </a:prstGeom>
        </p:spPr>
      </p:pic>
      <p:pic>
        <p:nvPicPr>
          <p:cNvPr id="152" name="Picture 14" descr="A picture containing text, monitor, television, screen&#10;&#10;Description automatically generated">
            <a:extLst>
              <a:ext uri="{FF2B5EF4-FFF2-40B4-BE49-F238E27FC236}">
                <a16:creationId xmlns:a16="http://schemas.microsoft.com/office/drawing/2014/main" id="{68A5901B-C92F-BF3B-7096-6657028398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785" y="1088903"/>
            <a:ext cx="173355" cy="148591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C44DB02-C3DA-F06E-124D-23050312A2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0532" y="717884"/>
            <a:ext cx="1801424" cy="440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09AD1-3F33-9DBD-EF63-8DDE06A8BD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2887" y="995346"/>
            <a:ext cx="319195" cy="319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92D96E-171B-B959-2B75-E018D7EF2D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4138" y="1106435"/>
            <a:ext cx="152503" cy="11615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11E431-B982-D71A-0272-63C91FE3A49F}"/>
              </a:ext>
            </a:extLst>
          </p:cNvPr>
          <p:cNvCxnSpPr/>
          <p:nvPr/>
        </p:nvCxnSpPr>
        <p:spPr>
          <a:xfrm>
            <a:off x="2715984" y="699453"/>
            <a:ext cx="0" cy="4639979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F534C0-09A4-B758-6954-F6509886E5A2}"/>
              </a:ext>
            </a:extLst>
          </p:cNvPr>
          <p:cNvCxnSpPr/>
          <p:nvPr/>
        </p:nvCxnSpPr>
        <p:spPr>
          <a:xfrm>
            <a:off x="4517408" y="699453"/>
            <a:ext cx="0" cy="4639979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3A6023-89B9-0DAA-D6CC-A6FFA322549A}"/>
              </a:ext>
            </a:extLst>
          </p:cNvPr>
          <p:cNvCxnSpPr/>
          <p:nvPr/>
        </p:nvCxnSpPr>
        <p:spPr>
          <a:xfrm>
            <a:off x="6315888" y="699453"/>
            <a:ext cx="0" cy="4639979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60CC87-0554-671D-A843-72C800D1CD54}"/>
              </a:ext>
            </a:extLst>
          </p:cNvPr>
          <p:cNvCxnSpPr/>
          <p:nvPr/>
        </p:nvCxnSpPr>
        <p:spPr>
          <a:xfrm>
            <a:off x="8129443" y="699453"/>
            <a:ext cx="0" cy="4639979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B8AEDD9-3CDC-7CDE-8E0D-D6FC8645C8DD}"/>
              </a:ext>
            </a:extLst>
          </p:cNvPr>
          <p:cNvSpPr/>
          <p:nvPr/>
        </p:nvSpPr>
        <p:spPr>
          <a:xfrm>
            <a:off x="581522" y="699454"/>
            <a:ext cx="335980" cy="46380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/>
          </a:p>
        </p:txBody>
      </p:sp>
    </p:spTree>
    <p:extLst>
      <p:ext uri="{BB962C8B-B14F-4D97-AF65-F5344CB8AC3E}">
        <p14:creationId xmlns:p14="http://schemas.microsoft.com/office/powerpoint/2010/main" val="246813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CD7F-6678-1164-6A58-094E3902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</a:t>
            </a:r>
            <a:endParaRPr lang="en-IN"/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35CE3F13-6A30-4FF0-F813-7E2AAEB73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14" y="1939986"/>
            <a:ext cx="6711515" cy="1739475"/>
          </a:xfrm>
          <a:prstGeom prst="rect">
            <a:avLst/>
          </a:prstGeom>
        </p:spPr>
      </p:pic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id="{37233791-C6DD-B9C6-10DA-08A44A88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015" y="4826557"/>
            <a:ext cx="6711019" cy="970015"/>
          </a:xfrm>
          <a:prstGeom prst="rect">
            <a:avLst/>
          </a:prstGeom>
        </p:spPr>
      </p:pic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0457C091-8CCC-C819-F381-60432B231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014" y="3813444"/>
            <a:ext cx="6707563" cy="928524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61A85AA4-24CE-1D3F-DAB6-72A2E4C6D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014" y="763993"/>
            <a:ext cx="6707563" cy="1112384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ED66F74-60EA-9AB3-68E7-89D74F351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014" y="764783"/>
            <a:ext cx="6704464" cy="385200"/>
          </a:xfrm>
          <a:prstGeom prst="rect">
            <a:avLst/>
          </a:prstGeom>
        </p:spPr>
      </p:pic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5595DB57-686A-B5B4-5A7F-5D98AE5B8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014" y="1938627"/>
            <a:ext cx="6709043" cy="361776"/>
          </a:xfrm>
          <a:prstGeom prst="rect">
            <a:avLst/>
          </a:prstGeom>
        </p:spPr>
      </p:pic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FA2385EB-3B61-B7B4-79EC-07C36D80E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014" y="3814832"/>
            <a:ext cx="6707563" cy="361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86B359-A01B-D111-251D-B85FC4534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1619" y="2165107"/>
            <a:ext cx="270164" cy="270164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D3CB413C-F1FD-F2A9-85D7-458F4B88B4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014" y="4827401"/>
            <a:ext cx="6707563" cy="329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C67B50-EAC8-7F17-F16E-C532CF61B9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2877" y="990649"/>
            <a:ext cx="258909" cy="2701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54EB8C-0395-DBDD-BFEC-72F1F70508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1621" y="4041313"/>
            <a:ext cx="270167" cy="2701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909FC4-DEA3-0971-98E8-B344E4A958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1619" y="4990635"/>
            <a:ext cx="270164" cy="270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7D154A-896C-4D5E-1EBF-4AE03C7CFA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29405" y="5069434"/>
            <a:ext cx="139587" cy="1163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547CE-84FC-DED3-0A1D-6618090B22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0288" y="4127240"/>
            <a:ext cx="129079" cy="98311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245B4F43-3136-662A-A4BC-583A9A3DB8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6533" y="1058768"/>
            <a:ext cx="140336" cy="145591"/>
          </a:xfrm>
          <a:prstGeom prst="rect">
            <a:avLst/>
          </a:prstGeom>
        </p:spPr>
      </p:pic>
      <p:pic>
        <p:nvPicPr>
          <p:cNvPr id="20" name="Picture 19" descr="A picture containing qr code&#10;&#10;Description automatically generated">
            <a:extLst>
              <a:ext uri="{FF2B5EF4-FFF2-40B4-BE49-F238E27FC236}">
                <a16:creationId xmlns:a16="http://schemas.microsoft.com/office/drawing/2014/main" id="{F687E949-7122-347B-7708-E52588A35F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14774" y="2217640"/>
            <a:ext cx="161349" cy="135084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41A25982-5639-EC02-034D-5D298A34395A}"/>
              </a:ext>
            </a:extLst>
          </p:cNvPr>
          <p:cNvSpPr/>
          <p:nvPr/>
        </p:nvSpPr>
        <p:spPr>
          <a:xfrm>
            <a:off x="1184818" y="2513655"/>
            <a:ext cx="909363" cy="675493"/>
          </a:xfrm>
          <a:prstGeom prst="rect">
            <a:avLst/>
          </a:prstGeom>
          <a:noFill/>
          <a:ln>
            <a:solidFill>
              <a:srgbClr val="49A67F">
                <a:alpha val="65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EB19096-2DEC-4BAE-56C1-2507123894EC}"/>
              </a:ext>
            </a:extLst>
          </p:cNvPr>
          <p:cNvCxnSpPr>
            <a:cxnSpLocks/>
          </p:cNvCxnSpPr>
          <p:nvPr/>
        </p:nvCxnSpPr>
        <p:spPr>
          <a:xfrm flipV="1">
            <a:off x="2095941" y="2865856"/>
            <a:ext cx="399217" cy="9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557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A25DA-17BA-E4CE-5D08-45D140CA6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</a:t>
            </a:r>
            <a:fld id="{5693902F-D8FF-914C-998A-ABB2ED9E1606}" type="slidenum">
              <a:rPr lang="en-US" dirty="0" smtClean="0"/>
              <a:pPr/>
              <a:t>13</a:t>
            </a:fld>
            <a:endParaRPr lang="en-US"/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DEBC718E-138E-A5DC-DC6A-6D910A09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80" y="33481"/>
            <a:ext cx="10175709" cy="371169"/>
          </a:xfrm>
        </p:spPr>
        <p:txBody>
          <a:bodyPr/>
          <a:lstStyle/>
          <a:p>
            <a:r>
              <a:rPr lang="en-IN"/>
              <a:t>Template</a:t>
            </a:r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237AC31E-5BF4-2928-EEF0-73B8A397D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008" y="2160356"/>
            <a:ext cx="1149648" cy="1339159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56AC746-3FD9-711D-4E3F-D97DB421B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349" y="2179479"/>
            <a:ext cx="1149660" cy="133915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6AEEF48-BFC5-2123-E279-DCDDA42E6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811" y="2184211"/>
            <a:ext cx="1149660" cy="1339159"/>
          </a:xfrm>
          <a:prstGeom prst="rect">
            <a:avLst/>
          </a:prstGeom>
          <a:ln>
            <a:noFill/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535C406-380A-7CDC-A944-2EEDE1C1F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117" y="2184211"/>
            <a:ext cx="1149648" cy="133915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20D8FB0F-32A6-4819-19E1-376A462B0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99" y="2168193"/>
            <a:ext cx="1142468" cy="133915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6AD5277-162D-02FE-C678-BEFB425871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t="29654" r="-418" b="23721"/>
          <a:stretch/>
        </p:blipFill>
        <p:spPr>
          <a:xfrm>
            <a:off x="2777476" y="3969687"/>
            <a:ext cx="3328512" cy="1488168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C889299-F77C-227C-F05D-43DBE8300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9" y="1124534"/>
            <a:ext cx="1232263" cy="53150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E26CAF33-E387-632C-9229-5670ABF86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975" y="1124534"/>
            <a:ext cx="1232263" cy="53150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4E06D082-E2DF-1F0C-1207-DFDC1F0B2F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093" y="1124534"/>
            <a:ext cx="1232263" cy="53150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DA0272BD-A879-E14B-840B-1C3D214CC0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09" y="1124534"/>
            <a:ext cx="1232263" cy="53150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63D6AE67-9F32-53DB-09DA-9D6FE150FF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26" y="1124534"/>
            <a:ext cx="1232263" cy="531507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4EDCF9C-85CF-7D98-5021-6E92CB5B55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444" y="1111951"/>
            <a:ext cx="1324311" cy="531507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1A20618-1C30-C554-B895-A6588FBFEA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69981" y="2393577"/>
            <a:ext cx="519139" cy="56777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72591CB-0A61-779C-A610-A9BA536820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127337" y="2421125"/>
            <a:ext cx="470205" cy="512959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8A3D1195-367B-0C03-B03F-B9C4FFB65C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18570" y="2410735"/>
            <a:ext cx="483951" cy="528619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CB6CBC0C-E027-AB13-5921-E3D0A7EE7F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9389" y="2433664"/>
            <a:ext cx="486727" cy="527684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67EA9044-D0DB-8295-2F4D-FDA70E1F56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4779" y="2404930"/>
            <a:ext cx="445861" cy="491427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90FD6F7E-32D6-A074-8ABD-3C5BDEBD2DE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25020" y="4472039"/>
            <a:ext cx="113535" cy="168345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523DC09D-7FA2-3B28-F342-1D46971B57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611" y="1014904"/>
            <a:ext cx="1691583" cy="8272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74D0AC7C-1DA3-6BFE-B57A-EDFB463747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613" y="2202380"/>
            <a:ext cx="1687759" cy="73174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A453A108-BCEE-25BF-F689-E2DE5FAF4F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613" y="3130393"/>
            <a:ext cx="1687759" cy="727920"/>
          </a:xfrm>
          <a:prstGeom prst="rect">
            <a:avLst/>
          </a:prstGeom>
        </p:spPr>
      </p:pic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ECEA4280-9484-8DF2-3294-48D9C661DC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613" y="4188699"/>
            <a:ext cx="1687759" cy="73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2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93038-21ED-C3C3-FC58-0232836B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835">
                <a:ea typeface="+mj-lt"/>
                <a:cs typeface="+mj-lt"/>
              </a:rPr>
              <a:t>Template</a:t>
            </a:r>
            <a:endParaRPr lang="en-GB" sz="1835">
              <a:cs typeface="Calibri Ligh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DDA67F6-ECFE-CE11-5FA9-C0B9B87B5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21" y="919182"/>
            <a:ext cx="1418667" cy="5728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0E7179-9C26-8D24-4271-D9BB0DDA4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28" y="921074"/>
            <a:ext cx="1418667" cy="5728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0BD26E9-566C-5A4E-627B-D4341DF9E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845" y="751294"/>
            <a:ext cx="486915" cy="52771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DABD1D9-7A55-C097-B674-B75565A9F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36" y="921074"/>
            <a:ext cx="1418667" cy="5728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62EDC4-3C33-3522-B594-C39B5EE57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142" y="921079"/>
            <a:ext cx="1418667" cy="5728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5DCA108-01F7-FEAE-59DE-45A6A6DEF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852" y="921074"/>
            <a:ext cx="1418667" cy="5728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8D98C51-8171-3894-4BF0-4FB134AF9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560" y="921074"/>
            <a:ext cx="1418667" cy="5728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433337-590B-0F44-88E3-3CC3E3950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74" y="755744"/>
            <a:ext cx="490248" cy="53132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5D6B44-F4DD-F98B-0FFB-5CB564093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171" y="755742"/>
            <a:ext cx="486915" cy="52771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05083A8-8436-3233-F734-92990367E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295" y="755741"/>
            <a:ext cx="493581" cy="53493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86F358-D8A9-19B1-F335-7824493D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339" y="755741"/>
            <a:ext cx="486915" cy="52771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B2667B-0F4D-88EC-FF96-480D7D666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535" y="755741"/>
            <a:ext cx="486915" cy="52771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9E419EB-742B-0A37-9C1C-8250916B4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422" y="1084187"/>
            <a:ext cx="93897" cy="15417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7442C78-F51F-B059-1A4A-A4CBD73AC4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257" y="1097522"/>
            <a:ext cx="93897" cy="15417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0369164-6277-F668-00F6-87A8C2184E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835" y="1084187"/>
            <a:ext cx="93897" cy="15417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079CA65-2B70-A5D9-851F-A93F1A70E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74" y="1084187"/>
            <a:ext cx="93897" cy="154171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8DD5D4E7-0E50-02A7-FACE-EC9EB262E827}"/>
              </a:ext>
            </a:extLst>
          </p:cNvPr>
          <p:cNvSpPr/>
          <p:nvPr/>
        </p:nvSpPr>
        <p:spPr>
          <a:xfrm>
            <a:off x="657019" y="1424061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B66F68E-A0E8-10DC-FC8E-2AD4830CF7E2}"/>
              </a:ext>
            </a:extLst>
          </p:cNvPr>
          <p:cNvSpPr/>
          <p:nvPr/>
        </p:nvSpPr>
        <p:spPr>
          <a:xfrm>
            <a:off x="2264642" y="1425851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C15334E-40B5-399D-528B-6A3C9A2D6020}"/>
              </a:ext>
            </a:extLst>
          </p:cNvPr>
          <p:cNvSpPr/>
          <p:nvPr/>
        </p:nvSpPr>
        <p:spPr>
          <a:xfrm>
            <a:off x="3872268" y="1427640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2BD6BF6-ED97-9057-2740-86CCA8A589D4}"/>
              </a:ext>
            </a:extLst>
          </p:cNvPr>
          <p:cNvSpPr/>
          <p:nvPr/>
        </p:nvSpPr>
        <p:spPr>
          <a:xfrm>
            <a:off x="5462005" y="1429431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B47C515-5A89-8994-301C-190534DE47CB}"/>
              </a:ext>
            </a:extLst>
          </p:cNvPr>
          <p:cNvSpPr/>
          <p:nvPr/>
        </p:nvSpPr>
        <p:spPr>
          <a:xfrm>
            <a:off x="7058897" y="1431220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4C312F7-1FE1-0630-3717-27117A7CE9F5}"/>
              </a:ext>
            </a:extLst>
          </p:cNvPr>
          <p:cNvSpPr/>
          <p:nvPr/>
        </p:nvSpPr>
        <p:spPr>
          <a:xfrm>
            <a:off x="8662943" y="1433008"/>
            <a:ext cx="1418667" cy="18697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05F865C-8E42-22C7-77B4-60CE436D7F6E}"/>
              </a:ext>
            </a:extLst>
          </p:cNvPr>
          <p:cNvSpPr/>
          <p:nvPr/>
        </p:nvSpPr>
        <p:spPr>
          <a:xfrm>
            <a:off x="657019" y="3368848"/>
            <a:ext cx="1418667" cy="116550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62B31C7-25C0-176A-6A3F-EB80BD731B81}"/>
              </a:ext>
            </a:extLst>
          </p:cNvPr>
          <p:cNvSpPr/>
          <p:nvPr/>
        </p:nvSpPr>
        <p:spPr>
          <a:xfrm>
            <a:off x="2255728" y="3369001"/>
            <a:ext cx="1418667" cy="11653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F08E3B7-1ABE-245C-297D-2994B609D146}"/>
              </a:ext>
            </a:extLst>
          </p:cNvPr>
          <p:cNvSpPr/>
          <p:nvPr/>
        </p:nvSpPr>
        <p:spPr>
          <a:xfrm>
            <a:off x="3872268" y="3363813"/>
            <a:ext cx="1418667" cy="11653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89AE832-E5BA-CD54-02A3-DEA3C8FB6171}"/>
              </a:ext>
            </a:extLst>
          </p:cNvPr>
          <p:cNvSpPr/>
          <p:nvPr/>
        </p:nvSpPr>
        <p:spPr>
          <a:xfrm>
            <a:off x="5462005" y="3369001"/>
            <a:ext cx="1418667" cy="11653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DD329C7-8A27-441D-44C1-B0E1F365F2F9}"/>
              </a:ext>
            </a:extLst>
          </p:cNvPr>
          <p:cNvSpPr/>
          <p:nvPr/>
        </p:nvSpPr>
        <p:spPr>
          <a:xfrm>
            <a:off x="7058897" y="3374187"/>
            <a:ext cx="1418667" cy="11653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90FF36-3ACF-337D-3E19-05E6B9B73954}"/>
              </a:ext>
            </a:extLst>
          </p:cNvPr>
          <p:cNvSpPr/>
          <p:nvPr/>
        </p:nvSpPr>
        <p:spPr>
          <a:xfrm>
            <a:off x="8662943" y="3379373"/>
            <a:ext cx="1418667" cy="115498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9D1452A0-272B-BFF8-C0EC-BD3CBF1AF4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5" y="4645867"/>
            <a:ext cx="9421483" cy="49774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6C42DD2-76B8-047B-E945-7791B81E4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271" y="4529108"/>
            <a:ext cx="486915" cy="527717"/>
          </a:xfrm>
          <a:prstGeom prst="rect">
            <a:avLst/>
          </a:prstGeom>
        </p:spPr>
      </p:pic>
      <p:sp>
        <p:nvSpPr>
          <p:cNvPr id="111" name="Slide Number Placeholder 4">
            <a:extLst>
              <a:ext uri="{FF2B5EF4-FFF2-40B4-BE49-F238E27FC236}">
                <a16:creationId xmlns:a16="http://schemas.microsoft.com/office/drawing/2014/main" id="{C8D39629-2CD7-31AC-4035-D0EA55C3A759}"/>
              </a:ext>
            </a:extLst>
          </p:cNvPr>
          <p:cNvSpPr txBox="1">
            <a:spLocks/>
          </p:cNvSpPr>
          <p:nvPr/>
        </p:nvSpPr>
        <p:spPr>
          <a:xfrm>
            <a:off x="8991730" y="5308527"/>
            <a:ext cx="1129735" cy="3114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97"/>
              <a:t>&lt;  </a:t>
            </a:r>
            <a:fld id="{5693902F-D8FF-914C-998A-ABB2ED9E1606}" type="slidenum">
              <a:rPr lang="en-US" sz="1197"/>
              <a:pPr/>
              <a:t>14</a:t>
            </a:fld>
            <a:endParaRPr lang="en-US" sz="1197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B2B3A9F-78CB-82DC-42F5-2813616A7F8D}"/>
              </a:ext>
            </a:extLst>
          </p:cNvPr>
          <p:cNvSpPr/>
          <p:nvPr/>
        </p:nvSpPr>
        <p:spPr>
          <a:xfrm>
            <a:off x="657015" y="5099469"/>
            <a:ext cx="9412208" cy="357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F10E9-DD32-2D14-9FE2-1CDE31C87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07" y="1084187"/>
            <a:ext cx="93897" cy="15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63847D5-7944-B6BD-48E2-E71D7053B18C}"/>
              </a:ext>
            </a:extLst>
          </p:cNvPr>
          <p:cNvSpPr/>
          <p:nvPr/>
        </p:nvSpPr>
        <p:spPr>
          <a:xfrm>
            <a:off x="408420" y="4011714"/>
            <a:ext cx="9713045" cy="845693"/>
          </a:xfrm>
          <a:prstGeom prst="rect">
            <a:avLst/>
          </a:prstGeom>
          <a:solidFill>
            <a:srgbClr val="F4F4FD"/>
          </a:solidFill>
          <a:ln w="6350">
            <a:solidFill>
              <a:srgbClr val="0A090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12685B-B18F-7270-2364-8173AFBB8BD5}"/>
              </a:ext>
            </a:extLst>
          </p:cNvPr>
          <p:cNvSpPr/>
          <p:nvPr/>
        </p:nvSpPr>
        <p:spPr>
          <a:xfrm>
            <a:off x="408420" y="2882638"/>
            <a:ext cx="9713045" cy="845693"/>
          </a:xfrm>
          <a:prstGeom prst="rect">
            <a:avLst/>
          </a:prstGeom>
          <a:solidFill>
            <a:srgbClr val="F4F4FD"/>
          </a:solidFill>
          <a:ln w="6350">
            <a:solidFill>
              <a:srgbClr val="0A090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E1EA63-7758-8227-2848-F5499F94DB34}"/>
              </a:ext>
            </a:extLst>
          </p:cNvPr>
          <p:cNvSpPr/>
          <p:nvPr/>
        </p:nvSpPr>
        <p:spPr>
          <a:xfrm>
            <a:off x="390534" y="1727452"/>
            <a:ext cx="9713045" cy="845693"/>
          </a:xfrm>
          <a:prstGeom prst="rect">
            <a:avLst/>
          </a:prstGeom>
          <a:solidFill>
            <a:srgbClr val="F4F4FD"/>
          </a:solidFill>
          <a:ln w="6350">
            <a:solidFill>
              <a:srgbClr val="0A090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2A3E73-EBDA-6468-2C33-761765344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48" y="1943185"/>
            <a:ext cx="1940437" cy="6225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F93038-21ED-C3C3-FC58-0232836B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35">
                <a:ea typeface="+mj-lt"/>
                <a:cs typeface="+mj-lt"/>
              </a:rPr>
              <a:t>Template</a:t>
            </a:r>
          </a:p>
          <a:p>
            <a:endParaRPr lang="en-GB" sz="1835"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C9E4-8117-E4F6-5DE8-FEA88E65B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671" y="5553492"/>
            <a:ext cx="1129735" cy="346047"/>
          </a:xfrm>
        </p:spPr>
        <p:txBody>
          <a:bodyPr/>
          <a:lstStyle>
            <a:defPPr>
              <a:defRPr lang="en-GB"/>
            </a:defPPr>
            <a:lvl1pPr marL="0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204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8406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611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6814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1020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5222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9425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3628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6CC492-4C91-1745-678A-F6D0C19CD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79" y="2020552"/>
            <a:ext cx="393352" cy="4388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08C900-5E45-A620-AA18-6157D70EA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78" y="3097273"/>
            <a:ext cx="1940437" cy="6225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E49FB9-7323-16D9-47BF-1B9ED7653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8" y="3174640"/>
            <a:ext cx="393352" cy="4388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4E8E94-D71C-EDFA-A280-1F6B34C9B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9" y="4191851"/>
            <a:ext cx="1940437" cy="6225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BF6664-7909-688A-3F81-1A0A5C6DD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38" y="4269217"/>
            <a:ext cx="393352" cy="4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0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93038-21ED-C3C3-FC58-0232836B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35">
                <a:ea typeface="+mj-lt"/>
                <a:cs typeface="+mj-lt"/>
              </a:rPr>
              <a:t>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C9E4-8117-E4F6-5DE8-FEA88E65B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GB"/>
            </a:defPPr>
            <a:lvl1pPr marL="0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204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8406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611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6814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1020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5222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9425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3628" algn="l" defTabSz="608406" rtl="0" eaLnBrk="1" latinLnBrk="0" hangingPunct="1">
              <a:defRPr sz="1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CEE51A-B8B6-2B88-74C7-BBFF0A4F9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4" y="1482467"/>
            <a:ext cx="3016685" cy="5188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1B1D2B-8ACE-4360-1923-1BA2E8E08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049" y="1482467"/>
            <a:ext cx="3016685" cy="5188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9304D2-3BF4-175A-F23F-D9AF20185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32" y="1486101"/>
            <a:ext cx="3016685" cy="5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9C7ECA-BB39-6143-FC1A-7D5EA3418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80" y="1786459"/>
            <a:ext cx="424255" cy="429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6B85F-4BEA-B49B-5474-CF2700C68F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165" y="1786459"/>
            <a:ext cx="424255" cy="429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33C87D-0FEA-B844-6100-E267D92452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851" y="1786459"/>
            <a:ext cx="424255" cy="42976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4C57458-6447-BF51-FBFA-10066B9BE995}"/>
              </a:ext>
            </a:extLst>
          </p:cNvPr>
          <p:cNvSpPr/>
          <p:nvPr/>
        </p:nvSpPr>
        <p:spPr>
          <a:xfrm>
            <a:off x="768360" y="1482473"/>
            <a:ext cx="9050056" cy="3724611"/>
          </a:xfrm>
          <a:prstGeom prst="rect">
            <a:avLst/>
          </a:prstGeom>
          <a:noFill/>
          <a:ln w="6350">
            <a:solidFill>
              <a:srgbClr val="C7C8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427E04-B477-E324-BDB1-75D9B6B8FE78}"/>
              </a:ext>
            </a:extLst>
          </p:cNvPr>
          <p:cNvCxnSpPr>
            <a:cxnSpLocks/>
          </p:cNvCxnSpPr>
          <p:nvPr/>
        </p:nvCxnSpPr>
        <p:spPr>
          <a:xfrm>
            <a:off x="3793109" y="2001341"/>
            <a:ext cx="0" cy="3205741"/>
          </a:xfrm>
          <a:prstGeom prst="line">
            <a:avLst/>
          </a:prstGeom>
          <a:ln>
            <a:solidFill>
              <a:srgbClr val="C7C8D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8F6C50-5389-47DE-512F-735EF3933820}"/>
              </a:ext>
            </a:extLst>
          </p:cNvPr>
          <p:cNvCxnSpPr>
            <a:cxnSpLocks/>
          </p:cNvCxnSpPr>
          <p:nvPr/>
        </p:nvCxnSpPr>
        <p:spPr>
          <a:xfrm>
            <a:off x="6801731" y="2001338"/>
            <a:ext cx="32942" cy="3205745"/>
          </a:xfrm>
          <a:prstGeom prst="line">
            <a:avLst/>
          </a:prstGeom>
          <a:ln>
            <a:solidFill>
              <a:srgbClr val="C7C8D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5FAEF60-C3F9-3C5B-FD1D-B9E73E9C2217}"/>
              </a:ext>
            </a:extLst>
          </p:cNvPr>
          <p:cNvSpPr/>
          <p:nvPr/>
        </p:nvSpPr>
        <p:spPr>
          <a:xfrm>
            <a:off x="1103812" y="2178314"/>
            <a:ext cx="2394096" cy="2823085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FCC06B-D8E8-4F44-08CE-EAB6484CCEA5}"/>
              </a:ext>
            </a:extLst>
          </p:cNvPr>
          <p:cNvSpPr/>
          <p:nvPr/>
        </p:nvSpPr>
        <p:spPr>
          <a:xfrm>
            <a:off x="4097037" y="2178314"/>
            <a:ext cx="2424848" cy="2823085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D30434C-8473-346E-8B23-0AF239D24ADD}"/>
              </a:ext>
            </a:extLst>
          </p:cNvPr>
          <p:cNvSpPr/>
          <p:nvPr/>
        </p:nvSpPr>
        <p:spPr>
          <a:xfrm>
            <a:off x="7121014" y="2178314"/>
            <a:ext cx="2399623" cy="2823085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pic>
        <p:nvPicPr>
          <p:cNvPr id="14" name="Picture 13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D5326BF-F90C-49FF-9022-0E422BCD64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50" y="5845554"/>
            <a:ext cx="428249" cy="4282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0B7034-7471-CF24-801C-7D64CE1B74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85" y="430971"/>
            <a:ext cx="10188863" cy="92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43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1EB4E-69D6-7F6A-9E15-3ABD3582C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4CA763-7581-F528-F1AB-32F7C8BDB029}"/>
              </a:ext>
            </a:extLst>
          </p:cNvPr>
          <p:cNvSpPr/>
          <p:nvPr/>
        </p:nvSpPr>
        <p:spPr>
          <a:xfrm>
            <a:off x="1713077" y="1134970"/>
            <a:ext cx="6977685" cy="438870"/>
          </a:xfrm>
          <a:prstGeom prst="rect">
            <a:avLst/>
          </a:prstGeom>
          <a:solidFill>
            <a:srgbClr val="F4F4FD"/>
          </a:solidFill>
          <a:ln w="6350">
            <a:solidFill>
              <a:srgbClr val="0A090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E631D-2CBD-1B26-D401-30BB98C2D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996" y="1253005"/>
            <a:ext cx="260685" cy="2908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15A9C2-88C9-B1C2-DE7A-E1801721D8DC}"/>
              </a:ext>
            </a:extLst>
          </p:cNvPr>
          <p:cNvSpPr txBox="1"/>
          <p:nvPr/>
        </p:nvSpPr>
        <p:spPr>
          <a:xfrm>
            <a:off x="4154480" y="1253005"/>
            <a:ext cx="2429483" cy="1912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>
                <a:ea typeface="+mn-lt"/>
                <a:cs typeface="+mn-lt"/>
              </a:rPr>
              <a:t>Modules</a:t>
            </a:r>
            <a:endParaRPr lang="en-US" sz="1200"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BC648-ED24-E5CB-0EA4-F0CAAD07278E}"/>
              </a:ext>
            </a:extLst>
          </p:cNvPr>
          <p:cNvSpPr/>
          <p:nvPr/>
        </p:nvSpPr>
        <p:spPr>
          <a:xfrm>
            <a:off x="1713077" y="3351121"/>
            <a:ext cx="6977685" cy="438870"/>
          </a:xfrm>
          <a:prstGeom prst="rect">
            <a:avLst/>
          </a:prstGeom>
          <a:solidFill>
            <a:srgbClr val="F4F4FD"/>
          </a:solidFill>
          <a:ln w="6350">
            <a:solidFill>
              <a:srgbClr val="0A090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97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BE6687-1085-5CAF-09C5-8DFF63C01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996" y="3469155"/>
            <a:ext cx="260685" cy="290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ED2C7A-E583-CA0C-E915-798D5CDDBBBF}"/>
              </a:ext>
            </a:extLst>
          </p:cNvPr>
          <p:cNvSpPr txBox="1"/>
          <p:nvPr/>
        </p:nvSpPr>
        <p:spPr>
          <a:xfrm>
            <a:off x="4154480" y="3469155"/>
            <a:ext cx="2429483" cy="1912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>
                <a:ea typeface="+mn-lt"/>
                <a:cs typeface="+mn-lt"/>
              </a:rPr>
              <a:t>Summary</a:t>
            </a:r>
            <a:endParaRPr lang="en-US" sz="1200"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01FE0-2293-BF20-519A-F9B40C425338}"/>
              </a:ext>
            </a:extLst>
          </p:cNvPr>
          <p:cNvSpPr/>
          <p:nvPr/>
        </p:nvSpPr>
        <p:spPr>
          <a:xfrm>
            <a:off x="1713076" y="1134969"/>
            <a:ext cx="6979132" cy="2079981"/>
          </a:xfrm>
          <a:prstGeom prst="rect">
            <a:avLst/>
          </a:prstGeom>
          <a:noFill/>
          <a:ln w="6350">
            <a:solidFill>
              <a:srgbClr val="C7C8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2B9073-37DC-4885-68BC-40D62DFA6F64}"/>
              </a:ext>
            </a:extLst>
          </p:cNvPr>
          <p:cNvSpPr/>
          <p:nvPr/>
        </p:nvSpPr>
        <p:spPr>
          <a:xfrm>
            <a:off x="1706726" y="3357469"/>
            <a:ext cx="6979132" cy="2079981"/>
          </a:xfrm>
          <a:prstGeom prst="rect">
            <a:avLst/>
          </a:prstGeom>
          <a:noFill/>
          <a:ln w="6350">
            <a:solidFill>
              <a:srgbClr val="C7C8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/>
          </a:p>
        </p:txBody>
      </p:sp>
      <p:sp>
        <p:nvSpPr>
          <p:cNvPr id="14" name="Rectangle: Rounded Corners 26">
            <a:extLst>
              <a:ext uri="{FF2B5EF4-FFF2-40B4-BE49-F238E27FC236}">
                <a16:creationId xmlns:a16="http://schemas.microsoft.com/office/drawing/2014/main" id="{1C88BF27-DFEB-756E-37B8-4B1E07ADC11F}"/>
              </a:ext>
            </a:extLst>
          </p:cNvPr>
          <p:cNvSpPr/>
          <p:nvPr/>
        </p:nvSpPr>
        <p:spPr>
          <a:xfrm>
            <a:off x="1786995" y="1634681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15" name="Rectangle: Rounded Corners 26">
            <a:extLst>
              <a:ext uri="{FF2B5EF4-FFF2-40B4-BE49-F238E27FC236}">
                <a16:creationId xmlns:a16="http://schemas.microsoft.com/office/drawing/2014/main" id="{A11B6CE3-3FC5-AC34-2F4A-A298EF8DA0EF}"/>
              </a:ext>
            </a:extLst>
          </p:cNvPr>
          <p:cNvSpPr/>
          <p:nvPr/>
        </p:nvSpPr>
        <p:spPr>
          <a:xfrm>
            <a:off x="3185344" y="1634681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16" name="Rectangle: Rounded Corners 26">
            <a:extLst>
              <a:ext uri="{FF2B5EF4-FFF2-40B4-BE49-F238E27FC236}">
                <a16:creationId xmlns:a16="http://schemas.microsoft.com/office/drawing/2014/main" id="{7DD5F8E9-BD39-F741-1C23-E4C53B20C115}"/>
              </a:ext>
            </a:extLst>
          </p:cNvPr>
          <p:cNvSpPr/>
          <p:nvPr/>
        </p:nvSpPr>
        <p:spPr>
          <a:xfrm>
            <a:off x="4576304" y="1634681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17" name="Rectangle: Rounded Corners 26">
            <a:extLst>
              <a:ext uri="{FF2B5EF4-FFF2-40B4-BE49-F238E27FC236}">
                <a16:creationId xmlns:a16="http://schemas.microsoft.com/office/drawing/2014/main" id="{B4563A19-B22E-E167-08BE-6AF8066A5125}"/>
              </a:ext>
            </a:extLst>
          </p:cNvPr>
          <p:cNvSpPr/>
          <p:nvPr/>
        </p:nvSpPr>
        <p:spPr>
          <a:xfrm>
            <a:off x="5974654" y="1634681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18" name="Rectangle: Rounded Corners 26">
            <a:extLst>
              <a:ext uri="{FF2B5EF4-FFF2-40B4-BE49-F238E27FC236}">
                <a16:creationId xmlns:a16="http://schemas.microsoft.com/office/drawing/2014/main" id="{9FFD502A-9DC2-F0D3-50B4-D2B08848450A}"/>
              </a:ext>
            </a:extLst>
          </p:cNvPr>
          <p:cNvSpPr/>
          <p:nvPr/>
        </p:nvSpPr>
        <p:spPr>
          <a:xfrm>
            <a:off x="7361428" y="1621980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19" name="Rectangle: Rounded Corners 26">
            <a:extLst>
              <a:ext uri="{FF2B5EF4-FFF2-40B4-BE49-F238E27FC236}">
                <a16:creationId xmlns:a16="http://schemas.microsoft.com/office/drawing/2014/main" id="{B2858AB1-2A3D-E65C-9038-70D69C4AC536}"/>
              </a:ext>
            </a:extLst>
          </p:cNvPr>
          <p:cNvSpPr/>
          <p:nvPr/>
        </p:nvSpPr>
        <p:spPr>
          <a:xfrm>
            <a:off x="1774295" y="3857180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20" name="Rectangle: Rounded Corners 26">
            <a:extLst>
              <a:ext uri="{FF2B5EF4-FFF2-40B4-BE49-F238E27FC236}">
                <a16:creationId xmlns:a16="http://schemas.microsoft.com/office/drawing/2014/main" id="{7BA2B0E1-DE46-D02A-8540-563B374B0C01}"/>
              </a:ext>
            </a:extLst>
          </p:cNvPr>
          <p:cNvSpPr/>
          <p:nvPr/>
        </p:nvSpPr>
        <p:spPr>
          <a:xfrm>
            <a:off x="3172644" y="3857180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21" name="Rectangle: Rounded Corners 26">
            <a:extLst>
              <a:ext uri="{FF2B5EF4-FFF2-40B4-BE49-F238E27FC236}">
                <a16:creationId xmlns:a16="http://schemas.microsoft.com/office/drawing/2014/main" id="{42D54CD1-3E24-F3E9-E571-AA371FFF2C41}"/>
              </a:ext>
            </a:extLst>
          </p:cNvPr>
          <p:cNvSpPr/>
          <p:nvPr/>
        </p:nvSpPr>
        <p:spPr>
          <a:xfrm>
            <a:off x="4563604" y="3857180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22" name="Rectangle: Rounded Corners 26">
            <a:extLst>
              <a:ext uri="{FF2B5EF4-FFF2-40B4-BE49-F238E27FC236}">
                <a16:creationId xmlns:a16="http://schemas.microsoft.com/office/drawing/2014/main" id="{E47222BF-923F-DC88-C66C-0521A537A778}"/>
              </a:ext>
            </a:extLst>
          </p:cNvPr>
          <p:cNvSpPr/>
          <p:nvPr/>
        </p:nvSpPr>
        <p:spPr>
          <a:xfrm>
            <a:off x="5961954" y="3857180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sp>
        <p:nvSpPr>
          <p:cNvPr id="23" name="Rectangle: Rounded Corners 26">
            <a:extLst>
              <a:ext uri="{FF2B5EF4-FFF2-40B4-BE49-F238E27FC236}">
                <a16:creationId xmlns:a16="http://schemas.microsoft.com/office/drawing/2014/main" id="{10CA6016-8FCD-4A80-8483-E92F76AE31B6}"/>
              </a:ext>
            </a:extLst>
          </p:cNvPr>
          <p:cNvSpPr/>
          <p:nvPr/>
        </p:nvSpPr>
        <p:spPr>
          <a:xfrm>
            <a:off x="7348728" y="3844481"/>
            <a:ext cx="1271152" cy="1525140"/>
          </a:xfrm>
          <a:prstGeom prst="roundRect">
            <a:avLst/>
          </a:prstGeom>
          <a:noFill/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80">
              <a:noFill/>
            </a:endParaRPr>
          </a:p>
        </p:txBody>
      </p:sp>
      <p:pic>
        <p:nvPicPr>
          <p:cNvPr id="24" name="Picture 23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5DA3F211-FBC8-D0E3-157F-085D17132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22" y="2909436"/>
            <a:ext cx="968435" cy="2405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AB1378-7285-2F64-8B70-7D6C6E7C9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777" y="2909436"/>
            <a:ext cx="968435" cy="240547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6" name="Picture 25" descr="Shape&#10;&#10;Description automatically generated">
            <a:extLst>
              <a:ext uri="{FF2B5EF4-FFF2-40B4-BE49-F238E27FC236}">
                <a16:creationId xmlns:a16="http://schemas.microsoft.com/office/drawing/2014/main" id="{15247F43-9A3F-A7A1-0A15-F4292CD066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885" y="2909436"/>
            <a:ext cx="1012041" cy="240547"/>
          </a:xfrm>
          <a:prstGeom prst="rect">
            <a:avLst/>
          </a:prstGeom>
        </p:spPr>
      </p:pic>
      <p:pic>
        <p:nvPicPr>
          <p:cNvPr id="27" name="Picture 26" descr="Shape, rectangle&#10;&#10;Description automatically generated">
            <a:extLst>
              <a:ext uri="{FF2B5EF4-FFF2-40B4-BE49-F238E27FC236}">
                <a16:creationId xmlns:a16="http://schemas.microsoft.com/office/drawing/2014/main" id="{343D1379-F858-57E5-AEBF-0DAD3ABFDC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409" y="2909436"/>
            <a:ext cx="1012041" cy="240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722C09-42AF-05A6-BB05-A4ADB15997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763" y="2909436"/>
            <a:ext cx="1012041" cy="2405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032373-06B9-FE29-4679-A301F362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CF8192-C8A5-0516-3D60-36233DE12705}"/>
              </a:ext>
            </a:extLst>
          </p:cNvPr>
          <p:cNvCxnSpPr>
            <a:cxnSpLocks/>
          </p:cNvCxnSpPr>
          <p:nvPr/>
        </p:nvCxnSpPr>
        <p:spPr>
          <a:xfrm>
            <a:off x="1084279" y="901700"/>
            <a:ext cx="0" cy="489872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FC260B-A868-5852-EA57-B0A7C536B27E}"/>
              </a:ext>
            </a:extLst>
          </p:cNvPr>
          <p:cNvCxnSpPr>
            <a:cxnSpLocks/>
          </p:cNvCxnSpPr>
          <p:nvPr/>
        </p:nvCxnSpPr>
        <p:spPr>
          <a:xfrm flipH="1">
            <a:off x="839182" y="1530944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38BE64E-2447-D7C0-5DBF-137B59D9A27B}"/>
              </a:ext>
            </a:extLst>
          </p:cNvPr>
          <p:cNvCxnSpPr>
            <a:cxnSpLocks/>
          </p:cNvCxnSpPr>
          <p:nvPr/>
        </p:nvCxnSpPr>
        <p:spPr>
          <a:xfrm flipH="1">
            <a:off x="839182" y="1159023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A9E473C-7ED6-8C45-20A6-165B4D0C135F}"/>
              </a:ext>
            </a:extLst>
          </p:cNvPr>
          <p:cNvCxnSpPr>
            <a:cxnSpLocks/>
          </p:cNvCxnSpPr>
          <p:nvPr/>
        </p:nvCxnSpPr>
        <p:spPr>
          <a:xfrm flipH="1">
            <a:off x="839182" y="1809472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F5A261-A825-5B0B-75A3-A1C496A17BBF}"/>
              </a:ext>
            </a:extLst>
          </p:cNvPr>
          <p:cNvCxnSpPr>
            <a:cxnSpLocks/>
          </p:cNvCxnSpPr>
          <p:nvPr/>
        </p:nvCxnSpPr>
        <p:spPr>
          <a:xfrm flipH="1">
            <a:off x="829755" y="2441068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0EF00C-E2A5-A3AF-535D-1CC8BEFC96E7}"/>
              </a:ext>
            </a:extLst>
          </p:cNvPr>
          <p:cNvCxnSpPr>
            <a:cxnSpLocks/>
          </p:cNvCxnSpPr>
          <p:nvPr/>
        </p:nvCxnSpPr>
        <p:spPr>
          <a:xfrm flipH="1">
            <a:off x="829755" y="3206934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C79735-504D-5E6D-32B4-A163CA1835FC}"/>
              </a:ext>
            </a:extLst>
          </p:cNvPr>
          <p:cNvCxnSpPr>
            <a:cxnSpLocks/>
          </p:cNvCxnSpPr>
          <p:nvPr/>
        </p:nvCxnSpPr>
        <p:spPr>
          <a:xfrm flipH="1">
            <a:off x="829755" y="3856433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AEAF6C-A315-1ECB-3BCA-BBA0F843EEAE}"/>
              </a:ext>
            </a:extLst>
          </p:cNvPr>
          <p:cNvCxnSpPr>
            <a:cxnSpLocks/>
          </p:cNvCxnSpPr>
          <p:nvPr/>
        </p:nvCxnSpPr>
        <p:spPr>
          <a:xfrm flipH="1">
            <a:off x="829755" y="4592674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4A49A2-B80B-8CCD-0382-444FF67C2CFE}"/>
              </a:ext>
            </a:extLst>
          </p:cNvPr>
          <p:cNvCxnSpPr>
            <a:cxnSpLocks/>
          </p:cNvCxnSpPr>
          <p:nvPr/>
        </p:nvCxnSpPr>
        <p:spPr>
          <a:xfrm flipH="1">
            <a:off x="829755" y="5195989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E09B23-A283-0800-CF24-78601B279232}"/>
              </a:ext>
            </a:extLst>
          </p:cNvPr>
          <p:cNvCxnSpPr>
            <a:cxnSpLocks/>
          </p:cNvCxnSpPr>
          <p:nvPr/>
        </p:nvCxnSpPr>
        <p:spPr>
          <a:xfrm flipH="1">
            <a:off x="1093706" y="983210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998EAE-C562-98F0-C3CE-2DC1864A7C40}"/>
              </a:ext>
            </a:extLst>
          </p:cNvPr>
          <p:cNvCxnSpPr>
            <a:cxnSpLocks/>
          </p:cNvCxnSpPr>
          <p:nvPr/>
        </p:nvCxnSpPr>
        <p:spPr>
          <a:xfrm flipH="1">
            <a:off x="1093706" y="1992468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DEBDA4-F693-27D5-8314-11613D7A1D65}"/>
              </a:ext>
            </a:extLst>
          </p:cNvPr>
          <p:cNvCxnSpPr>
            <a:cxnSpLocks/>
          </p:cNvCxnSpPr>
          <p:nvPr/>
        </p:nvCxnSpPr>
        <p:spPr>
          <a:xfrm flipH="1">
            <a:off x="1093706" y="3055936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51E1FB2-8FCF-4D1A-00D7-2B868F83709C}"/>
              </a:ext>
            </a:extLst>
          </p:cNvPr>
          <p:cNvCxnSpPr>
            <a:cxnSpLocks/>
          </p:cNvCxnSpPr>
          <p:nvPr/>
        </p:nvCxnSpPr>
        <p:spPr>
          <a:xfrm flipH="1">
            <a:off x="1093706" y="3968010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0C4A3C-3537-C942-D133-76E4CA203CF3}"/>
              </a:ext>
            </a:extLst>
          </p:cNvPr>
          <p:cNvCxnSpPr>
            <a:cxnSpLocks/>
          </p:cNvCxnSpPr>
          <p:nvPr/>
        </p:nvCxnSpPr>
        <p:spPr>
          <a:xfrm flipH="1">
            <a:off x="1093706" y="4880084"/>
            <a:ext cx="2450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706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31B06-E1EF-1BB5-9886-F4607A2E6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 descr="A white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F3A449C0-F69F-4993-8FB9-A5739A78B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579" y="1395648"/>
            <a:ext cx="1867125" cy="1863934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E2849308-6C74-5CC3-91C8-E4D0B1C68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69" y="1488429"/>
            <a:ext cx="2166906" cy="935525"/>
          </a:xfrm>
          <a:prstGeom prst="rect">
            <a:avLst/>
          </a:prstGeom>
        </p:spPr>
      </p:pic>
      <p:pic>
        <p:nvPicPr>
          <p:cNvPr id="22" name="Picture 21" descr="A picture containing text&#10;&#10;Description automatically generated">
            <a:extLst>
              <a:ext uri="{FF2B5EF4-FFF2-40B4-BE49-F238E27FC236}">
                <a16:creationId xmlns:a16="http://schemas.microsoft.com/office/drawing/2014/main" id="{7C41CBC4-4ED3-2B4B-BCC8-D6080BD0D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000" y="4196242"/>
            <a:ext cx="2218052" cy="1177039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B7A2498D-6F01-653F-68C8-E0838FEC1C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60077">
            <a:off x="3269527" y="1804920"/>
            <a:ext cx="1082634" cy="2773460"/>
          </a:xfrm>
          <a:prstGeom prst="rect">
            <a:avLst/>
          </a:prstGeom>
        </p:spPr>
      </p:pic>
      <p:pic>
        <p:nvPicPr>
          <p:cNvPr id="24" name="Picture 23" descr="A picture containing text&#10;&#10;Description automatically generated">
            <a:extLst>
              <a:ext uri="{FF2B5EF4-FFF2-40B4-BE49-F238E27FC236}">
                <a16:creationId xmlns:a16="http://schemas.microsoft.com/office/drawing/2014/main" id="{DD383382-3686-5DCD-1C81-D3C72D180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84" y="3185049"/>
            <a:ext cx="2581178" cy="2261757"/>
          </a:xfrm>
          <a:prstGeom prst="rect">
            <a:avLst/>
          </a:prstGeom>
        </p:spPr>
      </p:pic>
      <p:pic>
        <p:nvPicPr>
          <p:cNvPr id="25" name="Picture 24" descr="A picture containing text&#10;&#10;Description automatically generated">
            <a:extLst>
              <a:ext uri="{FF2B5EF4-FFF2-40B4-BE49-F238E27FC236}">
                <a16:creationId xmlns:a16="http://schemas.microsoft.com/office/drawing/2014/main" id="{99E26C73-EBCB-E57F-796C-A762584C2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455" y="1488431"/>
            <a:ext cx="2173198" cy="935524"/>
          </a:xfrm>
          <a:prstGeom prst="rect">
            <a:avLst/>
          </a:prstGeom>
        </p:spPr>
      </p:pic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4B2C412A-AEF6-3DEF-9024-CA5D90DC5F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98248">
            <a:off x="5342403" y="1780796"/>
            <a:ext cx="1082633" cy="27734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4D42603-F328-2F5C-FA7B-AE849EE76C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695" y="3185049"/>
            <a:ext cx="2581178" cy="226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6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32D55-2D1E-8B2A-1318-6AD22543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902" y="48096"/>
            <a:ext cx="2953701" cy="386016"/>
          </a:xfrm>
        </p:spPr>
        <p:txBody>
          <a:bodyPr/>
          <a:lstStyle/>
          <a:p>
            <a:r>
              <a:rPr lang="en-GB" sz="3236"/>
              <a:t>KEY FEATURES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18B2-7B8A-C45A-0797-8C9AFAAB3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page</a:t>
            </a:r>
          </a:p>
        </p:txBody>
      </p:sp>
      <p:pic>
        <p:nvPicPr>
          <p:cNvPr id="3" name="Picture 2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561B5755-B2D3-391D-6012-31481968D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671" y="706046"/>
            <a:ext cx="2305056" cy="616169"/>
          </a:xfrm>
          <a:prstGeom prst="rect">
            <a:avLst/>
          </a:prstGeom>
        </p:spPr>
      </p:pic>
      <p:pic>
        <p:nvPicPr>
          <p:cNvPr id="7" name="Picture 6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C56D4609-B4F6-E7D0-7E37-E38CA7963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72" y="706043"/>
            <a:ext cx="2703319" cy="616168"/>
          </a:xfrm>
          <a:prstGeom prst="rect">
            <a:avLst/>
          </a:prstGeom>
        </p:spPr>
      </p:pic>
      <p:pic>
        <p:nvPicPr>
          <p:cNvPr id="9" name="Picture 8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CBED0C70-5DFE-C0BB-091E-B06318210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15" y="706044"/>
            <a:ext cx="1118311" cy="616168"/>
          </a:xfrm>
          <a:prstGeom prst="rect">
            <a:avLst/>
          </a:prstGeom>
        </p:spPr>
      </p:pic>
      <p:pic>
        <p:nvPicPr>
          <p:cNvPr id="11" name="Picture 10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08D5C5BD-7258-5D8A-F2FC-5686B6EFF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690" y="716180"/>
            <a:ext cx="945743" cy="605553"/>
          </a:xfrm>
          <a:prstGeom prst="rect">
            <a:avLst/>
          </a:prstGeom>
        </p:spPr>
      </p:pic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A3D8B1B8-0250-34FD-3CBE-3553963BF8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89" y="1096502"/>
            <a:ext cx="1226885" cy="1226885"/>
          </a:xfrm>
          <a:prstGeom prst="rect">
            <a:avLst/>
          </a:prstGeom>
        </p:spPr>
      </p:pic>
      <p:pic>
        <p:nvPicPr>
          <p:cNvPr id="33" name="Picture 32" descr="Icon&#10;&#10;Description automatically generated">
            <a:extLst>
              <a:ext uri="{FF2B5EF4-FFF2-40B4-BE49-F238E27FC236}">
                <a16:creationId xmlns:a16="http://schemas.microsoft.com/office/drawing/2014/main" id="{8B79276F-0E7B-4D2C-BB90-6ADA692ACF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51" y="1110342"/>
            <a:ext cx="1226885" cy="1226885"/>
          </a:xfrm>
          <a:prstGeom prst="rect">
            <a:avLst/>
          </a:prstGeom>
        </p:spPr>
      </p:pic>
      <p:pic>
        <p:nvPicPr>
          <p:cNvPr id="35" name="Picture 34" descr="Logo, icon&#10;&#10;Description automatically generated">
            <a:extLst>
              <a:ext uri="{FF2B5EF4-FFF2-40B4-BE49-F238E27FC236}">
                <a16:creationId xmlns:a16="http://schemas.microsoft.com/office/drawing/2014/main" id="{0CE15C7F-77CD-4CBE-A5F0-B9B0390836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794" y="1097519"/>
            <a:ext cx="1225867" cy="1225867"/>
          </a:xfrm>
          <a:prstGeom prst="rect">
            <a:avLst/>
          </a:prstGeom>
        </p:spPr>
      </p:pic>
      <p:pic>
        <p:nvPicPr>
          <p:cNvPr id="37" name="Picture 36" descr="Logo, icon&#10;&#10;Description automatically generated">
            <a:extLst>
              <a:ext uri="{FF2B5EF4-FFF2-40B4-BE49-F238E27FC236}">
                <a16:creationId xmlns:a16="http://schemas.microsoft.com/office/drawing/2014/main" id="{10FCA451-54FD-855B-3FE9-A7D94AE5B6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271" y="1110342"/>
            <a:ext cx="1226885" cy="1226885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8B4A206-A7F0-59FA-CFB7-B0335AD1551F}"/>
              </a:ext>
            </a:extLst>
          </p:cNvPr>
          <p:cNvCxnSpPr>
            <a:cxnSpLocks/>
          </p:cNvCxnSpPr>
          <p:nvPr/>
        </p:nvCxnSpPr>
        <p:spPr>
          <a:xfrm>
            <a:off x="5019390" y="716180"/>
            <a:ext cx="0" cy="605553"/>
          </a:xfrm>
          <a:prstGeom prst="line">
            <a:avLst/>
          </a:prstGeom>
          <a:ln w="9525">
            <a:solidFill>
              <a:schemeClr val="tx2">
                <a:lumMod val="50000"/>
                <a:lumOff val="50000"/>
                <a:alpha val="86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4D987245-ABFC-0906-B6EB-8111115F6F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569" y="1116403"/>
            <a:ext cx="1226885" cy="12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1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99D6-9271-3167-B7C2-F331D117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105">
            <a:extLst>
              <a:ext uri="{FF2B5EF4-FFF2-40B4-BE49-F238E27FC236}">
                <a16:creationId xmlns:a16="http://schemas.microsoft.com/office/drawing/2014/main" id="{BABF2F57-426F-111D-B9A9-D2AAD1FAE0B4}"/>
              </a:ext>
            </a:extLst>
          </p:cNvPr>
          <p:cNvSpPr/>
          <p:nvPr/>
        </p:nvSpPr>
        <p:spPr>
          <a:xfrm>
            <a:off x="2788194" y="1997138"/>
            <a:ext cx="4990011" cy="3413759"/>
          </a:xfrm>
          <a:prstGeom prst="roundRect">
            <a:avLst>
              <a:gd name="adj" fmla="val 748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729459-41F2-3ACB-3D8B-35E13D457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182" y="3392707"/>
            <a:ext cx="3016685" cy="5188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3CC633-4F39-8167-9DD2-3D0B4BBFE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182" y="2565205"/>
            <a:ext cx="3016685" cy="5188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32527E-36B7-94F0-6363-50FEAF7DD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182" y="4212756"/>
            <a:ext cx="3016685" cy="518871"/>
          </a:xfrm>
          <a:prstGeom prst="rect">
            <a:avLst/>
          </a:prstGeom>
        </p:spPr>
      </p:pic>
      <p:sp>
        <p:nvSpPr>
          <p:cNvPr id="23" name="Rectangle: Rounded Corners 107">
            <a:extLst>
              <a:ext uri="{FF2B5EF4-FFF2-40B4-BE49-F238E27FC236}">
                <a16:creationId xmlns:a16="http://schemas.microsoft.com/office/drawing/2014/main" id="{9A4D7F65-097C-5718-7888-19D6706037F3}"/>
              </a:ext>
            </a:extLst>
          </p:cNvPr>
          <p:cNvSpPr/>
          <p:nvPr/>
        </p:nvSpPr>
        <p:spPr>
          <a:xfrm>
            <a:off x="921628" y="2056930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24" name="Rectangle: Rounded Corners 87">
            <a:extLst>
              <a:ext uri="{FF2B5EF4-FFF2-40B4-BE49-F238E27FC236}">
                <a16:creationId xmlns:a16="http://schemas.microsoft.com/office/drawing/2014/main" id="{D55DE2D1-15D1-8A44-430B-37F8F9426E22}"/>
              </a:ext>
            </a:extLst>
          </p:cNvPr>
          <p:cNvSpPr/>
          <p:nvPr/>
        </p:nvSpPr>
        <p:spPr>
          <a:xfrm>
            <a:off x="3078073" y="1160248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5" name="Rectangle: Rounded Corners 87">
            <a:extLst>
              <a:ext uri="{FF2B5EF4-FFF2-40B4-BE49-F238E27FC236}">
                <a16:creationId xmlns:a16="http://schemas.microsoft.com/office/drawing/2014/main" id="{CD9C939F-B085-7442-C30F-D396CE5F4111}"/>
              </a:ext>
            </a:extLst>
          </p:cNvPr>
          <p:cNvSpPr/>
          <p:nvPr/>
        </p:nvSpPr>
        <p:spPr>
          <a:xfrm>
            <a:off x="4262439" y="1160248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6" name="Rectangle: Rounded Corners 87">
            <a:extLst>
              <a:ext uri="{FF2B5EF4-FFF2-40B4-BE49-F238E27FC236}">
                <a16:creationId xmlns:a16="http://schemas.microsoft.com/office/drawing/2014/main" id="{97C33FCE-7572-4C5E-2752-63BF432B7C15}"/>
              </a:ext>
            </a:extLst>
          </p:cNvPr>
          <p:cNvSpPr/>
          <p:nvPr/>
        </p:nvSpPr>
        <p:spPr>
          <a:xfrm>
            <a:off x="5507764" y="1160248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7" name="Rectangle: Rounded Corners 87">
            <a:extLst>
              <a:ext uri="{FF2B5EF4-FFF2-40B4-BE49-F238E27FC236}">
                <a16:creationId xmlns:a16="http://schemas.microsoft.com/office/drawing/2014/main" id="{1BC02C9C-6BB1-7B1E-EC05-46563A0E7DAD}"/>
              </a:ext>
            </a:extLst>
          </p:cNvPr>
          <p:cNvSpPr/>
          <p:nvPr/>
        </p:nvSpPr>
        <p:spPr>
          <a:xfrm>
            <a:off x="6666004" y="1160248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8" name="Rectangle: Rounded Corners 107">
            <a:extLst>
              <a:ext uri="{FF2B5EF4-FFF2-40B4-BE49-F238E27FC236}">
                <a16:creationId xmlns:a16="http://schemas.microsoft.com/office/drawing/2014/main" id="{B1CCE507-90E4-1E8E-DC11-13B6A34B9670}"/>
              </a:ext>
            </a:extLst>
          </p:cNvPr>
          <p:cNvSpPr/>
          <p:nvPr/>
        </p:nvSpPr>
        <p:spPr>
          <a:xfrm>
            <a:off x="921628" y="2831993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29" name="Rectangle: Rounded Corners 107">
            <a:extLst>
              <a:ext uri="{FF2B5EF4-FFF2-40B4-BE49-F238E27FC236}">
                <a16:creationId xmlns:a16="http://schemas.microsoft.com/office/drawing/2014/main" id="{16CB6654-FEB4-FDC1-75C0-A47F5CA8937F}"/>
              </a:ext>
            </a:extLst>
          </p:cNvPr>
          <p:cNvSpPr/>
          <p:nvPr/>
        </p:nvSpPr>
        <p:spPr>
          <a:xfrm>
            <a:off x="930336" y="3607056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1518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A0FC-681C-CAE0-B6DB-2DCFA8C0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B3393C6-3C15-666B-D95B-85B320037A66}"/>
              </a:ext>
            </a:extLst>
          </p:cNvPr>
          <p:cNvSpPr/>
          <p:nvPr/>
        </p:nvSpPr>
        <p:spPr>
          <a:xfrm>
            <a:off x="2028062" y="4456939"/>
            <a:ext cx="1601629" cy="777683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4896D-6373-5903-5084-78212F555658}"/>
              </a:ext>
            </a:extLst>
          </p:cNvPr>
          <p:cNvSpPr/>
          <p:nvPr/>
        </p:nvSpPr>
        <p:spPr>
          <a:xfrm>
            <a:off x="3709891" y="4459173"/>
            <a:ext cx="1601629" cy="777683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FA44C1-B6E5-3DB3-5861-15EFED05DB14}"/>
              </a:ext>
            </a:extLst>
          </p:cNvPr>
          <p:cNvSpPr/>
          <p:nvPr/>
        </p:nvSpPr>
        <p:spPr>
          <a:xfrm>
            <a:off x="5391721" y="4456939"/>
            <a:ext cx="1601629" cy="777683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F5CFE0-2F85-90A7-0D00-3D08710A28DA}"/>
              </a:ext>
            </a:extLst>
          </p:cNvPr>
          <p:cNvSpPr/>
          <p:nvPr/>
        </p:nvSpPr>
        <p:spPr>
          <a:xfrm>
            <a:off x="7070122" y="4456939"/>
            <a:ext cx="1601629" cy="777683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F5A02-6D0E-8800-3038-B34B702EF685}"/>
              </a:ext>
            </a:extLst>
          </p:cNvPr>
          <p:cNvSpPr/>
          <p:nvPr/>
        </p:nvSpPr>
        <p:spPr>
          <a:xfrm>
            <a:off x="2020442" y="2969745"/>
            <a:ext cx="6635878" cy="714228"/>
          </a:xfrm>
          <a:prstGeom prst="rect">
            <a:avLst/>
          </a:prstGeom>
          <a:solidFill>
            <a:srgbClr val="F2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E13F0D-7730-BF8E-5EE0-68856B15209A}"/>
              </a:ext>
            </a:extLst>
          </p:cNvPr>
          <p:cNvSpPr/>
          <p:nvPr/>
        </p:nvSpPr>
        <p:spPr>
          <a:xfrm>
            <a:off x="2028062" y="1476607"/>
            <a:ext cx="6635878" cy="714228"/>
          </a:xfrm>
          <a:prstGeom prst="rect">
            <a:avLst/>
          </a:prstGeom>
          <a:solidFill>
            <a:srgbClr val="F6E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EE457D-E4B7-1712-ECD8-0445AAE35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62" y="2550686"/>
            <a:ext cx="6635878" cy="421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5EEFDB-F402-4525-0DC6-BBFE709F5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62" y="1055493"/>
            <a:ext cx="6635878" cy="421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04B537-3C7A-8E1D-5A5D-CC09AE5719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62" y="4039936"/>
            <a:ext cx="6635878" cy="421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D988B-EA98-3DEA-16A3-EA13603DDB91}"/>
              </a:ext>
            </a:extLst>
          </p:cNvPr>
          <p:cNvSpPr txBox="1"/>
          <p:nvPr/>
        </p:nvSpPr>
        <p:spPr>
          <a:xfrm>
            <a:off x="2828876" y="1174717"/>
            <a:ext cx="5189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/>
            <a:r>
              <a:rPr lang="en-US" sz="1400" b="1" i="0"/>
              <a:t>Vision</a:t>
            </a:r>
            <a:endParaRPr lang="en-IN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9A919-A3D0-8BDF-FBB2-EC03B9038967}"/>
              </a:ext>
            </a:extLst>
          </p:cNvPr>
          <p:cNvSpPr txBox="1"/>
          <p:nvPr/>
        </p:nvSpPr>
        <p:spPr>
          <a:xfrm>
            <a:off x="2781871" y="2670149"/>
            <a:ext cx="5189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/>
            <a:r>
              <a:rPr lang="en-US" sz="1400" b="1" i="0"/>
              <a:t>Mission</a:t>
            </a:r>
            <a:endParaRPr lang="en-IN" sz="14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A5D6A6-B044-5E77-E0D0-D4ED77CCC3AB}"/>
              </a:ext>
            </a:extLst>
          </p:cNvPr>
          <p:cNvSpPr txBox="1"/>
          <p:nvPr/>
        </p:nvSpPr>
        <p:spPr>
          <a:xfrm>
            <a:off x="2734866" y="4132875"/>
            <a:ext cx="5189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/>
            <a:r>
              <a:rPr lang="en-US" sz="1400" b="1" i="0"/>
              <a:t>Strategy</a:t>
            </a:r>
            <a:endParaRPr lang="en-IN" sz="1400" b="1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8BD29757-3CB9-9E21-5ACB-E8675C041F1B}"/>
              </a:ext>
            </a:extLst>
          </p:cNvPr>
          <p:cNvSpPr/>
          <p:nvPr/>
        </p:nvSpPr>
        <p:spPr>
          <a:xfrm>
            <a:off x="5264721" y="2217466"/>
            <a:ext cx="223520" cy="359851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89CE61BB-D038-420A-B2C0-BBC88C4B39C9}"/>
              </a:ext>
            </a:extLst>
          </p:cNvPr>
          <p:cNvSpPr/>
          <p:nvPr/>
        </p:nvSpPr>
        <p:spPr>
          <a:xfrm>
            <a:off x="5272341" y="3688126"/>
            <a:ext cx="223520" cy="359851"/>
          </a:xfrm>
          <a:prstGeom prst="downArrow">
            <a:avLst/>
          </a:prstGeom>
          <a:solidFill>
            <a:srgbClr val="99EB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06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0155-6B4A-7152-416E-0BE9C5A3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Entity Inventory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884F29C-8D86-66FE-E087-E115BA9657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368903"/>
              </p:ext>
            </p:extLst>
          </p:nvPr>
        </p:nvGraphicFramePr>
        <p:xfrm>
          <a:off x="1761067" y="830086"/>
          <a:ext cx="7044267" cy="4696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8403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32A51223-72B4-DA35-03CE-C7098EDEE173}"/>
              </a:ext>
            </a:extLst>
          </p:cNvPr>
          <p:cNvSpPr/>
          <p:nvPr/>
        </p:nvSpPr>
        <p:spPr>
          <a:xfrm>
            <a:off x="8065514" y="933732"/>
            <a:ext cx="1441511" cy="227508"/>
          </a:xfrm>
          <a:prstGeom prst="rect">
            <a:avLst/>
          </a:prstGeom>
          <a:solidFill>
            <a:srgbClr val="F1CCF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B73AA0-C832-93E3-1125-D3F10296D53C}"/>
              </a:ext>
            </a:extLst>
          </p:cNvPr>
          <p:cNvSpPr/>
          <p:nvPr/>
        </p:nvSpPr>
        <p:spPr>
          <a:xfrm>
            <a:off x="6654905" y="933909"/>
            <a:ext cx="1407635" cy="227508"/>
          </a:xfrm>
          <a:prstGeom prst="rect">
            <a:avLst/>
          </a:prstGeom>
          <a:solidFill>
            <a:srgbClr val="E3CFF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49C4610-DDE3-E7CE-1807-654CD9B6A4F7}"/>
              </a:ext>
            </a:extLst>
          </p:cNvPr>
          <p:cNvSpPr/>
          <p:nvPr/>
        </p:nvSpPr>
        <p:spPr>
          <a:xfrm>
            <a:off x="5230599" y="934085"/>
            <a:ext cx="1421335" cy="227508"/>
          </a:xfrm>
          <a:prstGeom prst="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BA2DABB-C8DA-CD02-38E7-1AFEA706A7B0}"/>
              </a:ext>
            </a:extLst>
          </p:cNvPr>
          <p:cNvSpPr/>
          <p:nvPr/>
        </p:nvSpPr>
        <p:spPr>
          <a:xfrm>
            <a:off x="3618340" y="933040"/>
            <a:ext cx="1612264" cy="228377"/>
          </a:xfrm>
          <a:prstGeom prst="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339286E-5CA1-FD6B-BF93-0F345844327A}"/>
              </a:ext>
            </a:extLst>
          </p:cNvPr>
          <p:cNvSpPr/>
          <p:nvPr/>
        </p:nvSpPr>
        <p:spPr>
          <a:xfrm>
            <a:off x="1053384" y="4123788"/>
            <a:ext cx="8463025" cy="503081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60518E-E2C3-2282-0FAA-A78912A0BBAF}"/>
              </a:ext>
            </a:extLst>
          </p:cNvPr>
          <p:cNvSpPr/>
          <p:nvPr/>
        </p:nvSpPr>
        <p:spPr>
          <a:xfrm>
            <a:off x="1061201" y="3633639"/>
            <a:ext cx="8447391" cy="451755"/>
          </a:xfrm>
          <a:prstGeom prst="rect">
            <a:avLst/>
          </a:prstGeom>
          <a:solidFill>
            <a:srgbClr val="F5EFFB"/>
          </a:solidFill>
          <a:ln w="6350">
            <a:solidFill>
              <a:srgbClr val="F5EFFB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472B3E3-B2D1-B848-9D62-ECC39A3C0835}"/>
              </a:ext>
            </a:extLst>
          </p:cNvPr>
          <p:cNvSpPr/>
          <p:nvPr/>
        </p:nvSpPr>
        <p:spPr>
          <a:xfrm>
            <a:off x="1992314" y="933992"/>
            <a:ext cx="1627715" cy="228379"/>
          </a:xfrm>
          <a:prstGeom prst="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44AE9F-CB7F-922C-0197-B3D84A71EA90}"/>
              </a:ext>
            </a:extLst>
          </p:cNvPr>
          <p:cNvSpPr/>
          <p:nvPr/>
        </p:nvSpPr>
        <p:spPr>
          <a:xfrm>
            <a:off x="1061201" y="2558789"/>
            <a:ext cx="8447391" cy="510060"/>
          </a:xfrm>
          <a:prstGeom prst="rect">
            <a:avLst/>
          </a:prstGeom>
          <a:solidFill>
            <a:srgbClr val="F5EFFB"/>
          </a:solidFill>
          <a:ln w="6350">
            <a:solidFill>
              <a:srgbClr val="F5EFFB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A2FA8E-452D-7E76-120A-840997733253}"/>
              </a:ext>
            </a:extLst>
          </p:cNvPr>
          <p:cNvSpPr/>
          <p:nvPr/>
        </p:nvSpPr>
        <p:spPr>
          <a:xfrm>
            <a:off x="1053384" y="3107243"/>
            <a:ext cx="8463025" cy="488003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9DC705-D3F1-A1F4-F4A5-8715FBF1B5DC}"/>
              </a:ext>
            </a:extLst>
          </p:cNvPr>
          <p:cNvSpPr/>
          <p:nvPr/>
        </p:nvSpPr>
        <p:spPr>
          <a:xfrm>
            <a:off x="1053384" y="1689857"/>
            <a:ext cx="8463025" cy="838965"/>
          </a:xfrm>
          <a:prstGeom prst="rect">
            <a:avLst/>
          </a:prstGeom>
          <a:solidFill>
            <a:srgbClr val="F5EFFB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22F7289-5F02-9A70-3576-2E56EF9082EE}"/>
              </a:ext>
            </a:extLst>
          </p:cNvPr>
          <p:cNvSpPr/>
          <p:nvPr/>
        </p:nvSpPr>
        <p:spPr>
          <a:xfrm>
            <a:off x="1051690" y="1184760"/>
            <a:ext cx="8463025" cy="474709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9DAE6-E404-EEBC-A91B-67D4E57B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51"/>
              <a:t>Proposed Roadmap</a:t>
            </a:r>
            <a:endParaRPr lang="en-GB" sz="1851">
              <a:highlight>
                <a:srgbClr val="FFFF00"/>
              </a:highlight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1E282-87DE-B2E4-2525-AE4C78801FFC}"/>
              </a:ext>
            </a:extLst>
          </p:cNvPr>
          <p:cNvSpPr/>
          <p:nvPr/>
        </p:nvSpPr>
        <p:spPr>
          <a:xfrm>
            <a:off x="1051691" y="1165522"/>
            <a:ext cx="8463025" cy="346083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5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FA1D0A-4CD5-F298-F358-0D477004107D}"/>
              </a:ext>
            </a:extLst>
          </p:cNvPr>
          <p:cNvSpPr txBox="1"/>
          <p:nvPr/>
        </p:nvSpPr>
        <p:spPr>
          <a:xfrm>
            <a:off x="2170949" y="941201"/>
            <a:ext cx="1227215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700" b="1"/>
              <a:t>Date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E657F3-B606-3184-327E-21184BD48D3E}"/>
              </a:ext>
            </a:extLst>
          </p:cNvPr>
          <p:cNvSpPr txBox="1"/>
          <p:nvPr/>
        </p:nvSpPr>
        <p:spPr>
          <a:xfrm>
            <a:off x="3993581" y="957537"/>
            <a:ext cx="832156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700" b="1"/>
              <a:t>Date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3BDFF6-8F7D-E95D-5151-F41B15EC7137}"/>
              </a:ext>
            </a:extLst>
          </p:cNvPr>
          <p:cNvSpPr txBox="1"/>
          <p:nvPr/>
        </p:nvSpPr>
        <p:spPr>
          <a:xfrm>
            <a:off x="5516841" y="954186"/>
            <a:ext cx="935409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700" b="1"/>
              <a:t>Date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E8853F-3FBE-3D91-8CCA-7D5213431FE4}"/>
              </a:ext>
            </a:extLst>
          </p:cNvPr>
          <p:cNvSpPr txBox="1"/>
          <p:nvPr/>
        </p:nvSpPr>
        <p:spPr>
          <a:xfrm>
            <a:off x="6840095" y="949645"/>
            <a:ext cx="970793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700" b="1"/>
              <a:t>Date</a:t>
            </a:r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8D6A9A-5AC0-F986-DBD0-7372DB1A43B2}"/>
              </a:ext>
            </a:extLst>
          </p:cNvPr>
          <p:cNvSpPr txBox="1"/>
          <p:nvPr/>
        </p:nvSpPr>
        <p:spPr>
          <a:xfrm>
            <a:off x="8287211" y="949645"/>
            <a:ext cx="1005865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700" b="1"/>
              <a:t>Date</a:t>
            </a:r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6E5A1D-6061-B55D-5DB5-C0B248BB911A}"/>
              </a:ext>
            </a:extLst>
          </p:cNvPr>
          <p:cNvSpPr txBox="1"/>
          <p:nvPr/>
        </p:nvSpPr>
        <p:spPr>
          <a:xfrm>
            <a:off x="1093257" y="1263947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700" b="1"/>
              <a:t>Title</a:t>
            </a:r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9368CB-32C6-E1D9-3213-602259643DF9}"/>
              </a:ext>
            </a:extLst>
          </p:cNvPr>
          <p:cNvSpPr txBox="1"/>
          <p:nvPr/>
        </p:nvSpPr>
        <p:spPr>
          <a:xfrm>
            <a:off x="1084822" y="2051598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17210"/>
            <a:r>
              <a:rPr lang="en-GB" sz="700" b="1">
                <a:solidFill>
                  <a:schemeClr val="dk1"/>
                </a:solidFill>
              </a:rPr>
              <a:t>Title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B4F182-77CC-062E-BD55-F5BBE5E2DF66}"/>
              </a:ext>
            </a:extLst>
          </p:cNvPr>
          <p:cNvSpPr txBox="1"/>
          <p:nvPr/>
        </p:nvSpPr>
        <p:spPr>
          <a:xfrm>
            <a:off x="1084822" y="2744129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700" b="1"/>
              <a:t>Title</a:t>
            </a: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95CD16-2D79-F52A-00D7-6AB469EF496C}"/>
              </a:ext>
            </a:extLst>
          </p:cNvPr>
          <p:cNvSpPr txBox="1"/>
          <p:nvPr/>
        </p:nvSpPr>
        <p:spPr>
          <a:xfrm>
            <a:off x="1127868" y="3241097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17210">
              <a:defRPr/>
            </a:pPr>
            <a:r>
              <a:rPr lang="en-GB" sz="700" b="1">
                <a:solidFill>
                  <a:schemeClr val="dk1"/>
                </a:solidFill>
              </a:rPr>
              <a:t>Title</a:t>
            </a:r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25129E-1431-E2ED-8908-4C5065EC324E}"/>
              </a:ext>
            </a:extLst>
          </p:cNvPr>
          <p:cNvSpPr txBox="1"/>
          <p:nvPr/>
        </p:nvSpPr>
        <p:spPr>
          <a:xfrm>
            <a:off x="1127868" y="3779600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17210">
              <a:defRPr/>
            </a:pPr>
            <a:r>
              <a:rPr lang="en-US" sz="700" b="1">
                <a:solidFill>
                  <a:schemeClr val="dk1"/>
                </a:solidFill>
              </a:rPr>
              <a:t>Title</a:t>
            </a:r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4BF23B-5125-FF86-30A5-00A1094A8B8D}"/>
              </a:ext>
            </a:extLst>
          </p:cNvPr>
          <p:cNvSpPr txBox="1"/>
          <p:nvPr/>
        </p:nvSpPr>
        <p:spPr>
          <a:xfrm>
            <a:off x="1084822" y="4280785"/>
            <a:ext cx="1004764" cy="203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700" b="1"/>
              <a:t>Title</a:t>
            </a:r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8384429-1C38-A71D-F2A2-8C5520F297D4}"/>
              </a:ext>
            </a:extLst>
          </p:cNvPr>
          <p:cNvSpPr/>
          <p:nvPr/>
        </p:nvSpPr>
        <p:spPr>
          <a:xfrm>
            <a:off x="3660574" y="2142349"/>
            <a:ext cx="697483" cy="347463"/>
          </a:xfrm>
          <a:prstGeom prst="round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02CDA22-08FC-A598-EDC2-8CB8075C204A}"/>
              </a:ext>
            </a:extLst>
          </p:cNvPr>
          <p:cNvSpPr/>
          <p:nvPr/>
        </p:nvSpPr>
        <p:spPr>
          <a:xfrm>
            <a:off x="4399931" y="2142349"/>
            <a:ext cx="813177" cy="347463"/>
          </a:xfrm>
          <a:prstGeom prst="roundRect">
            <a:avLst/>
          </a:prstGeom>
          <a:solidFill>
            <a:srgbClr val="B3DCC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EB3472-E070-BE96-AF5D-9AB29F4C39CF}"/>
              </a:ext>
            </a:extLst>
          </p:cNvPr>
          <p:cNvSpPr/>
          <p:nvPr/>
        </p:nvSpPr>
        <p:spPr>
          <a:xfrm>
            <a:off x="6694194" y="3647347"/>
            <a:ext cx="1322267" cy="429396"/>
          </a:xfrm>
          <a:prstGeom prst="roundRect">
            <a:avLst/>
          </a:prstGeom>
          <a:solidFill>
            <a:srgbClr val="E3CFF3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4">
              <a:solidFill>
                <a:schemeClr val="tx1"/>
              </a:solidFill>
              <a:cs typeface="Calibri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D1DDA77-AE2E-2EA3-6852-155AFDF9B608}"/>
              </a:ext>
            </a:extLst>
          </p:cNvPr>
          <p:cNvSpPr/>
          <p:nvPr/>
        </p:nvSpPr>
        <p:spPr>
          <a:xfrm>
            <a:off x="5270636" y="2600875"/>
            <a:ext cx="644608" cy="429396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7988CB60-524B-967F-024D-7604796E46D7}"/>
              </a:ext>
            </a:extLst>
          </p:cNvPr>
          <p:cNvSpPr/>
          <p:nvPr/>
        </p:nvSpPr>
        <p:spPr>
          <a:xfrm>
            <a:off x="6696106" y="2600875"/>
            <a:ext cx="646232" cy="429396"/>
          </a:xfrm>
          <a:prstGeom prst="roundRect">
            <a:avLst/>
          </a:prstGeom>
          <a:solidFill>
            <a:srgbClr val="E3CFF3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20F14DB-E1EE-CA64-B637-764DEB3D8F65}"/>
              </a:ext>
            </a:extLst>
          </p:cNvPr>
          <p:cNvSpPr/>
          <p:nvPr/>
        </p:nvSpPr>
        <p:spPr>
          <a:xfrm>
            <a:off x="5961065" y="2600875"/>
            <a:ext cx="655828" cy="429396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0469128-3E55-A7EE-B649-B145D46B77CE}"/>
              </a:ext>
            </a:extLst>
          </p:cNvPr>
          <p:cNvSpPr/>
          <p:nvPr/>
        </p:nvSpPr>
        <p:spPr>
          <a:xfrm>
            <a:off x="7402224" y="2600875"/>
            <a:ext cx="620547" cy="429396"/>
          </a:xfrm>
          <a:prstGeom prst="roundRect">
            <a:avLst/>
          </a:prstGeom>
          <a:solidFill>
            <a:srgbClr val="B3DCC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16AA14D-B7CD-AD5A-1A48-16E6B577A35A}"/>
              </a:ext>
            </a:extLst>
          </p:cNvPr>
          <p:cNvSpPr/>
          <p:nvPr/>
        </p:nvSpPr>
        <p:spPr>
          <a:xfrm>
            <a:off x="5273647" y="4139271"/>
            <a:ext cx="1343247" cy="429396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GB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76D3A6F-D387-2519-B678-86527FDA08AE}"/>
              </a:ext>
            </a:extLst>
          </p:cNvPr>
          <p:cNvSpPr/>
          <p:nvPr/>
        </p:nvSpPr>
        <p:spPr>
          <a:xfrm>
            <a:off x="6687995" y="4139271"/>
            <a:ext cx="1318916" cy="429396"/>
          </a:xfrm>
          <a:prstGeom prst="roundRect">
            <a:avLst/>
          </a:prstGeom>
          <a:solidFill>
            <a:srgbClr val="B3DCC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F7E00EC-B971-6BCA-91D9-EDD27375D2FE}"/>
              </a:ext>
            </a:extLst>
          </p:cNvPr>
          <p:cNvSpPr/>
          <p:nvPr/>
        </p:nvSpPr>
        <p:spPr>
          <a:xfrm>
            <a:off x="8873526" y="4139271"/>
            <a:ext cx="599620" cy="429396"/>
          </a:xfrm>
          <a:prstGeom prst="roundRect">
            <a:avLst/>
          </a:prstGeom>
          <a:solidFill>
            <a:srgbClr val="B3DCC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8561BCF-4BF1-1B5A-F6A3-81DDA910B994}"/>
              </a:ext>
            </a:extLst>
          </p:cNvPr>
          <p:cNvSpPr/>
          <p:nvPr/>
        </p:nvSpPr>
        <p:spPr>
          <a:xfrm>
            <a:off x="8102547" y="4139271"/>
            <a:ext cx="734676" cy="429396"/>
          </a:xfrm>
          <a:prstGeom prst="roundRect">
            <a:avLst/>
          </a:prstGeom>
          <a:solidFill>
            <a:srgbClr val="F1CCF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99F148E-6441-8977-B2B0-18BADA4D2AEE}"/>
              </a:ext>
            </a:extLst>
          </p:cNvPr>
          <p:cNvSpPr/>
          <p:nvPr/>
        </p:nvSpPr>
        <p:spPr>
          <a:xfrm>
            <a:off x="5283199" y="3130060"/>
            <a:ext cx="1321096" cy="429396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21743E-8CF3-62E3-8F68-14D46D5A1ADF}"/>
              </a:ext>
            </a:extLst>
          </p:cNvPr>
          <p:cNvSpPr/>
          <p:nvPr/>
        </p:nvSpPr>
        <p:spPr>
          <a:xfrm>
            <a:off x="6694885" y="3130060"/>
            <a:ext cx="1318916" cy="429396"/>
          </a:xfrm>
          <a:prstGeom prst="roundRect">
            <a:avLst/>
          </a:prstGeom>
          <a:solidFill>
            <a:srgbClr val="B3DCC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0C2A3E1-9953-ED8C-4AB7-D542FDFE2723}"/>
              </a:ext>
            </a:extLst>
          </p:cNvPr>
          <p:cNvSpPr/>
          <p:nvPr/>
        </p:nvSpPr>
        <p:spPr>
          <a:xfrm>
            <a:off x="8119663" y="3130060"/>
            <a:ext cx="1344441" cy="429396"/>
          </a:xfrm>
          <a:prstGeom prst="roundRect">
            <a:avLst/>
          </a:prstGeom>
          <a:solidFill>
            <a:srgbClr val="F1CCF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4E6E72D-2D2E-D472-C4AC-AC9215AE4841}"/>
              </a:ext>
            </a:extLst>
          </p:cNvPr>
          <p:cNvSpPr/>
          <p:nvPr/>
        </p:nvSpPr>
        <p:spPr>
          <a:xfrm>
            <a:off x="8753090" y="3653064"/>
            <a:ext cx="711016" cy="429396"/>
          </a:xfrm>
          <a:prstGeom prst="roundRect">
            <a:avLst/>
          </a:prstGeom>
          <a:solidFill>
            <a:srgbClr val="F1CCF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D3E879A-747C-C1CA-2539-C1D154A6B667}"/>
              </a:ext>
            </a:extLst>
          </p:cNvPr>
          <p:cNvSpPr/>
          <p:nvPr/>
        </p:nvSpPr>
        <p:spPr>
          <a:xfrm>
            <a:off x="8119663" y="2600875"/>
            <a:ext cx="1353483" cy="429396"/>
          </a:xfrm>
          <a:prstGeom prst="roundRect">
            <a:avLst/>
          </a:prstGeom>
          <a:solidFill>
            <a:srgbClr val="F1CCF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17CB1917-5043-57A3-6E37-3C41968CABD0}"/>
              </a:ext>
            </a:extLst>
          </p:cNvPr>
          <p:cNvSpPr/>
          <p:nvPr/>
        </p:nvSpPr>
        <p:spPr>
          <a:xfrm>
            <a:off x="5283200" y="3653065"/>
            <a:ext cx="1333693" cy="410232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8F586010-5771-7D32-3B24-A267F0CEFE08}"/>
              </a:ext>
            </a:extLst>
          </p:cNvPr>
          <p:cNvSpPr/>
          <p:nvPr/>
        </p:nvSpPr>
        <p:spPr>
          <a:xfrm>
            <a:off x="8119663" y="3647347"/>
            <a:ext cx="597125" cy="429396"/>
          </a:xfrm>
          <a:prstGeom prst="roundRect">
            <a:avLst/>
          </a:prstGeom>
          <a:solidFill>
            <a:srgbClr val="B3DCC2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C7193D5-37B5-A1C1-80AA-15BC8A3CC1C6}"/>
              </a:ext>
            </a:extLst>
          </p:cNvPr>
          <p:cNvSpPr/>
          <p:nvPr/>
        </p:nvSpPr>
        <p:spPr>
          <a:xfrm>
            <a:off x="4401732" y="1733441"/>
            <a:ext cx="813177" cy="347463"/>
          </a:xfrm>
          <a:prstGeom prst="round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4AB1BD7F-6119-EECE-3E98-59913AC2C39D}"/>
              </a:ext>
            </a:extLst>
          </p:cNvPr>
          <p:cNvSpPr/>
          <p:nvPr/>
        </p:nvSpPr>
        <p:spPr>
          <a:xfrm>
            <a:off x="3665627" y="1733441"/>
            <a:ext cx="699949" cy="347463"/>
          </a:xfrm>
          <a:prstGeom prst="round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DC7E20A-EB1F-75A5-BB47-73366536E11D}"/>
              </a:ext>
            </a:extLst>
          </p:cNvPr>
          <p:cNvSpPr/>
          <p:nvPr/>
        </p:nvSpPr>
        <p:spPr>
          <a:xfrm>
            <a:off x="2027412" y="1733439"/>
            <a:ext cx="1547029" cy="756368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EBCB461-1667-E816-8CFC-E6870C5B8DF4}"/>
              </a:ext>
            </a:extLst>
          </p:cNvPr>
          <p:cNvSpPr/>
          <p:nvPr/>
        </p:nvSpPr>
        <p:spPr>
          <a:xfrm>
            <a:off x="2014305" y="1240636"/>
            <a:ext cx="699949" cy="346764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8B3F0C1-C852-2C82-8E18-B09D1F01954D}"/>
              </a:ext>
            </a:extLst>
          </p:cNvPr>
          <p:cNvSpPr/>
          <p:nvPr/>
        </p:nvSpPr>
        <p:spPr>
          <a:xfrm>
            <a:off x="3669363" y="1258831"/>
            <a:ext cx="1543741" cy="335347"/>
          </a:xfrm>
          <a:prstGeom prst="round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66D0B24-382F-42A8-1591-FF64FFC94E82}"/>
              </a:ext>
            </a:extLst>
          </p:cNvPr>
          <p:cNvSpPr/>
          <p:nvPr/>
        </p:nvSpPr>
        <p:spPr>
          <a:xfrm>
            <a:off x="1059378" y="937394"/>
            <a:ext cx="926927" cy="228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</p:spTree>
    <p:extLst>
      <p:ext uri="{BB962C8B-B14F-4D97-AF65-F5344CB8AC3E}">
        <p14:creationId xmlns:p14="http://schemas.microsoft.com/office/powerpoint/2010/main" val="3417023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F6ED-2B9D-E885-BE92-F3B96451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322661D4-AE31-A354-8759-DF155E2EA8D6}"/>
              </a:ext>
            </a:extLst>
          </p:cNvPr>
          <p:cNvSpPr/>
          <p:nvPr/>
        </p:nvSpPr>
        <p:spPr>
          <a:xfrm>
            <a:off x="8023534" y="777699"/>
            <a:ext cx="2395789" cy="227604"/>
          </a:xfrm>
          <a:prstGeom prst="rect">
            <a:avLst/>
          </a:prstGeom>
          <a:solidFill>
            <a:srgbClr val="E3CFF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E7E66A-5782-96A1-DEA5-C57D10639DAC}"/>
              </a:ext>
            </a:extLst>
          </p:cNvPr>
          <p:cNvSpPr/>
          <p:nvPr/>
        </p:nvSpPr>
        <p:spPr>
          <a:xfrm>
            <a:off x="5950106" y="777875"/>
            <a:ext cx="2065481" cy="227604"/>
          </a:xfrm>
          <a:prstGeom prst="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DEAE265-266B-4F69-89B4-B008D5C16BFE}"/>
              </a:ext>
            </a:extLst>
          </p:cNvPr>
          <p:cNvSpPr/>
          <p:nvPr/>
        </p:nvSpPr>
        <p:spPr>
          <a:xfrm>
            <a:off x="3735055" y="776814"/>
            <a:ext cx="2219444" cy="228490"/>
          </a:xfrm>
          <a:prstGeom prst="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02941D3-72C4-B715-04DD-D48E8F0A27C0}"/>
              </a:ext>
            </a:extLst>
          </p:cNvPr>
          <p:cNvSpPr/>
          <p:nvPr/>
        </p:nvSpPr>
        <p:spPr>
          <a:xfrm>
            <a:off x="1557592" y="777782"/>
            <a:ext cx="2175044" cy="228475"/>
          </a:xfrm>
          <a:prstGeom prst="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DE6BF3F-0297-6E7E-66B1-2B139F5E2BBA}"/>
              </a:ext>
            </a:extLst>
          </p:cNvPr>
          <p:cNvSpPr/>
          <p:nvPr/>
        </p:nvSpPr>
        <p:spPr>
          <a:xfrm>
            <a:off x="147067" y="3340236"/>
            <a:ext cx="10270589" cy="557888"/>
          </a:xfrm>
          <a:prstGeom prst="rect">
            <a:avLst/>
          </a:prstGeom>
          <a:solidFill>
            <a:srgbClr val="F5EFFB"/>
          </a:solidFill>
          <a:ln w="6350">
            <a:solidFill>
              <a:srgbClr val="F5EFFB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9DCBD7B-1B01-8E6B-2094-1ACBB4938111}"/>
              </a:ext>
            </a:extLst>
          </p:cNvPr>
          <p:cNvSpPr/>
          <p:nvPr/>
        </p:nvSpPr>
        <p:spPr>
          <a:xfrm>
            <a:off x="154400" y="3969885"/>
            <a:ext cx="10263257" cy="748777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0582083-16CF-5FE4-574C-C8AB6A4D615F}"/>
              </a:ext>
            </a:extLst>
          </p:cNvPr>
          <p:cNvSpPr/>
          <p:nvPr/>
        </p:nvSpPr>
        <p:spPr>
          <a:xfrm>
            <a:off x="150719" y="2429445"/>
            <a:ext cx="10263257" cy="838965"/>
          </a:xfrm>
          <a:prstGeom prst="rect">
            <a:avLst/>
          </a:prstGeom>
          <a:solidFill>
            <a:srgbClr val="F5EFFB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6B777F7-B9D1-C44D-D439-ED6ED25D2843}"/>
              </a:ext>
            </a:extLst>
          </p:cNvPr>
          <p:cNvSpPr/>
          <p:nvPr/>
        </p:nvSpPr>
        <p:spPr>
          <a:xfrm>
            <a:off x="150719" y="1028645"/>
            <a:ext cx="10263257" cy="1303375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82A24-9947-9148-3887-72AE3A1D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51"/>
              <a:t>Proposed Roadmap</a:t>
            </a:r>
            <a:endParaRPr lang="en-GB" sz="1851">
              <a:highlight>
                <a:srgbClr val="FFFF00"/>
              </a:highlight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3D597-7E90-B885-2025-A3842C4D79DC}"/>
              </a:ext>
            </a:extLst>
          </p:cNvPr>
          <p:cNvSpPr/>
          <p:nvPr/>
        </p:nvSpPr>
        <p:spPr>
          <a:xfrm>
            <a:off x="152412" y="1009408"/>
            <a:ext cx="10266911" cy="370188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5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D944CB-E285-4DB1-8A6D-796EB4FCEDCB}"/>
              </a:ext>
            </a:extLst>
          </p:cNvPr>
          <p:cNvSpPr txBox="1"/>
          <p:nvPr/>
        </p:nvSpPr>
        <p:spPr>
          <a:xfrm>
            <a:off x="2146953" y="743079"/>
            <a:ext cx="122721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200" b="1"/>
              <a:t>Q1 202x</a:t>
            </a:r>
            <a:endParaRPr 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762097-2B05-3BF3-85ED-C3D250265746}"/>
              </a:ext>
            </a:extLst>
          </p:cNvPr>
          <p:cNvSpPr txBox="1"/>
          <p:nvPr/>
        </p:nvSpPr>
        <p:spPr>
          <a:xfrm>
            <a:off x="4466640" y="759415"/>
            <a:ext cx="832156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200" b="1"/>
              <a:t>Q2 202x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6F2A09-0CB3-6EBA-B99B-FBD4EAB18393}"/>
              </a:ext>
            </a:extLst>
          </p:cNvPr>
          <p:cNvSpPr txBox="1"/>
          <p:nvPr/>
        </p:nvSpPr>
        <p:spPr>
          <a:xfrm>
            <a:off x="6538466" y="756064"/>
            <a:ext cx="93540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200" b="1"/>
              <a:t>Q3 202x</a:t>
            </a:r>
            <a:endParaRPr lang="en-US"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F5DB4F-E351-A18A-688F-CBE20C7928D4}"/>
              </a:ext>
            </a:extLst>
          </p:cNvPr>
          <p:cNvSpPr txBox="1"/>
          <p:nvPr/>
        </p:nvSpPr>
        <p:spPr>
          <a:xfrm>
            <a:off x="8740445" y="751523"/>
            <a:ext cx="970793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200" b="1"/>
              <a:t>Q4 202x</a:t>
            </a:r>
            <a:endParaRPr lang="en-US"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F3C78E-E4EE-0519-4D21-74D98089F577}"/>
              </a:ext>
            </a:extLst>
          </p:cNvPr>
          <p:cNvSpPr txBox="1"/>
          <p:nvPr/>
        </p:nvSpPr>
        <p:spPr>
          <a:xfrm>
            <a:off x="284528" y="1164262"/>
            <a:ext cx="100476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latin typeface="Calibri Light"/>
                <a:ea typeface="Calibri Light"/>
                <a:cs typeface="Calibri Light"/>
              </a:rPr>
              <a:t>Visibility to Critical Entities &amp;</a:t>
            </a:r>
          </a:p>
          <a:p>
            <a:endParaRPr lang="en-US" sz="800">
              <a:latin typeface="Calibri Light"/>
              <a:ea typeface="Calibri Light"/>
              <a:cs typeface="Calibri Light"/>
            </a:endParaRPr>
          </a:p>
          <a:p>
            <a:endParaRPr lang="en-US" sz="800">
              <a:latin typeface="Calibri Light"/>
              <a:ea typeface="Calibri Light"/>
              <a:cs typeface="Calibri Light"/>
            </a:endParaRPr>
          </a:p>
          <a:p>
            <a:endParaRPr lang="en-US" sz="800">
              <a:latin typeface="Calibri Light"/>
              <a:ea typeface="Calibri Light"/>
              <a:cs typeface="Calibri Light"/>
            </a:endParaRPr>
          </a:p>
          <a:p>
            <a:r>
              <a:rPr lang="en-US" sz="800">
                <a:latin typeface="Calibri Light"/>
                <a:ea typeface="Calibri Light" charset="0"/>
                <a:cs typeface="Calibri Light"/>
              </a:rPr>
              <a:t>Relationships</a:t>
            </a:r>
            <a:endParaRPr lang="en-US" sz="800">
              <a:latin typeface="Calibri Light"/>
              <a:ea typeface="Calibri Light" charset="0"/>
              <a:cs typeface="Calibri Light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696664-BBE6-F1A2-38A3-1FB113EB2E06}"/>
              </a:ext>
            </a:extLst>
          </p:cNvPr>
          <p:cNvSpPr txBox="1"/>
          <p:nvPr/>
        </p:nvSpPr>
        <p:spPr>
          <a:xfrm>
            <a:off x="290680" y="2679650"/>
            <a:ext cx="10047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latin typeface="Calibri Light"/>
                <a:ea typeface="Calibri Light"/>
                <a:cs typeface="Calibri Light"/>
              </a:rPr>
              <a:t>Extending Data Source Support</a:t>
            </a:r>
            <a:endParaRPr lang="en-US" sz="8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A9E158-6614-E2EC-1ED9-5F8587D1F630}"/>
              </a:ext>
            </a:extLst>
          </p:cNvPr>
          <p:cNvSpPr txBox="1"/>
          <p:nvPr/>
        </p:nvSpPr>
        <p:spPr>
          <a:xfrm>
            <a:off x="277359" y="3440827"/>
            <a:ext cx="126738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latin typeface="Calibri Light"/>
                <a:cs typeface="Calibri Light"/>
              </a:rPr>
              <a:t>Improve Client </a:t>
            </a:r>
          </a:p>
          <a:p>
            <a:r>
              <a:rPr lang="en-US" sz="800">
                <a:latin typeface="Calibri Light"/>
                <a:cs typeface="Calibri Light"/>
              </a:rPr>
              <a:t>Experience</a:t>
            </a:r>
            <a:endParaRPr lang="en-US" sz="11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84CF60-7EE7-AA29-C941-30F46BCA9899}"/>
              </a:ext>
            </a:extLst>
          </p:cNvPr>
          <p:cNvSpPr txBox="1"/>
          <p:nvPr/>
        </p:nvSpPr>
        <p:spPr>
          <a:xfrm>
            <a:off x="277358" y="4158234"/>
            <a:ext cx="10047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latin typeface="Calibri Light"/>
                <a:cs typeface="Calibri Light"/>
              </a:rPr>
              <a:t>Improve End User Experience</a:t>
            </a:r>
            <a:endParaRPr lang="en-US" sz="11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5EDEF9-BD30-AD12-DE25-AEDA2D5EE4C5}"/>
              </a:ext>
            </a:extLst>
          </p:cNvPr>
          <p:cNvCxnSpPr>
            <a:cxnSpLocks/>
          </p:cNvCxnSpPr>
          <p:nvPr/>
        </p:nvCxnSpPr>
        <p:spPr>
          <a:xfrm>
            <a:off x="3732640" y="1013406"/>
            <a:ext cx="0" cy="370525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C6969E-2273-0C22-6178-5334321BAF14}"/>
              </a:ext>
            </a:extLst>
          </p:cNvPr>
          <p:cNvCxnSpPr>
            <a:cxnSpLocks/>
          </p:cNvCxnSpPr>
          <p:nvPr/>
        </p:nvCxnSpPr>
        <p:spPr>
          <a:xfrm>
            <a:off x="5954499" y="1006541"/>
            <a:ext cx="0" cy="3712121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2EEF90-5111-FB74-5FC7-F488C5CA7422}"/>
              </a:ext>
            </a:extLst>
          </p:cNvPr>
          <p:cNvCxnSpPr>
            <a:cxnSpLocks/>
          </p:cNvCxnSpPr>
          <p:nvPr/>
        </p:nvCxnSpPr>
        <p:spPr>
          <a:xfrm>
            <a:off x="8023534" y="1013406"/>
            <a:ext cx="0" cy="370525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AE5323-6209-9A71-1361-05CDFB993FC3}"/>
              </a:ext>
            </a:extLst>
          </p:cNvPr>
          <p:cNvCxnSpPr>
            <a:cxnSpLocks/>
          </p:cNvCxnSpPr>
          <p:nvPr/>
        </p:nvCxnSpPr>
        <p:spPr>
          <a:xfrm>
            <a:off x="1559585" y="1005303"/>
            <a:ext cx="0" cy="371335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AACBA16-2AE5-4D83-AB78-E859906124C0}"/>
              </a:ext>
            </a:extLst>
          </p:cNvPr>
          <p:cNvSpPr/>
          <p:nvPr/>
        </p:nvSpPr>
        <p:spPr>
          <a:xfrm>
            <a:off x="9346060" y="4828927"/>
            <a:ext cx="1068737" cy="1805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r>
              <a:rPr lang="en-US" sz="823">
                <a:solidFill>
                  <a:schemeClr val="tx1"/>
                </a:solidFill>
              </a:rPr>
              <a:t>Big Ticket Item</a:t>
            </a:r>
            <a:endParaRPr lang="en-US" sz="1560"/>
          </a:p>
        </p:txBody>
      </p:sp>
      <p:sp>
        <p:nvSpPr>
          <p:cNvPr id="20" name="Arrow: Right 88">
            <a:extLst>
              <a:ext uri="{FF2B5EF4-FFF2-40B4-BE49-F238E27FC236}">
                <a16:creationId xmlns:a16="http://schemas.microsoft.com/office/drawing/2014/main" id="{C836270C-5766-6F69-F7A7-25AC8179988F}"/>
              </a:ext>
            </a:extLst>
          </p:cNvPr>
          <p:cNvSpPr/>
          <p:nvPr/>
        </p:nvSpPr>
        <p:spPr>
          <a:xfrm>
            <a:off x="1568843" y="4753841"/>
            <a:ext cx="8845129" cy="53012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0"/>
          </a:p>
        </p:txBody>
      </p:sp>
      <p:sp>
        <p:nvSpPr>
          <p:cNvPr id="21" name="Rectangle: Rounded Corners 51">
            <a:extLst>
              <a:ext uri="{FF2B5EF4-FFF2-40B4-BE49-F238E27FC236}">
                <a16:creationId xmlns:a16="http://schemas.microsoft.com/office/drawing/2014/main" id="{13943B00-4997-4ABE-790D-C9C0688A89D9}"/>
              </a:ext>
            </a:extLst>
          </p:cNvPr>
          <p:cNvSpPr/>
          <p:nvPr/>
        </p:nvSpPr>
        <p:spPr>
          <a:xfrm>
            <a:off x="1591539" y="1117963"/>
            <a:ext cx="982674" cy="3858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: Rounded Corners 55">
            <a:extLst>
              <a:ext uri="{FF2B5EF4-FFF2-40B4-BE49-F238E27FC236}">
                <a16:creationId xmlns:a16="http://schemas.microsoft.com/office/drawing/2014/main" id="{3208FA4B-B756-43A5-1B11-242CA3F43D86}"/>
              </a:ext>
            </a:extLst>
          </p:cNvPr>
          <p:cNvSpPr/>
          <p:nvPr/>
        </p:nvSpPr>
        <p:spPr>
          <a:xfrm>
            <a:off x="3778660" y="1117963"/>
            <a:ext cx="1025170" cy="3859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: Rounded Corners 56">
            <a:extLst>
              <a:ext uri="{FF2B5EF4-FFF2-40B4-BE49-F238E27FC236}">
                <a16:creationId xmlns:a16="http://schemas.microsoft.com/office/drawing/2014/main" id="{B8BBDDA4-59F2-A1AC-749E-55DE218CD8BD}"/>
              </a:ext>
            </a:extLst>
          </p:cNvPr>
          <p:cNvSpPr/>
          <p:nvPr/>
        </p:nvSpPr>
        <p:spPr>
          <a:xfrm>
            <a:off x="6000939" y="1120991"/>
            <a:ext cx="635942" cy="38415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: Rounded Corners 57">
            <a:extLst>
              <a:ext uri="{FF2B5EF4-FFF2-40B4-BE49-F238E27FC236}">
                <a16:creationId xmlns:a16="http://schemas.microsoft.com/office/drawing/2014/main" id="{5443E70C-ABD7-220E-742F-6CBC166783E0}"/>
              </a:ext>
            </a:extLst>
          </p:cNvPr>
          <p:cNvSpPr/>
          <p:nvPr/>
        </p:nvSpPr>
        <p:spPr>
          <a:xfrm>
            <a:off x="2613559" y="1117963"/>
            <a:ext cx="1059891" cy="3858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: Rounded Corners 58">
            <a:extLst>
              <a:ext uri="{FF2B5EF4-FFF2-40B4-BE49-F238E27FC236}">
                <a16:creationId xmlns:a16="http://schemas.microsoft.com/office/drawing/2014/main" id="{B7E74A60-1AC0-CBA9-30A9-346F14BBECAC}"/>
              </a:ext>
            </a:extLst>
          </p:cNvPr>
          <p:cNvSpPr/>
          <p:nvPr/>
        </p:nvSpPr>
        <p:spPr>
          <a:xfrm>
            <a:off x="4838717" y="1117971"/>
            <a:ext cx="1078855" cy="3858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: Rounded Corners 59">
            <a:extLst>
              <a:ext uri="{FF2B5EF4-FFF2-40B4-BE49-F238E27FC236}">
                <a16:creationId xmlns:a16="http://schemas.microsoft.com/office/drawing/2014/main" id="{58028E86-1A88-A950-02F0-965BD9FDD06A}"/>
              </a:ext>
            </a:extLst>
          </p:cNvPr>
          <p:cNvSpPr/>
          <p:nvPr/>
        </p:nvSpPr>
        <p:spPr>
          <a:xfrm>
            <a:off x="6648230" y="1114435"/>
            <a:ext cx="684926" cy="3972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IN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: Rounded Corners 61">
            <a:extLst>
              <a:ext uri="{FF2B5EF4-FFF2-40B4-BE49-F238E27FC236}">
                <a16:creationId xmlns:a16="http://schemas.microsoft.com/office/drawing/2014/main" id="{DB4BECA0-74F9-9F83-585E-7E784021B396}"/>
              </a:ext>
            </a:extLst>
          </p:cNvPr>
          <p:cNvSpPr/>
          <p:nvPr/>
        </p:nvSpPr>
        <p:spPr>
          <a:xfrm>
            <a:off x="3789176" y="1558912"/>
            <a:ext cx="1014654" cy="352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r>
              <a:rPr lang="en-US" sz="800">
                <a:solidFill>
                  <a:schemeClr val="tx2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\</a:t>
            </a:r>
          </a:p>
        </p:txBody>
      </p:sp>
      <p:sp>
        <p:nvSpPr>
          <p:cNvPr id="28" name="Rectangle: Rounded Corners 62">
            <a:extLst>
              <a:ext uri="{FF2B5EF4-FFF2-40B4-BE49-F238E27FC236}">
                <a16:creationId xmlns:a16="http://schemas.microsoft.com/office/drawing/2014/main" id="{9B996C30-DE24-CC95-F2B1-ECDBAB61FE42}"/>
              </a:ext>
            </a:extLst>
          </p:cNvPr>
          <p:cNvSpPr/>
          <p:nvPr/>
        </p:nvSpPr>
        <p:spPr>
          <a:xfrm>
            <a:off x="6016917" y="1555800"/>
            <a:ext cx="1003389" cy="3556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63">
            <a:extLst>
              <a:ext uri="{FF2B5EF4-FFF2-40B4-BE49-F238E27FC236}">
                <a16:creationId xmlns:a16="http://schemas.microsoft.com/office/drawing/2014/main" id="{A1D8F561-83BB-EC2B-AA8E-E12F68C19055}"/>
              </a:ext>
            </a:extLst>
          </p:cNvPr>
          <p:cNvSpPr/>
          <p:nvPr/>
        </p:nvSpPr>
        <p:spPr>
          <a:xfrm>
            <a:off x="8085222" y="1118556"/>
            <a:ext cx="753569" cy="38902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: Rounded Corners 64">
            <a:extLst>
              <a:ext uri="{FF2B5EF4-FFF2-40B4-BE49-F238E27FC236}">
                <a16:creationId xmlns:a16="http://schemas.microsoft.com/office/drawing/2014/main" id="{7891321A-0C27-AECE-9873-2204EC50D11F}"/>
              </a:ext>
            </a:extLst>
          </p:cNvPr>
          <p:cNvSpPr/>
          <p:nvPr/>
        </p:nvSpPr>
        <p:spPr>
          <a:xfrm>
            <a:off x="8875205" y="1121398"/>
            <a:ext cx="753569" cy="3833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: Rounded Corners 2">
            <a:extLst>
              <a:ext uri="{FF2B5EF4-FFF2-40B4-BE49-F238E27FC236}">
                <a16:creationId xmlns:a16="http://schemas.microsoft.com/office/drawing/2014/main" id="{86C83446-83B4-8E79-7E12-D807930EB705}"/>
              </a:ext>
            </a:extLst>
          </p:cNvPr>
          <p:cNvSpPr/>
          <p:nvPr/>
        </p:nvSpPr>
        <p:spPr>
          <a:xfrm>
            <a:off x="1597274" y="1556268"/>
            <a:ext cx="976939" cy="7355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: Rounded Corners 82">
            <a:extLst>
              <a:ext uri="{FF2B5EF4-FFF2-40B4-BE49-F238E27FC236}">
                <a16:creationId xmlns:a16="http://schemas.microsoft.com/office/drawing/2014/main" id="{2229E8EE-2728-4CD5-FB24-5E0F10043F53}"/>
              </a:ext>
            </a:extLst>
          </p:cNvPr>
          <p:cNvSpPr/>
          <p:nvPr/>
        </p:nvSpPr>
        <p:spPr>
          <a:xfrm>
            <a:off x="7054844" y="1549953"/>
            <a:ext cx="939894" cy="3613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85">
            <a:extLst>
              <a:ext uri="{FF2B5EF4-FFF2-40B4-BE49-F238E27FC236}">
                <a16:creationId xmlns:a16="http://schemas.microsoft.com/office/drawing/2014/main" id="{F5BBB82F-4A2F-C8EC-7EF8-545C0202E82B}"/>
              </a:ext>
            </a:extLst>
          </p:cNvPr>
          <p:cNvSpPr/>
          <p:nvPr/>
        </p:nvSpPr>
        <p:spPr>
          <a:xfrm>
            <a:off x="2613559" y="1558723"/>
            <a:ext cx="1073059" cy="7305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: Rounded Corners 9">
            <a:extLst>
              <a:ext uri="{FF2B5EF4-FFF2-40B4-BE49-F238E27FC236}">
                <a16:creationId xmlns:a16="http://schemas.microsoft.com/office/drawing/2014/main" id="{C5754A91-3AE2-C9EF-F411-B223F6179777}"/>
              </a:ext>
            </a:extLst>
          </p:cNvPr>
          <p:cNvSpPr/>
          <p:nvPr/>
        </p:nvSpPr>
        <p:spPr>
          <a:xfrm>
            <a:off x="4837046" y="1565576"/>
            <a:ext cx="1078855" cy="352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: Rounded Corners 19">
            <a:extLst>
              <a:ext uri="{FF2B5EF4-FFF2-40B4-BE49-F238E27FC236}">
                <a16:creationId xmlns:a16="http://schemas.microsoft.com/office/drawing/2014/main" id="{3BA16246-913B-60FA-0479-AF78AE856581}"/>
              </a:ext>
            </a:extLst>
          </p:cNvPr>
          <p:cNvSpPr/>
          <p:nvPr/>
        </p:nvSpPr>
        <p:spPr>
          <a:xfrm>
            <a:off x="3790637" y="1938918"/>
            <a:ext cx="998484" cy="352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: Rounded Corners 44">
            <a:extLst>
              <a:ext uri="{FF2B5EF4-FFF2-40B4-BE49-F238E27FC236}">
                <a16:creationId xmlns:a16="http://schemas.microsoft.com/office/drawing/2014/main" id="{4BA2A8DD-617A-B741-72BA-8D2385BA1954}"/>
              </a:ext>
            </a:extLst>
          </p:cNvPr>
          <p:cNvSpPr/>
          <p:nvPr/>
        </p:nvSpPr>
        <p:spPr>
          <a:xfrm>
            <a:off x="4838716" y="1939152"/>
            <a:ext cx="1077179" cy="352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B13C6E92-DF22-C412-38D8-1C3FA64D62E6}"/>
              </a:ext>
            </a:extLst>
          </p:cNvPr>
          <p:cNvSpPr/>
          <p:nvPr/>
        </p:nvSpPr>
        <p:spPr>
          <a:xfrm>
            <a:off x="6016917" y="1938919"/>
            <a:ext cx="1003389" cy="3503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: Rounded Corners 47">
            <a:extLst>
              <a:ext uri="{FF2B5EF4-FFF2-40B4-BE49-F238E27FC236}">
                <a16:creationId xmlns:a16="http://schemas.microsoft.com/office/drawing/2014/main" id="{99ACC52C-CEA7-B332-63BA-AD4FCE5EC1FB}"/>
              </a:ext>
            </a:extLst>
          </p:cNvPr>
          <p:cNvSpPr/>
          <p:nvPr/>
        </p:nvSpPr>
        <p:spPr>
          <a:xfrm>
            <a:off x="7344506" y="1110774"/>
            <a:ext cx="639616" cy="4045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: Rounded Corners 49">
            <a:extLst>
              <a:ext uri="{FF2B5EF4-FFF2-40B4-BE49-F238E27FC236}">
                <a16:creationId xmlns:a16="http://schemas.microsoft.com/office/drawing/2014/main" id="{D104E70A-706D-F2BF-5BEB-6E687E7268B6}"/>
              </a:ext>
            </a:extLst>
          </p:cNvPr>
          <p:cNvSpPr/>
          <p:nvPr/>
        </p:nvSpPr>
        <p:spPr>
          <a:xfrm>
            <a:off x="9676315" y="1113094"/>
            <a:ext cx="711017" cy="3833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: Rounded Corners 68">
            <a:extLst>
              <a:ext uri="{FF2B5EF4-FFF2-40B4-BE49-F238E27FC236}">
                <a16:creationId xmlns:a16="http://schemas.microsoft.com/office/drawing/2014/main" id="{6A5A0694-1ACF-2DCC-2DC2-6BCD9DCBB03E}"/>
              </a:ext>
            </a:extLst>
          </p:cNvPr>
          <p:cNvSpPr/>
          <p:nvPr/>
        </p:nvSpPr>
        <p:spPr>
          <a:xfrm>
            <a:off x="8065887" y="1579211"/>
            <a:ext cx="772907" cy="6949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: Rounded Corners 70">
            <a:extLst>
              <a:ext uri="{FF2B5EF4-FFF2-40B4-BE49-F238E27FC236}">
                <a16:creationId xmlns:a16="http://schemas.microsoft.com/office/drawing/2014/main" id="{E5340672-8B03-3646-DA81-35F0003C5E1F}"/>
              </a:ext>
            </a:extLst>
          </p:cNvPr>
          <p:cNvSpPr/>
          <p:nvPr/>
        </p:nvSpPr>
        <p:spPr>
          <a:xfrm>
            <a:off x="8875206" y="1580773"/>
            <a:ext cx="772907" cy="6949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: Rounded Corners 71">
            <a:extLst>
              <a:ext uri="{FF2B5EF4-FFF2-40B4-BE49-F238E27FC236}">
                <a16:creationId xmlns:a16="http://schemas.microsoft.com/office/drawing/2014/main" id="{3DEDC197-FCB6-43D0-216D-03E7D16CD133}"/>
              </a:ext>
            </a:extLst>
          </p:cNvPr>
          <p:cNvSpPr/>
          <p:nvPr/>
        </p:nvSpPr>
        <p:spPr>
          <a:xfrm>
            <a:off x="9682659" y="1583245"/>
            <a:ext cx="711019" cy="6949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: Rounded Corners 82">
            <a:extLst>
              <a:ext uri="{FF2B5EF4-FFF2-40B4-BE49-F238E27FC236}">
                <a16:creationId xmlns:a16="http://schemas.microsoft.com/office/drawing/2014/main" id="{0AE32770-14D2-0913-1DFE-6AC8B01BA085}"/>
              </a:ext>
            </a:extLst>
          </p:cNvPr>
          <p:cNvSpPr/>
          <p:nvPr/>
        </p:nvSpPr>
        <p:spPr>
          <a:xfrm>
            <a:off x="7050936" y="1935550"/>
            <a:ext cx="939894" cy="3559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Rectangle: Rounded Corners 50">
            <a:extLst>
              <a:ext uri="{FF2B5EF4-FFF2-40B4-BE49-F238E27FC236}">
                <a16:creationId xmlns:a16="http://schemas.microsoft.com/office/drawing/2014/main" id="{FC9DA900-587D-527A-E0AA-D9EAAD7CDFBB}"/>
              </a:ext>
            </a:extLst>
          </p:cNvPr>
          <p:cNvSpPr/>
          <p:nvPr/>
        </p:nvSpPr>
        <p:spPr>
          <a:xfrm>
            <a:off x="1611338" y="2709177"/>
            <a:ext cx="980114" cy="2526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ectangle: Rounded Corners 54">
            <a:extLst>
              <a:ext uri="{FF2B5EF4-FFF2-40B4-BE49-F238E27FC236}">
                <a16:creationId xmlns:a16="http://schemas.microsoft.com/office/drawing/2014/main" id="{696B62AC-5711-E005-3119-E2B8A967627A}"/>
              </a:ext>
            </a:extLst>
          </p:cNvPr>
          <p:cNvSpPr/>
          <p:nvPr/>
        </p:nvSpPr>
        <p:spPr>
          <a:xfrm>
            <a:off x="2272474" y="2468550"/>
            <a:ext cx="659551" cy="2118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4" name="Rectangle: Rounded Corners 65">
            <a:extLst>
              <a:ext uri="{FF2B5EF4-FFF2-40B4-BE49-F238E27FC236}">
                <a16:creationId xmlns:a16="http://schemas.microsoft.com/office/drawing/2014/main" id="{71C7C009-9219-62AE-B7FF-F6089BA2CA7D}"/>
              </a:ext>
            </a:extLst>
          </p:cNvPr>
          <p:cNvSpPr/>
          <p:nvPr/>
        </p:nvSpPr>
        <p:spPr>
          <a:xfrm>
            <a:off x="1614139" y="2481394"/>
            <a:ext cx="582452" cy="186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9248" tIns="39624" rIns="79248" bIns="3962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7" name="Rectangle: Rounded Corners 87">
            <a:extLst>
              <a:ext uri="{FF2B5EF4-FFF2-40B4-BE49-F238E27FC236}">
                <a16:creationId xmlns:a16="http://schemas.microsoft.com/office/drawing/2014/main" id="{F330515F-5877-AF8C-12D7-9A3665F8D27A}"/>
              </a:ext>
            </a:extLst>
          </p:cNvPr>
          <p:cNvSpPr/>
          <p:nvPr/>
        </p:nvSpPr>
        <p:spPr>
          <a:xfrm>
            <a:off x="2643204" y="2709151"/>
            <a:ext cx="1026410" cy="2526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IN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angle: Rounded Corners 20">
            <a:extLst>
              <a:ext uri="{FF2B5EF4-FFF2-40B4-BE49-F238E27FC236}">
                <a16:creationId xmlns:a16="http://schemas.microsoft.com/office/drawing/2014/main" id="{F93BD35F-67D5-5E07-8BAE-9DF7A5988450}"/>
              </a:ext>
            </a:extLst>
          </p:cNvPr>
          <p:cNvSpPr/>
          <p:nvPr/>
        </p:nvSpPr>
        <p:spPr>
          <a:xfrm>
            <a:off x="3010063" y="2468550"/>
            <a:ext cx="659551" cy="2118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2" name="Rectangle: Rounded Corners 77">
            <a:extLst>
              <a:ext uri="{FF2B5EF4-FFF2-40B4-BE49-F238E27FC236}">
                <a16:creationId xmlns:a16="http://schemas.microsoft.com/office/drawing/2014/main" id="{18E7A014-616F-EC96-1CEC-6D3B8904E761}"/>
              </a:ext>
            </a:extLst>
          </p:cNvPr>
          <p:cNvSpPr/>
          <p:nvPr/>
        </p:nvSpPr>
        <p:spPr>
          <a:xfrm>
            <a:off x="1616173" y="2992762"/>
            <a:ext cx="753893" cy="2390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3" name="Rectangle: Rounded Corners 78">
            <a:extLst>
              <a:ext uri="{FF2B5EF4-FFF2-40B4-BE49-F238E27FC236}">
                <a16:creationId xmlns:a16="http://schemas.microsoft.com/office/drawing/2014/main" id="{CC8F602D-0FF7-FE66-C847-BF06EF3C31FC}"/>
              </a:ext>
            </a:extLst>
          </p:cNvPr>
          <p:cNvSpPr/>
          <p:nvPr/>
        </p:nvSpPr>
        <p:spPr>
          <a:xfrm>
            <a:off x="2396235" y="2992762"/>
            <a:ext cx="616668" cy="23909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5" name="Rectangle: Rounded Corners 79">
            <a:extLst>
              <a:ext uri="{FF2B5EF4-FFF2-40B4-BE49-F238E27FC236}">
                <a16:creationId xmlns:a16="http://schemas.microsoft.com/office/drawing/2014/main" id="{D3397553-DE17-453F-BCC8-63809A673882}"/>
              </a:ext>
            </a:extLst>
          </p:cNvPr>
          <p:cNvSpPr/>
          <p:nvPr/>
        </p:nvSpPr>
        <p:spPr>
          <a:xfrm>
            <a:off x="3059608" y="2992762"/>
            <a:ext cx="616668" cy="2390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6" name="Rectangle: Rounded Corners 96">
            <a:extLst>
              <a:ext uri="{FF2B5EF4-FFF2-40B4-BE49-F238E27FC236}">
                <a16:creationId xmlns:a16="http://schemas.microsoft.com/office/drawing/2014/main" id="{F17EDF40-99A3-BF2B-B2F9-0B6B0E717D9C}"/>
              </a:ext>
            </a:extLst>
          </p:cNvPr>
          <p:cNvSpPr/>
          <p:nvPr/>
        </p:nvSpPr>
        <p:spPr>
          <a:xfrm>
            <a:off x="3795667" y="2472817"/>
            <a:ext cx="940193" cy="2032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7" name="Rectangle: Rounded Corners 98">
            <a:extLst>
              <a:ext uri="{FF2B5EF4-FFF2-40B4-BE49-F238E27FC236}">
                <a16:creationId xmlns:a16="http://schemas.microsoft.com/office/drawing/2014/main" id="{557ED99B-DAB8-D8C5-6B11-108C5582A651}"/>
              </a:ext>
            </a:extLst>
          </p:cNvPr>
          <p:cNvSpPr/>
          <p:nvPr/>
        </p:nvSpPr>
        <p:spPr>
          <a:xfrm>
            <a:off x="3795666" y="2712274"/>
            <a:ext cx="616668" cy="24644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8" name="Rectangle: Rounded Corners 109">
            <a:extLst>
              <a:ext uri="{FF2B5EF4-FFF2-40B4-BE49-F238E27FC236}">
                <a16:creationId xmlns:a16="http://schemas.microsoft.com/office/drawing/2014/main" id="{F74FC5FD-1742-1B0C-60C3-F021ACF6001F}"/>
              </a:ext>
            </a:extLst>
          </p:cNvPr>
          <p:cNvSpPr/>
          <p:nvPr/>
        </p:nvSpPr>
        <p:spPr>
          <a:xfrm>
            <a:off x="4789122" y="2469545"/>
            <a:ext cx="1102352" cy="2098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5" name="Rectangle: Rounded Corners 110">
            <a:extLst>
              <a:ext uri="{FF2B5EF4-FFF2-40B4-BE49-F238E27FC236}">
                <a16:creationId xmlns:a16="http://schemas.microsoft.com/office/drawing/2014/main" id="{A7CAFF9B-C33F-DAC2-DEA6-5A2067D92D8F}"/>
              </a:ext>
            </a:extLst>
          </p:cNvPr>
          <p:cNvSpPr/>
          <p:nvPr/>
        </p:nvSpPr>
        <p:spPr>
          <a:xfrm>
            <a:off x="4441130" y="2713571"/>
            <a:ext cx="819639" cy="2438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6" name="Rectangle: Rounded Corners 112">
            <a:extLst>
              <a:ext uri="{FF2B5EF4-FFF2-40B4-BE49-F238E27FC236}">
                <a16:creationId xmlns:a16="http://schemas.microsoft.com/office/drawing/2014/main" id="{6DE9A444-2510-2807-B913-7BF2DB37B804}"/>
              </a:ext>
            </a:extLst>
          </p:cNvPr>
          <p:cNvSpPr/>
          <p:nvPr/>
        </p:nvSpPr>
        <p:spPr>
          <a:xfrm>
            <a:off x="3795666" y="2998809"/>
            <a:ext cx="1031279" cy="227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7" name="Rectangle: Rounded Corners 113">
            <a:extLst>
              <a:ext uri="{FF2B5EF4-FFF2-40B4-BE49-F238E27FC236}">
                <a16:creationId xmlns:a16="http://schemas.microsoft.com/office/drawing/2014/main" id="{F859F116-E1CE-9677-8271-82CB7A0493A4}"/>
              </a:ext>
            </a:extLst>
          </p:cNvPr>
          <p:cNvSpPr/>
          <p:nvPr/>
        </p:nvSpPr>
        <p:spPr>
          <a:xfrm>
            <a:off x="4873829" y="2992762"/>
            <a:ext cx="1017645" cy="2390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Rectangle: Rounded Corners 114">
            <a:extLst>
              <a:ext uri="{FF2B5EF4-FFF2-40B4-BE49-F238E27FC236}">
                <a16:creationId xmlns:a16="http://schemas.microsoft.com/office/drawing/2014/main" id="{0C59221F-DE5A-5EC2-D808-C5C598952DC8}"/>
              </a:ext>
            </a:extLst>
          </p:cNvPr>
          <p:cNvSpPr/>
          <p:nvPr/>
        </p:nvSpPr>
        <p:spPr>
          <a:xfrm>
            <a:off x="5298797" y="2713571"/>
            <a:ext cx="596924" cy="2438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9" name="Rectangle: Rounded Corners 111">
            <a:extLst>
              <a:ext uri="{FF2B5EF4-FFF2-40B4-BE49-F238E27FC236}">
                <a16:creationId xmlns:a16="http://schemas.microsoft.com/office/drawing/2014/main" id="{E5B9C2A5-4E1C-DB9A-7E1A-189B5BC2E807}"/>
              </a:ext>
            </a:extLst>
          </p:cNvPr>
          <p:cNvSpPr/>
          <p:nvPr/>
        </p:nvSpPr>
        <p:spPr>
          <a:xfrm>
            <a:off x="6013652" y="2472817"/>
            <a:ext cx="582360" cy="2032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00" name="Rectangle: Rounded Corners 115">
            <a:extLst>
              <a:ext uri="{FF2B5EF4-FFF2-40B4-BE49-F238E27FC236}">
                <a16:creationId xmlns:a16="http://schemas.microsoft.com/office/drawing/2014/main" id="{EF5EBADC-70AC-5DD3-ECA0-41DBB3C6CE59}"/>
              </a:ext>
            </a:extLst>
          </p:cNvPr>
          <p:cNvSpPr/>
          <p:nvPr/>
        </p:nvSpPr>
        <p:spPr>
          <a:xfrm>
            <a:off x="6615611" y="2472817"/>
            <a:ext cx="582360" cy="2032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Rectangle: Rounded Corners 116">
            <a:extLst>
              <a:ext uri="{FF2B5EF4-FFF2-40B4-BE49-F238E27FC236}">
                <a16:creationId xmlns:a16="http://schemas.microsoft.com/office/drawing/2014/main" id="{3DC5BCD8-0DDC-3899-AE23-7C462D034F1E}"/>
              </a:ext>
            </a:extLst>
          </p:cNvPr>
          <p:cNvSpPr/>
          <p:nvPr/>
        </p:nvSpPr>
        <p:spPr>
          <a:xfrm>
            <a:off x="6001371" y="2715948"/>
            <a:ext cx="582360" cy="23909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Rectangle: Rounded Corners 117">
            <a:extLst>
              <a:ext uri="{FF2B5EF4-FFF2-40B4-BE49-F238E27FC236}">
                <a16:creationId xmlns:a16="http://schemas.microsoft.com/office/drawing/2014/main" id="{E338B54F-F6FE-EA5C-97CE-6A9222BD1F7E}"/>
              </a:ext>
            </a:extLst>
          </p:cNvPr>
          <p:cNvSpPr/>
          <p:nvPr/>
        </p:nvSpPr>
        <p:spPr>
          <a:xfrm>
            <a:off x="6611467" y="2715948"/>
            <a:ext cx="582360" cy="23909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07" name="Rectangle: Rounded Corners 122">
            <a:extLst>
              <a:ext uri="{FF2B5EF4-FFF2-40B4-BE49-F238E27FC236}">
                <a16:creationId xmlns:a16="http://schemas.microsoft.com/office/drawing/2014/main" id="{4984E207-C8DA-4C0A-9CE0-ED2DF6DF7349}"/>
              </a:ext>
            </a:extLst>
          </p:cNvPr>
          <p:cNvSpPr/>
          <p:nvPr/>
        </p:nvSpPr>
        <p:spPr>
          <a:xfrm>
            <a:off x="7237382" y="2472817"/>
            <a:ext cx="738497" cy="2032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: Rounded Corners 123">
            <a:extLst>
              <a:ext uri="{FF2B5EF4-FFF2-40B4-BE49-F238E27FC236}">
                <a16:creationId xmlns:a16="http://schemas.microsoft.com/office/drawing/2014/main" id="{6669C84D-E9E7-40B7-FE6F-CFBB27B2DF8C}"/>
              </a:ext>
            </a:extLst>
          </p:cNvPr>
          <p:cNvSpPr/>
          <p:nvPr/>
        </p:nvSpPr>
        <p:spPr>
          <a:xfrm>
            <a:off x="7241482" y="2713515"/>
            <a:ext cx="744014" cy="2439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5098" tIns="47549" rIns="95098" bIns="47549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5" name="Rectangle: Rounded Corners 17">
            <a:extLst>
              <a:ext uri="{FF2B5EF4-FFF2-40B4-BE49-F238E27FC236}">
                <a16:creationId xmlns:a16="http://schemas.microsoft.com/office/drawing/2014/main" id="{43718505-72DD-D1DE-C516-276E17300F04}"/>
              </a:ext>
            </a:extLst>
          </p:cNvPr>
          <p:cNvSpPr/>
          <p:nvPr/>
        </p:nvSpPr>
        <p:spPr>
          <a:xfrm>
            <a:off x="6000939" y="2995774"/>
            <a:ext cx="580912" cy="233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: Rounded Corners 27">
            <a:extLst>
              <a:ext uri="{FF2B5EF4-FFF2-40B4-BE49-F238E27FC236}">
                <a16:creationId xmlns:a16="http://schemas.microsoft.com/office/drawing/2014/main" id="{111F3A81-ADC9-5A2F-0629-5185A6529254}"/>
              </a:ext>
            </a:extLst>
          </p:cNvPr>
          <p:cNvSpPr/>
          <p:nvPr/>
        </p:nvSpPr>
        <p:spPr>
          <a:xfrm>
            <a:off x="6610646" y="2998183"/>
            <a:ext cx="582357" cy="2282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ctangle: Rounded Corners 29">
            <a:extLst>
              <a:ext uri="{FF2B5EF4-FFF2-40B4-BE49-F238E27FC236}">
                <a16:creationId xmlns:a16="http://schemas.microsoft.com/office/drawing/2014/main" id="{1651629B-4C7C-4318-82C1-CF72600C5F6A}"/>
              </a:ext>
            </a:extLst>
          </p:cNvPr>
          <p:cNvSpPr/>
          <p:nvPr/>
        </p:nvSpPr>
        <p:spPr>
          <a:xfrm>
            <a:off x="7237997" y="2995774"/>
            <a:ext cx="737881" cy="233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Rectangle: Rounded Corners 118">
            <a:extLst>
              <a:ext uri="{FF2B5EF4-FFF2-40B4-BE49-F238E27FC236}">
                <a16:creationId xmlns:a16="http://schemas.microsoft.com/office/drawing/2014/main" id="{B695F53E-E857-60D6-5038-3120B8F82A04}"/>
              </a:ext>
            </a:extLst>
          </p:cNvPr>
          <p:cNvSpPr/>
          <p:nvPr/>
        </p:nvSpPr>
        <p:spPr>
          <a:xfrm>
            <a:off x="8068491" y="2471633"/>
            <a:ext cx="766544" cy="204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4" name="Rectangle: Rounded Corners 119">
            <a:extLst>
              <a:ext uri="{FF2B5EF4-FFF2-40B4-BE49-F238E27FC236}">
                <a16:creationId xmlns:a16="http://schemas.microsoft.com/office/drawing/2014/main" id="{BFABA33C-9E98-0441-68B9-3D43E72DC22A}"/>
              </a:ext>
            </a:extLst>
          </p:cNvPr>
          <p:cNvSpPr/>
          <p:nvPr/>
        </p:nvSpPr>
        <p:spPr>
          <a:xfrm>
            <a:off x="8878883" y="2471633"/>
            <a:ext cx="766544" cy="204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5" name="Rectangle: Rounded Corners 120">
            <a:extLst>
              <a:ext uri="{FF2B5EF4-FFF2-40B4-BE49-F238E27FC236}">
                <a16:creationId xmlns:a16="http://schemas.microsoft.com/office/drawing/2014/main" id="{5FF62F6D-C4AF-0A47-11B5-D3E89585E488}"/>
              </a:ext>
            </a:extLst>
          </p:cNvPr>
          <p:cNvSpPr/>
          <p:nvPr/>
        </p:nvSpPr>
        <p:spPr>
          <a:xfrm>
            <a:off x="8068268" y="2717304"/>
            <a:ext cx="766544" cy="2229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r>
              <a:rPr lang="en-US" sz="800">
                <a:solidFill>
                  <a:schemeClr val="tx2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\</a:t>
            </a:r>
          </a:p>
        </p:txBody>
      </p:sp>
      <p:sp>
        <p:nvSpPr>
          <p:cNvPr id="126" name="Rectangle: Rounded Corners 121">
            <a:extLst>
              <a:ext uri="{FF2B5EF4-FFF2-40B4-BE49-F238E27FC236}">
                <a16:creationId xmlns:a16="http://schemas.microsoft.com/office/drawing/2014/main" id="{3EA77315-BF0F-2585-2874-BE77647D72CC}"/>
              </a:ext>
            </a:extLst>
          </p:cNvPr>
          <p:cNvSpPr/>
          <p:nvPr/>
        </p:nvSpPr>
        <p:spPr>
          <a:xfrm>
            <a:off x="8877541" y="2727743"/>
            <a:ext cx="766544" cy="2125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7" name="Rectangle: Rounded Corners 30">
            <a:extLst>
              <a:ext uri="{FF2B5EF4-FFF2-40B4-BE49-F238E27FC236}">
                <a16:creationId xmlns:a16="http://schemas.microsoft.com/office/drawing/2014/main" id="{7B8A5DC2-581A-82E4-4BC1-85088491A2E3}"/>
              </a:ext>
            </a:extLst>
          </p:cNvPr>
          <p:cNvSpPr/>
          <p:nvPr/>
        </p:nvSpPr>
        <p:spPr>
          <a:xfrm>
            <a:off x="8064464" y="2999563"/>
            <a:ext cx="770348" cy="2229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8" name="Rectangle: Rounded Corners 31">
            <a:extLst>
              <a:ext uri="{FF2B5EF4-FFF2-40B4-BE49-F238E27FC236}">
                <a16:creationId xmlns:a16="http://schemas.microsoft.com/office/drawing/2014/main" id="{3E402182-7C81-86E4-91B3-B8D7FB24901B}"/>
              </a:ext>
            </a:extLst>
          </p:cNvPr>
          <p:cNvSpPr/>
          <p:nvPr/>
        </p:nvSpPr>
        <p:spPr>
          <a:xfrm>
            <a:off x="8875204" y="2993674"/>
            <a:ext cx="766541" cy="2229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9" name="Rectangle: Rounded Corners 32">
            <a:extLst>
              <a:ext uri="{FF2B5EF4-FFF2-40B4-BE49-F238E27FC236}">
                <a16:creationId xmlns:a16="http://schemas.microsoft.com/office/drawing/2014/main" id="{B999216D-45BC-7632-4EF7-3FE693A6E0EE}"/>
              </a:ext>
            </a:extLst>
          </p:cNvPr>
          <p:cNvSpPr/>
          <p:nvPr/>
        </p:nvSpPr>
        <p:spPr>
          <a:xfrm>
            <a:off x="9682658" y="2468550"/>
            <a:ext cx="704671" cy="1989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r>
              <a:rPr lang="en-US" sz="800">
                <a:solidFill>
                  <a:schemeClr val="tx2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\</a:t>
            </a:r>
          </a:p>
        </p:txBody>
      </p:sp>
      <p:sp>
        <p:nvSpPr>
          <p:cNvPr id="130" name="Rectangle: Rounded Corners 39">
            <a:extLst>
              <a:ext uri="{FF2B5EF4-FFF2-40B4-BE49-F238E27FC236}">
                <a16:creationId xmlns:a16="http://schemas.microsoft.com/office/drawing/2014/main" id="{481417B9-5533-40B0-8566-C127E71578A3}"/>
              </a:ext>
            </a:extLst>
          </p:cNvPr>
          <p:cNvSpPr/>
          <p:nvPr/>
        </p:nvSpPr>
        <p:spPr>
          <a:xfrm>
            <a:off x="9686814" y="2724654"/>
            <a:ext cx="696378" cy="23038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r>
              <a:rPr lang="en-US" sz="800">
                <a:solidFill>
                  <a:schemeClr val="tx2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\</a:t>
            </a:r>
          </a:p>
        </p:txBody>
      </p:sp>
      <p:sp>
        <p:nvSpPr>
          <p:cNvPr id="131" name="Rectangle: Rounded Corners 40">
            <a:extLst>
              <a:ext uri="{FF2B5EF4-FFF2-40B4-BE49-F238E27FC236}">
                <a16:creationId xmlns:a16="http://schemas.microsoft.com/office/drawing/2014/main" id="{032911B1-3525-E8AC-E54F-DB03F596702A}"/>
              </a:ext>
            </a:extLst>
          </p:cNvPr>
          <p:cNvSpPr/>
          <p:nvPr/>
        </p:nvSpPr>
        <p:spPr>
          <a:xfrm>
            <a:off x="9677458" y="2993674"/>
            <a:ext cx="704671" cy="2229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7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3" name="Rectangle: Rounded Corners 60">
            <a:extLst>
              <a:ext uri="{FF2B5EF4-FFF2-40B4-BE49-F238E27FC236}">
                <a16:creationId xmlns:a16="http://schemas.microsoft.com/office/drawing/2014/main" id="{2C30B5C7-8E0B-5AE5-B4C9-491A384DF9FD}"/>
              </a:ext>
            </a:extLst>
          </p:cNvPr>
          <p:cNvSpPr/>
          <p:nvPr/>
        </p:nvSpPr>
        <p:spPr>
          <a:xfrm>
            <a:off x="6013278" y="3408202"/>
            <a:ext cx="1000523" cy="4038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Rectangle: Rounded Corners 81">
            <a:extLst>
              <a:ext uri="{FF2B5EF4-FFF2-40B4-BE49-F238E27FC236}">
                <a16:creationId xmlns:a16="http://schemas.microsoft.com/office/drawing/2014/main" id="{60037B91-8BAE-87DE-FC79-5C4C28194B0B}"/>
              </a:ext>
            </a:extLst>
          </p:cNvPr>
          <p:cNvSpPr/>
          <p:nvPr/>
        </p:nvSpPr>
        <p:spPr>
          <a:xfrm>
            <a:off x="2619117" y="3407973"/>
            <a:ext cx="1065866" cy="4042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6" name="Rectangle: Rounded Corners 91">
            <a:extLst>
              <a:ext uri="{FF2B5EF4-FFF2-40B4-BE49-F238E27FC236}">
                <a16:creationId xmlns:a16="http://schemas.microsoft.com/office/drawing/2014/main" id="{B9DF8A88-CB9D-4718-A513-8755454E0091}"/>
              </a:ext>
            </a:extLst>
          </p:cNvPr>
          <p:cNvSpPr/>
          <p:nvPr/>
        </p:nvSpPr>
        <p:spPr>
          <a:xfrm>
            <a:off x="7050936" y="3408629"/>
            <a:ext cx="924941" cy="40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Rectangle: Rounded Corners 93">
            <a:extLst>
              <a:ext uri="{FF2B5EF4-FFF2-40B4-BE49-F238E27FC236}">
                <a16:creationId xmlns:a16="http://schemas.microsoft.com/office/drawing/2014/main" id="{981D3260-F2AF-7B59-AD96-81BC989FA0FC}"/>
              </a:ext>
            </a:extLst>
          </p:cNvPr>
          <p:cNvSpPr/>
          <p:nvPr/>
        </p:nvSpPr>
        <p:spPr>
          <a:xfrm>
            <a:off x="8068268" y="3408629"/>
            <a:ext cx="2313859" cy="402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Rectangle: Rounded Corners 81">
            <a:extLst>
              <a:ext uri="{FF2B5EF4-FFF2-40B4-BE49-F238E27FC236}">
                <a16:creationId xmlns:a16="http://schemas.microsoft.com/office/drawing/2014/main" id="{B83A7A52-F737-86E4-FB5D-DA9E57C23A5B}"/>
              </a:ext>
            </a:extLst>
          </p:cNvPr>
          <p:cNvSpPr/>
          <p:nvPr/>
        </p:nvSpPr>
        <p:spPr>
          <a:xfrm>
            <a:off x="3786777" y="3407973"/>
            <a:ext cx="2097749" cy="4042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9" name="Rectangle: Rounded Corners 81">
            <a:extLst>
              <a:ext uri="{FF2B5EF4-FFF2-40B4-BE49-F238E27FC236}">
                <a16:creationId xmlns:a16="http://schemas.microsoft.com/office/drawing/2014/main" id="{9EF8DD50-1CCB-B7D4-FB89-FE759E66A648}"/>
              </a:ext>
            </a:extLst>
          </p:cNvPr>
          <p:cNvSpPr/>
          <p:nvPr/>
        </p:nvSpPr>
        <p:spPr>
          <a:xfrm>
            <a:off x="1588381" y="3407973"/>
            <a:ext cx="981479" cy="4042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0" name="Rectangle: Rounded Corners 72">
            <a:extLst>
              <a:ext uri="{FF2B5EF4-FFF2-40B4-BE49-F238E27FC236}">
                <a16:creationId xmlns:a16="http://schemas.microsoft.com/office/drawing/2014/main" id="{5920D7DD-DC05-23F6-8813-F3C4D6A53BF9}"/>
              </a:ext>
            </a:extLst>
          </p:cNvPr>
          <p:cNvSpPr/>
          <p:nvPr/>
        </p:nvSpPr>
        <p:spPr>
          <a:xfrm>
            <a:off x="1588603" y="4117157"/>
            <a:ext cx="974211" cy="4207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1" name="Rectangle: Rounded Corners 73">
            <a:extLst>
              <a:ext uri="{FF2B5EF4-FFF2-40B4-BE49-F238E27FC236}">
                <a16:creationId xmlns:a16="http://schemas.microsoft.com/office/drawing/2014/main" id="{00F9D31E-4961-B111-833B-9F66CEEC4CA5}"/>
              </a:ext>
            </a:extLst>
          </p:cNvPr>
          <p:cNvSpPr/>
          <p:nvPr/>
        </p:nvSpPr>
        <p:spPr>
          <a:xfrm>
            <a:off x="6006694" y="4013374"/>
            <a:ext cx="1969183" cy="3659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Rectangle: Rounded Corners 83">
            <a:extLst>
              <a:ext uri="{FF2B5EF4-FFF2-40B4-BE49-F238E27FC236}">
                <a16:creationId xmlns:a16="http://schemas.microsoft.com/office/drawing/2014/main" id="{933457ED-E233-D9AE-A20A-FE30F7AA00F2}"/>
              </a:ext>
            </a:extLst>
          </p:cNvPr>
          <p:cNvSpPr/>
          <p:nvPr/>
        </p:nvSpPr>
        <p:spPr>
          <a:xfrm>
            <a:off x="3786777" y="4118701"/>
            <a:ext cx="1001344" cy="4176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3" name="Rectangle: Rounded Corners 84">
            <a:extLst>
              <a:ext uri="{FF2B5EF4-FFF2-40B4-BE49-F238E27FC236}">
                <a16:creationId xmlns:a16="http://schemas.microsoft.com/office/drawing/2014/main" id="{BEDEB188-B517-EA6D-C643-CCC3A0873B72}"/>
              </a:ext>
            </a:extLst>
          </p:cNvPr>
          <p:cNvSpPr/>
          <p:nvPr/>
        </p:nvSpPr>
        <p:spPr>
          <a:xfrm>
            <a:off x="4834992" y="4113866"/>
            <a:ext cx="1056480" cy="4272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4" name="Rectangle: Rounded Corners 86">
            <a:extLst>
              <a:ext uri="{FF2B5EF4-FFF2-40B4-BE49-F238E27FC236}">
                <a16:creationId xmlns:a16="http://schemas.microsoft.com/office/drawing/2014/main" id="{A54528C3-72EC-9CEC-15E6-AEE2116E43FE}"/>
              </a:ext>
            </a:extLst>
          </p:cNvPr>
          <p:cNvSpPr/>
          <p:nvPr/>
        </p:nvSpPr>
        <p:spPr>
          <a:xfrm>
            <a:off x="6013179" y="4396871"/>
            <a:ext cx="999870" cy="2595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5" name="Rectangle: Rounded Corners 90">
            <a:extLst>
              <a:ext uri="{FF2B5EF4-FFF2-40B4-BE49-F238E27FC236}">
                <a16:creationId xmlns:a16="http://schemas.microsoft.com/office/drawing/2014/main" id="{3819BE3D-FFE8-B729-7C66-B01E85F246C0}"/>
              </a:ext>
            </a:extLst>
          </p:cNvPr>
          <p:cNvSpPr/>
          <p:nvPr/>
        </p:nvSpPr>
        <p:spPr>
          <a:xfrm>
            <a:off x="7050936" y="4396871"/>
            <a:ext cx="924940" cy="2595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6" name="Rectangle: Rounded Corners 92">
            <a:extLst>
              <a:ext uri="{FF2B5EF4-FFF2-40B4-BE49-F238E27FC236}">
                <a16:creationId xmlns:a16="http://schemas.microsoft.com/office/drawing/2014/main" id="{763E892C-3602-83ED-20CE-AC70111119FE}"/>
              </a:ext>
            </a:extLst>
          </p:cNvPr>
          <p:cNvSpPr/>
          <p:nvPr/>
        </p:nvSpPr>
        <p:spPr>
          <a:xfrm>
            <a:off x="8067309" y="4113866"/>
            <a:ext cx="1128757" cy="427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7" name="Rectangle: Rounded Corners 94">
            <a:extLst>
              <a:ext uri="{FF2B5EF4-FFF2-40B4-BE49-F238E27FC236}">
                <a16:creationId xmlns:a16="http://schemas.microsoft.com/office/drawing/2014/main" id="{39364046-9D2E-27BC-0B61-20E0F2A6197E}"/>
              </a:ext>
            </a:extLst>
          </p:cNvPr>
          <p:cNvSpPr/>
          <p:nvPr/>
        </p:nvSpPr>
        <p:spPr>
          <a:xfrm>
            <a:off x="9239839" y="4113866"/>
            <a:ext cx="1136783" cy="4272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Rectangle: Rounded Corners 95">
            <a:extLst>
              <a:ext uri="{FF2B5EF4-FFF2-40B4-BE49-F238E27FC236}">
                <a16:creationId xmlns:a16="http://schemas.microsoft.com/office/drawing/2014/main" id="{8BB5DC6E-6A81-F43E-9D40-C4D3D48C55B1}"/>
              </a:ext>
            </a:extLst>
          </p:cNvPr>
          <p:cNvSpPr/>
          <p:nvPr/>
        </p:nvSpPr>
        <p:spPr>
          <a:xfrm>
            <a:off x="2614974" y="4116560"/>
            <a:ext cx="1054640" cy="4219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>
              <a:solidFill>
                <a:schemeClr val="tx2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F5B05EE-A9F1-5DA4-90CB-294A9271385B}"/>
              </a:ext>
            </a:extLst>
          </p:cNvPr>
          <p:cNvSpPr txBox="1"/>
          <p:nvPr/>
        </p:nvSpPr>
        <p:spPr>
          <a:xfrm>
            <a:off x="1568843" y="4839390"/>
            <a:ext cx="4404372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GB" sz="900">
                <a:latin typeface="Calibri Light"/>
                <a:ea typeface="Calibri Light" charset="0"/>
                <a:cs typeface="Calibri Light"/>
              </a:rPr>
              <a:t>Priority (Subject to Dependencies, Scope changes and Resources)</a:t>
            </a:r>
          </a:p>
        </p:txBody>
      </p:sp>
    </p:spTree>
    <p:extLst>
      <p:ext uri="{BB962C8B-B14F-4D97-AF65-F5344CB8AC3E}">
        <p14:creationId xmlns:p14="http://schemas.microsoft.com/office/powerpoint/2010/main" val="3779954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6B1AFCF3-EDFC-934F-4659-3B363F373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866" y="1285693"/>
            <a:ext cx="11315700" cy="273821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AB89C1-641A-BA53-A5BA-300894784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Page</a:t>
            </a:r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2E4F3C47-6B72-6D4D-6009-A856FB135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048" y="2569604"/>
            <a:ext cx="579941" cy="697497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AEA41D-5B9A-BCBD-AC8B-352DF48A3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646" y="2647819"/>
            <a:ext cx="579941" cy="68966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16F82DA2-9232-45AB-E4E1-04BE0BCC8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191" y="1660508"/>
            <a:ext cx="579941" cy="689660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FFD092D0-ED13-9B0D-5A8E-F8116411B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006" y="1250607"/>
            <a:ext cx="579941" cy="689660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B6427487-9F88-B159-D76F-90A6C5BDC5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2" y="1892302"/>
            <a:ext cx="579941" cy="689658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43B74E03-58A3-6318-21EC-46033FD7BE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28" y="3035792"/>
            <a:ext cx="1267285" cy="60337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B4882074-8F92-941E-BE94-04554D1E9E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35" y="2288064"/>
            <a:ext cx="1267285" cy="603375"/>
          </a:xfrm>
          <a:prstGeom prst="rect">
            <a:avLst/>
          </a:prstGeom>
        </p:spPr>
      </p:pic>
      <p:pic>
        <p:nvPicPr>
          <p:cNvPr id="18" name="Picture 17" descr="A picture containing text&#10;&#10;Description automatically generated">
            <a:extLst>
              <a:ext uri="{FF2B5EF4-FFF2-40B4-BE49-F238E27FC236}">
                <a16:creationId xmlns:a16="http://schemas.microsoft.com/office/drawing/2014/main" id="{D6231CCD-FE53-9C12-FC7F-BE423A768F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653" y="1128020"/>
            <a:ext cx="1764715" cy="733220"/>
          </a:xfrm>
          <a:prstGeom prst="rect">
            <a:avLst/>
          </a:prstGeom>
        </p:spPr>
      </p:pic>
      <p:pic>
        <p:nvPicPr>
          <p:cNvPr id="19" name="Picture 18" descr="A picture containing text&#10;&#10;Description automatically generated">
            <a:extLst>
              <a:ext uri="{FF2B5EF4-FFF2-40B4-BE49-F238E27FC236}">
                <a16:creationId xmlns:a16="http://schemas.microsoft.com/office/drawing/2014/main" id="{4BD8F62D-2259-8B7C-FF06-AF1C7E9CF0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90" y="3663048"/>
            <a:ext cx="1267285" cy="603375"/>
          </a:xfrm>
          <a:prstGeom prst="rect">
            <a:avLst/>
          </a:prstGeom>
        </p:spPr>
      </p:pic>
      <p:pic>
        <p:nvPicPr>
          <p:cNvPr id="20" name="Picture 19" descr="A picture containing text&#10;&#10;Description automatically generated">
            <a:extLst>
              <a:ext uri="{FF2B5EF4-FFF2-40B4-BE49-F238E27FC236}">
                <a16:creationId xmlns:a16="http://schemas.microsoft.com/office/drawing/2014/main" id="{9AB6589C-42D1-0692-5BE5-0E3EFAE7BA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138" y="2064408"/>
            <a:ext cx="1350807" cy="603375"/>
          </a:xfrm>
          <a:prstGeom prst="rect">
            <a:avLst/>
          </a:prstGeom>
        </p:spPr>
      </p:pic>
      <p:pic>
        <p:nvPicPr>
          <p:cNvPr id="21" name="Picture 20" descr="A picture containing text&#10;&#10;Description automatically generated">
            <a:extLst>
              <a:ext uri="{FF2B5EF4-FFF2-40B4-BE49-F238E27FC236}">
                <a16:creationId xmlns:a16="http://schemas.microsoft.com/office/drawing/2014/main" id="{D331EDC8-6D37-17D8-5D8E-23342BE8A9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71" y="3557408"/>
            <a:ext cx="1267285" cy="603375"/>
          </a:xfrm>
          <a:prstGeom prst="rect">
            <a:avLst/>
          </a:prstGeom>
        </p:spPr>
      </p:pic>
      <p:pic>
        <p:nvPicPr>
          <p:cNvPr id="22" name="Picture 21" descr="A picture containing text&#10;&#10;Description automatically generated">
            <a:extLst>
              <a:ext uri="{FF2B5EF4-FFF2-40B4-BE49-F238E27FC236}">
                <a16:creationId xmlns:a16="http://schemas.microsoft.com/office/drawing/2014/main" id="{9AE5784F-2F86-7900-035B-4C3647A200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053" y="1153749"/>
            <a:ext cx="1267285" cy="603375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9C191B71-CE29-C8C5-E5AE-CD35EF6867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24" y="3534609"/>
            <a:ext cx="1267285" cy="603375"/>
          </a:xfrm>
          <a:prstGeom prst="rect">
            <a:avLst/>
          </a:prstGeom>
        </p:spPr>
      </p:pic>
      <p:pic>
        <p:nvPicPr>
          <p:cNvPr id="25" name="Picture 24" descr="Shape, icon&#10;&#10;Description automatically generated">
            <a:extLst>
              <a:ext uri="{FF2B5EF4-FFF2-40B4-BE49-F238E27FC236}">
                <a16:creationId xmlns:a16="http://schemas.microsoft.com/office/drawing/2014/main" id="{4AA5C938-A36D-FA55-D463-15F9609675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945" y="2429636"/>
            <a:ext cx="586532" cy="697497"/>
          </a:xfrm>
          <a:prstGeom prst="rect">
            <a:avLst/>
          </a:prstGeom>
        </p:spPr>
      </p:pic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B8C604FB-AA74-B9F2-07AD-0706DD9B90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079" y="2482802"/>
            <a:ext cx="586532" cy="697497"/>
          </a:xfrm>
          <a:prstGeom prst="rect">
            <a:avLst/>
          </a:prstGeom>
        </p:spPr>
      </p:pic>
      <p:pic>
        <p:nvPicPr>
          <p:cNvPr id="29" name="Picture 28" descr="Shape&#10;&#10;Description automatically generated">
            <a:extLst>
              <a:ext uri="{FF2B5EF4-FFF2-40B4-BE49-F238E27FC236}">
                <a16:creationId xmlns:a16="http://schemas.microsoft.com/office/drawing/2014/main" id="{386D1CB4-BC3F-9877-CB6C-755FB9EE3B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37" y="1715661"/>
            <a:ext cx="586532" cy="697497"/>
          </a:xfrm>
          <a:prstGeom prst="rect">
            <a:avLst/>
          </a:prstGeom>
        </p:spPr>
      </p:pic>
      <p:pic>
        <p:nvPicPr>
          <p:cNvPr id="38" name="Picture 3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0169D22-A0B6-575E-9B53-A4342073CC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20" y="2066845"/>
            <a:ext cx="165132" cy="165132"/>
          </a:xfrm>
          <a:prstGeom prst="rect">
            <a:avLst/>
          </a:prstGeom>
        </p:spPr>
      </p:pic>
      <p:pic>
        <p:nvPicPr>
          <p:cNvPr id="39" name="Picture 38" descr="A black and white image of a person's face&#10;&#10;Description automatically generated with low confidence">
            <a:extLst>
              <a:ext uri="{FF2B5EF4-FFF2-40B4-BE49-F238E27FC236}">
                <a16:creationId xmlns:a16="http://schemas.microsoft.com/office/drawing/2014/main" id="{8C53F3AF-AD79-A181-74B4-675B78CC90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52477" y="1425231"/>
            <a:ext cx="132951" cy="1495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3804A12-8ADD-E831-00F2-4ACD292432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465" y="2726029"/>
            <a:ext cx="192323" cy="192323"/>
          </a:xfrm>
          <a:prstGeom prst="rect">
            <a:avLst/>
          </a:prstGeom>
        </p:spPr>
      </p:pic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488F9E40-B1A9-0355-CB7B-7DBD3DFF84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744" y="1890914"/>
            <a:ext cx="163516" cy="163516"/>
          </a:xfrm>
          <a:prstGeom prst="rect">
            <a:avLst/>
          </a:prstGeom>
        </p:spPr>
      </p:pic>
      <p:pic>
        <p:nvPicPr>
          <p:cNvPr id="45" name="Picture 44" descr="Icon&#10;&#10;Description automatically generated">
            <a:extLst>
              <a:ext uri="{FF2B5EF4-FFF2-40B4-BE49-F238E27FC236}">
                <a16:creationId xmlns:a16="http://schemas.microsoft.com/office/drawing/2014/main" id="{4694C44E-AE80-A1CA-C529-E26E26BFE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654" y="2815453"/>
            <a:ext cx="185563" cy="185563"/>
          </a:xfrm>
          <a:prstGeom prst="rect">
            <a:avLst/>
          </a:prstGeom>
        </p:spPr>
      </p:pic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774DC7A0-414F-0689-54E5-BA5F6311C3E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386" y="2630725"/>
            <a:ext cx="159829" cy="190603"/>
          </a:xfrm>
          <a:prstGeom prst="rect">
            <a:avLst/>
          </a:prstGeom>
        </p:spPr>
      </p:pic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933BA482-4163-FD27-D0AD-74EEC7600BC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03" y="2581961"/>
            <a:ext cx="196423" cy="196423"/>
          </a:xfrm>
          <a:prstGeom prst="rect">
            <a:avLst/>
          </a:prstGeom>
        </p:spPr>
      </p:pic>
      <p:pic>
        <p:nvPicPr>
          <p:cNvPr id="48" name="Picture 47" descr="Icon&#10;&#10;Description automatically generated">
            <a:extLst>
              <a:ext uri="{FF2B5EF4-FFF2-40B4-BE49-F238E27FC236}">
                <a16:creationId xmlns:a16="http://schemas.microsoft.com/office/drawing/2014/main" id="{6872530B-70DE-6FE8-424E-4D67AF893AE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11" y="1823852"/>
            <a:ext cx="147993" cy="16459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2815A03-7E35-509C-5858-5FBAAC64059E}"/>
              </a:ext>
            </a:extLst>
          </p:cNvPr>
          <p:cNvSpPr txBox="1"/>
          <p:nvPr/>
        </p:nvSpPr>
        <p:spPr>
          <a:xfrm>
            <a:off x="-54562" y="2763090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FF0000"/>
                </a:solidFill>
              </a:rPr>
              <a:t>26-Apr-23</a:t>
            </a:r>
            <a:endParaRPr lang="en-US" sz="1200" b="1">
              <a:solidFill>
                <a:srgbClr val="FF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A1EB1C-A656-4957-573A-FF9BDC6A5B3E}"/>
              </a:ext>
            </a:extLst>
          </p:cNvPr>
          <p:cNvSpPr txBox="1"/>
          <p:nvPr/>
        </p:nvSpPr>
        <p:spPr>
          <a:xfrm>
            <a:off x="1675073" y="2016508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FF9100"/>
                </a:solidFill>
              </a:rPr>
              <a:t>12-May-23</a:t>
            </a:r>
            <a:endParaRPr lang="en-US" sz="1200" b="1">
              <a:solidFill>
                <a:srgbClr val="FF91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A59780-4CC7-3650-023F-05F870E42F86}"/>
              </a:ext>
            </a:extLst>
          </p:cNvPr>
          <p:cNvSpPr txBox="1"/>
          <p:nvPr/>
        </p:nvSpPr>
        <p:spPr>
          <a:xfrm>
            <a:off x="3459423" y="835407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9E03FD"/>
                </a:solidFill>
              </a:rPr>
              <a:t>24-May-23</a:t>
            </a:r>
            <a:endParaRPr lang="en-US" sz="1200" b="1">
              <a:solidFill>
                <a:srgbClr val="9E03FD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22C867-D302-6D30-9ABF-CE89F3170DF8}"/>
              </a:ext>
            </a:extLst>
          </p:cNvPr>
          <p:cNvSpPr txBox="1"/>
          <p:nvPr/>
        </p:nvSpPr>
        <p:spPr>
          <a:xfrm>
            <a:off x="3615071" y="3410157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4816B7"/>
                </a:solidFill>
              </a:rPr>
              <a:t>31-May-23</a:t>
            </a:r>
            <a:endParaRPr lang="en-US" sz="1200" b="1">
              <a:solidFill>
                <a:srgbClr val="4816B7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E7B4C9-51D2-FD9F-9A7D-117A48427392}"/>
              </a:ext>
            </a:extLst>
          </p:cNvPr>
          <p:cNvSpPr txBox="1"/>
          <p:nvPr/>
        </p:nvSpPr>
        <p:spPr>
          <a:xfrm>
            <a:off x="5056522" y="1793980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0E6EE0"/>
                </a:solidFill>
              </a:rPr>
              <a:t>07-Jun-23</a:t>
            </a:r>
            <a:endParaRPr lang="en-US" sz="1200" b="1">
              <a:solidFill>
                <a:srgbClr val="0E6EE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79F6E5-7CB7-4D9A-589A-70201FF3A4AB}"/>
              </a:ext>
            </a:extLst>
          </p:cNvPr>
          <p:cNvSpPr txBox="1"/>
          <p:nvPr/>
        </p:nvSpPr>
        <p:spPr>
          <a:xfrm>
            <a:off x="6821489" y="3278199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0CB9E8"/>
                </a:solidFill>
              </a:rPr>
              <a:t>08-Jun-23</a:t>
            </a:r>
            <a:endParaRPr lang="en-US" sz="1200" b="1">
              <a:solidFill>
                <a:srgbClr val="0CB9E8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B04137-EAED-F784-0D9F-6A2ECB29192A}"/>
              </a:ext>
            </a:extLst>
          </p:cNvPr>
          <p:cNvSpPr txBox="1"/>
          <p:nvPr/>
        </p:nvSpPr>
        <p:spPr>
          <a:xfrm>
            <a:off x="7507621" y="879579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16B137"/>
                </a:solidFill>
              </a:rPr>
              <a:t>12-Jun-23</a:t>
            </a:r>
            <a:endParaRPr lang="en-US" sz="1200" b="1">
              <a:solidFill>
                <a:srgbClr val="16B137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D21699-7291-ED80-3862-C0A05D473A62}"/>
              </a:ext>
            </a:extLst>
          </p:cNvPr>
          <p:cNvSpPr txBox="1"/>
          <p:nvPr/>
        </p:nvSpPr>
        <p:spPr>
          <a:xfrm>
            <a:off x="8847100" y="3268659"/>
            <a:ext cx="174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19BA15"/>
                </a:solidFill>
              </a:rPr>
              <a:t>20-Jun-23</a:t>
            </a:r>
            <a:endParaRPr lang="en-US" sz="1200" b="1">
              <a:solidFill>
                <a:srgbClr val="19BA15"/>
              </a:solidFill>
            </a:endParaRP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D608252-7A55-9D35-D5BD-74EF5EFC457E}"/>
              </a:ext>
            </a:extLst>
          </p:cNvPr>
          <p:cNvSpPr txBox="1">
            <a:spLocks/>
          </p:cNvSpPr>
          <p:nvPr/>
        </p:nvSpPr>
        <p:spPr>
          <a:xfrm>
            <a:off x="354843" y="234123"/>
            <a:ext cx="9403361" cy="334052"/>
          </a:xfrm>
          <a:prstGeom prst="rect">
            <a:avLst/>
          </a:prstGeom>
        </p:spPr>
        <p:txBody>
          <a:bodyPr lIns="0" tIns="0" rIns="0" bIns="0" anchor="t"/>
          <a:lstStyle>
            <a:lvl1pPr algn="l" defTabSz="71323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72" kern="1200" spc="312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51">
                <a:ea typeface="+mj-lt"/>
                <a:cs typeface="+mj-lt"/>
              </a:rPr>
              <a:t>Roadmap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57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paper clip, stationary, light&#10;&#10;Description automatically generated">
            <a:extLst>
              <a:ext uri="{FF2B5EF4-FFF2-40B4-BE49-F238E27FC236}">
                <a16:creationId xmlns:a16="http://schemas.microsoft.com/office/drawing/2014/main" id="{9B6FB3D6-D59A-AFCF-CCEA-499353358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05148"/>
            <a:ext cx="10566401" cy="3843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F08DF0-9628-BA5F-24F1-7FB8A6AE2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51">
                <a:ea typeface="+mj-lt"/>
                <a:cs typeface="+mj-lt"/>
              </a:rPr>
              <a:t>Roadmap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3471B0-20F5-6EAC-5C00-CEB125C22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51260" y="5449764"/>
            <a:ext cx="1147869" cy="316443"/>
          </a:xfrm>
        </p:spPr>
        <p:txBody>
          <a:bodyPr/>
          <a:lstStyle/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561DB52A-BC0A-FBF4-A958-F1FA29FAA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88558" y="5314111"/>
            <a:ext cx="1711665" cy="359593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E286C1B0-0874-07DE-6FA4-9CD6DCF45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203225" y="3843507"/>
            <a:ext cx="1711665" cy="359593"/>
          </a:xfrm>
          <a:prstGeom prst="rect">
            <a:avLst/>
          </a:prstGeom>
        </p:spPr>
      </p:pic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39B0E3DE-2FE4-65C6-7038-3B92B1F66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847040" y="733908"/>
            <a:ext cx="1711665" cy="359593"/>
          </a:xfrm>
          <a:prstGeom prst="rect">
            <a:avLst/>
          </a:prstGeom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B5BDC378-5306-F5CC-2EC8-16CFD8F3B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602306" y="1151324"/>
            <a:ext cx="1711665" cy="359593"/>
          </a:xfrm>
          <a:prstGeom prst="rect">
            <a:avLst/>
          </a:prstGeom>
        </p:spPr>
      </p:pic>
      <p:pic>
        <p:nvPicPr>
          <p:cNvPr id="13" name="Picture 12" descr="Shape, rectangle&#10;&#10;Description automatically generated">
            <a:extLst>
              <a:ext uri="{FF2B5EF4-FFF2-40B4-BE49-F238E27FC236}">
                <a16:creationId xmlns:a16="http://schemas.microsoft.com/office/drawing/2014/main" id="{1E697B63-EC96-A650-525B-CB2CF021EC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874361" y="1673190"/>
            <a:ext cx="1711665" cy="359593"/>
          </a:xfrm>
          <a:prstGeom prst="rect">
            <a:avLst/>
          </a:prstGeom>
        </p:spPr>
      </p:pic>
      <p:pic>
        <p:nvPicPr>
          <p:cNvPr id="15" name="Picture 14" descr="Shape, rectangle&#10;&#10;Description automatically generated">
            <a:extLst>
              <a:ext uri="{FF2B5EF4-FFF2-40B4-BE49-F238E27FC236}">
                <a16:creationId xmlns:a16="http://schemas.microsoft.com/office/drawing/2014/main" id="{B8AC8239-36EA-A290-6DE2-917504471B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8364" y="1950132"/>
            <a:ext cx="1715261" cy="363189"/>
          </a:xfrm>
          <a:prstGeom prst="rect">
            <a:avLst/>
          </a:prstGeom>
        </p:spPr>
      </p:pic>
      <p:pic>
        <p:nvPicPr>
          <p:cNvPr id="17" name="Picture 16" descr="Shape, square&#10;&#10;Description automatically generated">
            <a:extLst>
              <a:ext uri="{FF2B5EF4-FFF2-40B4-BE49-F238E27FC236}">
                <a16:creationId xmlns:a16="http://schemas.microsoft.com/office/drawing/2014/main" id="{E0EB8B2F-D844-A63B-6743-7D1FCA91C8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754683" y="4203098"/>
            <a:ext cx="1668512" cy="316443"/>
          </a:xfrm>
          <a:prstGeom prst="rect">
            <a:avLst/>
          </a:prstGeom>
        </p:spPr>
      </p:pic>
      <p:pic>
        <p:nvPicPr>
          <p:cNvPr id="19" name="Picture 18" descr="Shape, rectangle&#10;&#10;Description automatically generated">
            <a:extLst>
              <a:ext uri="{FF2B5EF4-FFF2-40B4-BE49-F238E27FC236}">
                <a16:creationId xmlns:a16="http://schemas.microsoft.com/office/drawing/2014/main" id="{9D145E1F-C24D-624F-A04F-2637C820A7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268533" y="4973366"/>
            <a:ext cx="1668512" cy="316443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B0CF75-BE4C-2E6F-0383-7583507DC8D0}"/>
              </a:ext>
            </a:extLst>
          </p:cNvPr>
          <p:cNvCxnSpPr>
            <a:cxnSpLocks/>
          </p:cNvCxnSpPr>
          <p:nvPr/>
        </p:nvCxnSpPr>
        <p:spPr>
          <a:xfrm flipV="1">
            <a:off x="794189" y="2313318"/>
            <a:ext cx="0" cy="443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AE9127-7C88-6558-B072-0D0CF1954247}"/>
              </a:ext>
            </a:extLst>
          </p:cNvPr>
          <p:cNvCxnSpPr>
            <a:cxnSpLocks/>
          </p:cNvCxnSpPr>
          <p:nvPr/>
        </p:nvCxnSpPr>
        <p:spPr>
          <a:xfrm flipV="1">
            <a:off x="2730191" y="2019188"/>
            <a:ext cx="0" cy="1365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DF5923-15D0-C39C-F2E6-DA21BE0E48D4}"/>
              </a:ext>
            </a:extLst>
          </p:cNvPr>
          <p:cNvCxnSpPr>
            <a:cxnSpLocks/>
          </p:cNvCxnSpPr>
          <p:nvPr/>
        </p:nvCxnSpPr>
        <p:spPr>
          <a:xfrm flipH="1">
            <a:off x="2730190" y="3384439"/>
            <a:ext cx="6988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0DA353-CF64-487D-2051-0379F4A86E89}"/>
              </a:ext>
            </a:extLst>
          </p:cNvPr>
          <p:cNvCxnSpPr>
            <a:cxnSpLocks/>
          </p:cNvCxnSpPr>
          <p:nvPr/>
        </p:nvCxnSpPr>
        <p:spPr>
          <a:xfrm flipV="1">
            <a:off x="4458139" y="1494169"/>
            <a:ext cx="0" cy="443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23B6A99-3E42-91C5-48A5-98B5CEE0850E}"/>
              </a:ext>
            </a:extLst>
          </p:cNvPr>
          <p:cNvCxnSpPr>
            <a:cxnSpLocks/>
          </p:cNvCxnSpPr>
          <p:nvPr/>
        </p:nvCxnSpPr>
        <p:spPr>
          <a:xfrm>
            <a:off x="2844392" y="4973369"/>
            <a:ext cx="1" cy="363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C534F2C-B725-0DFE-68D5-FF7488E5982D}"/>
              </a:ext>
            </a:extLst>
          </p:cNvPr>
          <p:cNvCxnSpPr>
            <a:cxnSpLocks/>
            <a:endCxn id="9" idx="0"/>
          </p:cNvCxnSpPr>
          <p:nvPr/>
        </p:nvCxnSpPr>
        <p:spPr>
          <a:xfrm flipV="1">
            <a:off x="7702871" y="1093502"/>
            <a:ext cx="0" cy="21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310F23-C324-BB9A-6AFA-7F77F6D7CB11}"/>
              </a:ext>
            </a:extLst>
          </p:cNvPr>
          <p:cNvCxnSpPr>
            <a:cxnSpLocks/>
          </p:cNvCxnSpPr>
          <p:nvPr/>
        </p:nvCxnSpPr>
        <p:spPr>
          <a:xfrm>
            <a:off x="7981640" y="2981400"/>
            <a:ext cx="0" cy="891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5EB6654-2C9F-AAC6-2774-E56C3F4EDE28}"/>
              </a:ext>
            </a:extLst>
          </p:cNvPr>
          <p:cNvCxnSpPr>
            <a:cxnSpLocks/>
          </p:cNvCxnSpPr>
          <p:nvPr/>
        </p:nvCxnSpPr>
        <p:spPr>
          <a:xfrm>
            <a:off x="7048822" y="2981397"/>
            <a:ext cx="9328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8F1D003-DFF9-DD64-8F21-62A5D7033C2F}"/>
              </a:ext>
            </a:extLst>
          </p:cNvPr>
          <p:cNvCxnSpPr>
            <a:cxnSpLocks/>
          </p:cNvCxnSpPr>
          <p:nvPr/>
        </p:nvCxnSpPr>
        <p:spPr>
          <a:xfrm>
            <a:off x="9588939" y="3207180"/>
            <a:ext cx="0" cy="995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D430903D-ED2D-52D1-6AAB-8C127B23A3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71" y="2541175"/>
            <a:ext cx="786035" cy="798919"/>
          </a:xfrm>
          <a:prstGeom prst="rect">
            <a:avLst/>
          </a:prstGeom>
        </p:spPr>
      </p:pic>
      <p:pic>
        <p:nvPicPr>
          <p:cNvPr id="63" name="Picture 62" descr="Shape, circle&#10;&#10;Description automatically generated">
            <a:extLst>
              <a:ext uri="{FF2B5EF4-FFF2-40B4-BE49-F238E27FC236}">
                <a16:creationId xmlns:a16="http://schemas.microsoft.com/office/drawing/2014/main" id="{A25B442A-27F5-D725-BE80-834BB41AD5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222" y="4350927"/>
            <a:ext cx="786035" cy="798919"/>
          </a:xfrm>
          <a:prstGeom prst="rect">
            <a:avLst/>
          </a:prstGeom>
        </p:spPr>
      </p:pic>
      <p:pic>
        <p:nvPicPr>
          <p:cNvPr id="64" name="Picture 63" descr="Shape, circle&#10;&#10;Description automatically generated">
            <a:extLst>
              <a:ext uri="{FF2B5EF4-FFF2-40B4-BE49-F238E27FC236}">
                <a16:creationId xmlns:a16="http://schemas.microsoft.com/office/drawing/2014/main" id="{436233E1-E1A7-CBAE-8063-72C7B26CD3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23" y="2953927"/>
            <a:ext cx="786035" cy="798919"/>
          </a:xfrm>
          <a:prstGeom prst="rect">
            <a:avLst/>
          </a:prstGeom>
        </p:spPr>
      </p:pic>
      <p:pic>
        <p:nvPicPr>
          <p:cNvPr id="65" name="Picture 64" descr="Shape, circle&#10;&#10;Description automatically generated">
            <a:extLst>
              <a:ext uri="{FF2B5EF4-FFF2-40B4-BE49-F238E27FC236}">
                <a16:creationId xmlns:a16="http://schemas.microsoft.com/office/drawing/2014/main" id="{6D10D8C5-0CB1-79DA-2C91-BEBC70C5C6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22" y="1664875"/>
            <a:ext cx="786035" cy="798919"/>
          </a:xfrm>
          <a:prstGeom prst="rect">
            <a:avLst/>
          </a:prstGeom>
        </p:spPr>
      </p:pic>
      <p:pic>
        <p:nvPicPr>
          <p:cNvPr id="67" name="Picture 66" descr="Shape, circle&#10;&#10;Description automatically generated">
            <a:extLst>
              <a:ext uri="{FF2B5EF4-FFF2-40B4-BE49-F238E27FC236}">
                <a16:creationId xmlns:a16="http://schemas.microsoft.com/office/drawing/2014/main" id="{098266CE-74AA-E8CF-DE04-471EB2E73A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854" y="1199325"/>
            <a:ext cx="786035" cy="798919"/>
          </a:xfrm>
          <a:prstGeom prst="rect">
            <a:avLst/>
          </a:prstGeom>
        </p:spPr>
      </p:pic>
      <p:pic>
        <p:nvPicPr>
          <p:cNvPr id="68" name="Picture 67" descr="Shape, circle&#10;&#10;Description automatically generated">
            <a:extLst>
              <a:ext uri="{FF2B5EF4-FFF2-40B4-BE49-F238E27FC236}">
                <a16:creationId xmlns:a16="http://schemas.microsoft.com/office/drawing/2014/main" id="{5F44076E-968E-6E8B-E547-F4144851F6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371" y="2604676"/>
            <a:ext cx="786035" cy="798919"/>
          </a:xfrm>
          <a:prstGeom prst="rect">
            <a:avLst/>
          </a:prstGeom>
        </p:spPr>
      </p:pic>
      <p:pic>
        <p:nvPicPr>
          <p:cNvPr id="69" name="Picture 68" descr="Shape, circle&#10;&#10;Description automatically generated">
            <a:extLst>
              <a:ext uri="{FF2B5EF4-FFF2-40B4-BE49-F238E27FC236}">
                <a16:creationId xmlns:a16="http://schemas.microsoft.com/office/drawing/2014/main" id="{8513468F-0C46-E095-D1AD-7E1CDC925E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222" y="2604676"/>
            <a:ext cx="786035" cy="798919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6CC8FE5-BD9E-593F-32D8-628F227FD96F}"/>
              </a:ext>
            </a:extLst>
          </p:cNvPr>
          <p:cNvCxnSpPr>
            <a:cxnSpLocks/>
          </p:cNvCxnSpPr>
          <p:nvPr/>
        </p:nvCxnSpPr>
        <p:spPr>
          <a:xfrm>
            <a:off x="6102789" y="4324779"/>
            <a:ext cx="0" cy="648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 descr="Shape, circle&#10;&#10;Description automatically generated">
            <a:extLst>
              <a:ext uri="{FF2B5EF4-FFF2-40B4-BE49-F238E27FC236}">
                <a16:creationId xmlns:a16="http://schemas.microsoft.com/office/drawing/2014/main" id="{1516EC4A-C6D1-7CA1-7966-B6F71ACC7C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72" y="3817527"/>
            <a:ext cx="786035" cy="7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93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3E6B-B947-D492-4B27-33175B7E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Engagement Roadmap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1B1D-6432-C096-2B92-69C152494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519282F4-43E7-5DF6-2FCA-23682D03B220}"/>
              </a:ext>
            </a:extLst>
          </p:cNvPr>
          <p:cNvSpPr/>
          <p:nvPr/>
        </p:nvSpPr>
        <p:spPr>
          <a:xfrm>
            <a:off x="133355" y="2422663"/>
            <a:ext cx="10166343" cy="889655"/>
          </a:xfrm>
          <a:prstGeom prst="notchedRightArrow">
            <a:avLst/>
          </a:prstGeom>
          <a:solidFill>
            <a:srgbClr val="C4C6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72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4E44AD-44FF-4580-2CC1-AFA3E47F0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76" y="2703907"/>
            <a:ext cx="336503" cy="32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80CF9EB-52E6-C953-E9B5-9EC4FB3CF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63" y="2704503"/>
            <a:ext cx="345999" cy="33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A04CFBB-3A18-C155-1720-2530F8962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78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2C8D1ED-3B9E-C2DD-C512-3EC52EAB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646" y="2732574"/>
            <a:ext cx="294547" cy="29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FC4826F-2CC5-25AA-D905-2BC4E4E14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285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58C5C9C-82B8-97A5-FFD8-2D75D9393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95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8ADE85F2-99DA-6DD9-3E48-B01529E5B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303" y="2681762"/>
            <a:ext cx="388244" cy="37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6">
            <a:extLst>
              <a:ext uri="{FF2B5EF4-FFF2-40B4-BE49-F238E27FC236}">
                <a16:creationId xmlns:a16="http://schemas.microsoft.com/office/drawing/2014/main" id="{B53F8ED6-FC3A-E468-36C5-EAFBA3B5B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35" y="2709615"/>
            <a:ext cx="336503" cy="32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8">
            <a:extLst>
              <a:ext uri="{FF2B5EF4-FFF2-40B4-BE49-F238E27FC236}">
                <a16:creationId xmlns:a16="http://schemas.microsoft.com/office/drawing/2014/main" id="{EF0C5BF9-3A27-15F1-760F-0E7E3DA62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221" y="2704503"/>
            <a:ext cx="345999" cy="33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10">
            <a:extLst>
              <a:ext uri="{FF2B5EF4-FFF2-40B4-BE49-F238E27FC236}">
                <a16:creationId xmlns:a16="http://schemas.microsoft.com/office/drawing/2014/main" id="{AC51847B-4763-F660-5A03-82412176C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937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12">
            <a:extLst>
              <a:ext uri="{FF2B5EF4-FFF2-40B4-BE49-F238E27FC236}">
                <a16:creationId xmlns:a16="http://schemas.microsoft.com/office/drawing/2014/main" id="{87A19B79-9EAD-E7F6-FBCE-865197359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805" y="2726822"/>
            <a:ext cx="294547" cy="29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4">
            <a:extLst>
              <a:ext uri="{FF2B5EF4-FFF2-40B4-BE49-F238E27FC236}">
                <a16:creationId xmlns:a16="http://schemas.microsoft.com/office/drawing/2014/main" id="{4ABF17A6-5403-9A71-F26B-82AD9F0F2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445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6">
            <a:extLst>
              <a:ext uri="{FF2B5EF4-FFF2-40B4-BE49-F238E27FC236}">
                <a16:creationId xmlns:a16="http://schemas.microsoft.com/office/drawing/2014/main" id="{4BFA8526-0C76-0130-0819-0219C0364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953" y="2723275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26">
            <a:extLst>
              <a:ext uri="{FF2B5EF4-FFF2-40B4-BE49-F238E27FC236}">
                <a16:creationId xmlns:a16="http://schemas.microsoft.com/office/drawing/2014/main" id="{A7210176-F1E1-FBB2-CA84-58F94BECF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463" y="2695717"/>
            <a:ext cx="344187" cy="35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8">
            <a:extLst>
              <a:ext uri="{FF2B5EF4-FFF2-40B4-BE49-F238E27FC236}">
                <a16:creationId xmlns:a16="http://schemas.microsoft.com/office/drawing/2014/main" id="{5D357703-6339-59D0-DCC0-7C0BF787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234" y="2704503"/>
            <a:ext cx="345999" cy="33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4">
            <a:extLst>
              <a:ext uri="{FF2B5EF4-FFF2-40B4-BE49-F238E27FC236}">
                <a16:creationId xmlns:a16="http://schemas.microsoft.com/office/drawing/2014/main" id="{7A6C4B28-4882-4D56-2D53-8DC1D2592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814" y="2716183"/>
            <a:ext cx="300923" cy="3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2E80692F-C752-A67F-8265-04442F858A17}"/>
              </a:ext>
            </a:extLst>
          </p:cNvPr>
          <p:cNvCxnSpPr>
            <a:cxnSpLocks/>
          </p:cNvCxnSpPr>
          <p:nvPr/>
        </p:nvCxnSpPr>
        <p:spPr>
          <a:xfrm flipV="1">
            <a:off x="8866713" y="2171379"/>
            <a:ext cx="0" cy="28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959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CB69-C738-F7B4-7472-AB5EB70D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F4FD52B-BEB1-70E8-9AFB-B6B72005B1D1}"/>
              </a:ext>
            </a:extLst>
          </p:cNvPr>
          <p:cNvSpPr/>
          <p:nvPr/>
        </p:nvSpPr>
        <p:spPr>
          <a:xfrm>
            <a:off x="1496378" y="2381505"/>
            <a:ext cx="7495773" cy="784217"/>
          </a:xfrm>
          <a:prstGeom prst="rect">
            <a:avLst/>
          </a:prstGeom>
          <a:noFill/>
          <a:ln w="6350">
            <a:solidFill>
              <a:schemeClr val="tx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IN" sz="1050">
              <a:latin typeface="Calibri"/>
              <a:ea typeface="Roboto"/>
              <a:cs typeface="Roboto"/>
            </a:endParaRPr>
          </a:p>
        </p:txBody>
      </p:sp>
      <p:sp>
        <p:nvSpPr>
          <p:cNvPr id="45" name="Rectangle: Rounded Corners 1055">
            <a:extLst>
              <a:ext uri="{FF2B5EF4-FFF2-40B4-BE49-F238E27FC236}">
                <a16:creationId xmlns:a16="http://schemas.microsoft.com/office/drawing/2014/main" id="{45FE0A56-EAA7-DF46-3B0C-549FEEE35706}"/>
              </a:ext>
            </a:extLst>
          </p:cNvPr>
          <p:cNvSpPr/>
          <p:nvPr/>
        </p:nvSpPr>
        <p:spPr>
          <a:xfrm>
            <a:off x="1584322" y="2279952"/>
            <a:ext cx="714188" cy="229592"/>
          </a:xfrm>
          <a:prstGeom prst="roundRect">
            <a:avLst/>
          </a:prstGeom>
          <a:solidFill>
            <a:srgbClr val="E3CFF3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168C7A-D857-3BE8-D245-29884CD2612D}"/>
              </a:ext>
            </a:extLst>
          </p:cNvPr>
          <p:cNvSpPr/>
          <p:nvPr/>
        </p:nvSpPr>
        <p:spPr>
          <a:xfrm>
            <a:off x="1515213" y="3815837"/>
            <a:ext cx="7476937" cy="784976"/>
          </a:xfrm>
          <a:prstGeom prst="rect">
            <a:avLst/>
          </a:prstGeom>
          <a:solidFill>
            <a:srgbClr val="F4F4FD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77"/>
          </a:p>
        </p:txBody>
      </p:sp>
      <p:sp>
        <p:nvSpPr>
          <p:cNvPr id="38" name="Rectangle: Rounded Corners 1038">
            <a:extLst>
              <a:ext uri="{FF2B5EF4-FFF2-40B4-BE49-F238E27FC236}">
                <a16:creationId xmlns:a16="http://schemas.microsoft.com/office/drawing/2014/main" id="{C49A57AB-AEDC-4781-3AEE-D447478DC677}"/>
              </a:ext>
            </a:extLst>
          </p:cNvPr>
          <p:cNvSpPr/>
          <p:nvPr/>
        </p:nvSpPr>
        <p:spPr>
          <a:xfrm>
            <a:off x="1599839" y="3722289"/>
            <a:ext cx="728651" cy="213249"/>
          </a:xfrm>
          <a:prstGeom prst="roundRect">
            <a:avLst/>
          </a:prstGeom>
          <a:solidFill>
            <a:srgbClr val="B8C3EF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E30BB-BDA6-AFB5-C9F7-C8A3E288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Streaming &amp; Batch</a:t>
            </a:r>
            <a:endParaRPr lang="en-IN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DD5479B-7D8A-F32B-0D51-F1F5B449CD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707082"/>
              </p:ext>
            </p:extLst>
          </p:nvPr>
        </p:nvGraphicFramePr>
        <p:xfrm>
          <a:off x="2099138" y="1313075"/>
          <a:ext cx="6518272" cy="57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: Rounded Corners 107">
            <a:extLst>
              <a:ext uri="{FF2B5EF4-FFF2-40B4-BE49-F238E27FC236}">
                <a16:creationId xmlns:a16="http://schemas.microsoft.com/office/drawing/2014/main" id="{3F871E9E-9749-A012-CC70-0D0417A93226}"/>
              </a:ext>
            </a:extLst>
          </p:cNvPr>
          <p:cNvSpPr/>
          <p:nvPr/>
        </p:nvSpPr>
        <p:spPr>
          <a:xfrm>
            <a:off x="295327" y="1702980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Rectangle: Rounded Corners 107">
            <a:extLst>
              <a:ext uri="{FF2B5EF4-FFF2-40B4-BE49-F238E27FC236}">
                <a16:creationId xmlns:a16="http://schemas.microsoft.com/office/drawing/2014/main" id="{081E5938-7C8F-6F77-6849-3BEB3E259923}"/>
              </a:ext>
            </a:extLst>
          </p:cNvPr>
          <p:cNvSpPr/>
          <p:nvPr/>
        </p:nvSpPr>
        <p:spPr>
          <a:xfrm>
            <a:off x="286858" y="2282021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: Rounded Corners 107">
            <a:extLst>
              <a:ext uri="{FF2B5EF4-FFF2-40B4-BE49-F238E27FC236}">
                <a16:creationId xmlns:a16="http://schemas.microsoft.com/office/drawing/2014/main" id="{8D10F78B-C8AB-1BB7-D82D-1ED412CBC05B}"/>
              </a:ext>
            </a:extLst>
          </p:cNvPr>
          <p:cNvSpPr/>
          <p:nvPr/>
        </p:nvSpPr>
        <p:spPr>
          <a:xfrm>
            <a:off x="269620" y="2861062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Rectangle: Rounded Corners 107">
            <a:extLst>
              <a:ext uri="{FF2B5EF4-FFF2-40B4-BE49-F238E27FC236}">
                <a16:creationId xmlns:a16="http://schemas.microsoft.com/office/drawing/2014/main" id="{56C82197-C485-7E1D-EE9F-FBC8ACC121CE}"/>
              </a:ext>
            </a:extLst>
          </p:cNvPr>
          <p:cNvSpPr/>
          <p:nvPr/>
        </p:nvSpPr>
        <p:spPr>
          <a:xfrm>
            <a:off x="262150" y="3440103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7" name="Rectangle: Rounded Corners 107">
            <a:extLst>
              <a:ext uri="{FF2B5EF4-FFF2-40B4-BE49-F238E27FC236}">
                <a16:creationId xmlns:a16="http://schemas.microsoft.com/office/drawing/2014/main" id="{21322B09-0211-80DF-D2A9-591B91ECAF74}"/>
              </a:ext>
            </a:extLst>
          </p:cNvPr>
          <p:cNvSpPr/>
          <p:nvPr/>
        </p:nvSpPr>
        <p:spPr>
          <a:xfrm>
            <a:off x="252217" y="4019145"/>
            <a:ext cx="855228" cy="315240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14" name="Rectangle: Rounded Corners 87">
            <a:extLst>
              <a:ext uri="{FF2B5EF4-FFF2-40B4-BE49-F238E27FC236}">
                <a16:creationId xmlns:a16="http://schemas.microsoft.com/office/drawing/2014/main" id="{86F2B9D9-5044-91EE-E794-71B1D194D277}"/>
              </a:ext>
            </a:extLst>
          </p:cNvPr>
          <p:cNvSpPr/>
          <p:nvPr/>
        </p:nvSpPr>
        <p:spPr>
          <a:xfrm>
            <a:off x="9428062" y="1726260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5" name="Rectangle: Rounded Corners 87">
            <a:extLst>
              <a:ext uri="{FF2B5EF4-FFF2-40B4-BE49-F238E27FC236}">
                <a16:creationId xmlns:a16="http://schemas.microsoft.com/office/drawing/2014/main" id="{4986393D-D612-6CED-5911-691E352FD1F2}"/>
              </a:ext>
            </a:extLst>
          </p:cNvPr>
          <p:cNvSpPr/>
          <p:nvPr/>
        </p:nvSpPr>
        <p:spPr>
          <a:xfrm>
            <a:off x="9428062" y="2309793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6" name="Rectangle: Rounded Corners 87">
            <a:extLst>
              <a:ext uri="{FF2B5EF4-FFF2-40B4-BE49-F238E27FC236}">
                <a16:creationId xmlns:a16="http://schemas.microsoft.com/office/drawing/2014/main" id="{D5474A10-1E4A-2050-B983-0954E0985A26}"/>
              </a:ext>
            </a:extLst>
          </p:cNvPr>
          <p:cNvSpPr/>
          <p:nvPr/>
        </p:nvSpPr>
        <p:spPr>
          <a:xfrm>
            <a:off x="9428062" y="2893326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9486BAC2-6FD3-6872-85E9-66C75ED81AF2}"/>
              </a:ext>
            </a:extLst>
          </p:cNvPr>
          <p:cNvSpPr/>
          <p:nvPr/>
        </p:nvSpPr>
        <p:spPr>
          <a:xfrm>
            <a:off x="9428062" y="3476859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2" name="Rectangle: Rounded Corners 87">
            <a:extLst>
              <a:ext uri="{FF2B5EF4-FFF2-40B4-BE49-F238E27FC236}">
                <a16:creationId xmlns:a16="http://schemas.microsoft.com/office/drawing/2014/main" id="{9AD624AA-4897-E6F0-19F4-8F5158763228}"/>
              </a:ext>
            </a:extLst>
          </p:cNvPr>
          <p:cNvSpPr/>
          <p:nvPr/>
        </p:nvSpPr>
        <p:spPr>
          <a:xfrm>
            <a:off x="9416518" y="4060391"/>
            <a:ext cx="863697" cy="315240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39" name="Chevron 38">
            <a:extLst>
              <a:ext uri="{FF2B5EF4-FFF2-40B4-BE49-F238E27FC236}">
                <a16:creationId xmlns:a16="http://schemas.microsoft.com/office/drawing/2014/main" id="{AD2805A0-60EC-8327-AC74-BE1C5D5DC466}"/>
              </a:ext>
            </a:extLst>
          </p:cNvPr>
          <p:cNvSpPr/>
          <p:nvPr/>
        </p:nvSpPr>
        <p:spPr>
          <a:xfrm>
            <a:off x="4372587" y="4051081"/>
            <a:ext cx="187135" cy="305895"/>
          </a:xfrm>
          <a:prstGeom prst="chevron">
            <a:avLst/>
          </a:prstGeom>
          <a:solidFill>
            <a:srgbClr val="4D2E58">
              <a:alpha val="34902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hevron 39">
            <a:extLst>
              <a:ext uri="{FF2B5EF4-FFF2-40B4-BE49-F238E27FC236}">
                <a16:creationId xmlns:a16="http://schemas.microsoft.com/office/drawing/2014/main" id="{1AF84FE9-CE84-59FD-7E76-E0492C94AA28}"/>
              </a:ext>
            </a:extLst>
          </p:cNvPr>
          <p:cNvSpPr/>
          <p:nvPr/>
        </p:nvSpPr>
        <p:spPr>
          <a:xfrm>
            <a:off x="5816711" y="4051081"/>
            <a:ext cx="187135" cy="305895"/>
          </a:xfrm>
          <a:prstGeom prst="chevron">
            <a:avLst/>
          </a:prstGeom>
          <a:solidFill>
            <a:srgbClr val="4D2E58">
              <a:alpha val="34902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Chevron 40">
            <a:extLst>
              <a:ext uri="{FF2B5EF4-FFF2-40B4-BE49-F238E27FC236}">
                <a16:creationId xmlns:a16="http://schemas.microsoft.com/office/drawing/2014/main" id="{656C84B0-8DA2-0EF6-0E55-45C01E445859}"/>
              </a:ext>
            </a:extLst>
          </p:cNvPr>
          <p:cNvSpPr/>
          <p:nvPr/>
        </p:nvSpPr>
        <p:spPr>
          <a:xfrm>
            <a:off x="7260836" y="4051081"/>
            <a:ext cx="187135" cy="305895"/>
          </a:xfrm>
          <a:prstGeom prst="chevron">
            <a:avLst/>
          </a:prstGeom>
          <a:solidFill>
            <a:srgbClr val="4D2E58">
              <a:alpha val="34902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hevron 53">
            <a:extLst>
              <a:ext uri="{FF2B5EF4-FFF2-40B4-BE49-F238E27FC236}">
                <a16:creationId xmlns:a16="http://schemas.microsoft.com/office/drawing/2014/main" id="{007EBAA5-C985-7479-1BBF-E76826FE2F07}"/>
              </a:ext>
            </a:extLst>
          </p:cNvPr>
          <p:cNvSpPr/>
          <p:nvPr/>
        </p:nvSpPr>
        <p:spPr>
          <a:xfrm>
            <a:off x="2928463" y="4049688"/>
            <a:ext cx="187135" cy="305895"/>
          </a:xfrm>
          <a:prstGeom prst="chevron">
            <a:avLst/>
          </a:prstGeom>
          <a:solidFill>
            <a:srgbClr val="4D2E58">
              <a:alpha val="34902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1" name="Picture 60" descr="A picture containing text&#10;&#10;Description automatically generated">
            <a:extLst>
              <a:ext uri="{FF2B5EF4-FFF2-40B4-BE49-F238E27FC236}">
                <a16:creationId xmlns:a16="http://schemas.microsoft.com/office/drawing/2014/main" id="{84A515E5-152F-DAFE-975B-B5B29F418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130" y="4002483"/>
            <a:ext cx="955149" cy="530159"/>
          </a:xfrm>
          <a:prstGeom prst="rect">
            <a:avLst/>
          </a:prstGeom>
        </p:spPr>
      </p:pic>
      <p:pic>
        <p:nvPicPr>
          <p:cNvPr id="63" name="Picture 62" descr="A picture containing text&#10;&#10;Description automatically generated">
            <a:extLst>
              <a:ext uri="{FF2B5EF4-FFF2-40B4-BE49-F238E27FC236}">
                <a16:creationId xmlns:a16="http://schemas.microsoft.com/office/drawing/2014/main" id="{B6FC2382-C1D9-F0FB-0966-9773144853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051" y="4002483"/>
            <a:ext cx="955149" cy="530159"/>
          </a:xfrm>
          <a:prstGeom prst="rect">
            <a:avLst/>
          </a:prstGeom>
        </p:spPr>
      </p:pic>
      <p:pic>
        <p:nvPicPr>
          <p:cNvPr id="64" name="Picture 63" descr="A picture containing text&#10;&#10;Description automatically generated">
            <a:extLst>
              <a:ext uri="{FF2B5EF4-FFF2-40B4-BE49-F238E27FC236}">
                <a16:creationId xmlns:a16="http://schemas.microsoft.com/office/drawing/2014/main" id="{21F8B80A-C00B-2D71-232F-77CB81F0D8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972" y="4002483"/>
            <a:ext cx="955149" cy="530159"/>
          </a:xfrm>
          <a:prstGeom prst="rect">
            <a:avLst/>
          </a:prstGeom>
        </p:spPr>
      </p:pic>
      <p:pic>
        <p:nvPicPr>
          <p:cNvPr id="65" name="Picture 64" descr="A picture containing text&#10;&#10;Description automatically generated">
            <a:extLst>
              <a:ext uri="{FF2B5EF4-FFF2-40B4-BE49-F238E27FC236}">
                <a16:creationId xmlns:a16="http://schemas.microsoft.com/office/drawing/2014/main" id="{F7460D13-5490-F903-8B4B-839763A8F7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84" y="4002483"/>
            <a:ext cx="955149" cy="53015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9F9B4B6D-C77F-1EBE-19B8-6CD5D05421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49" y="2562248"/>
            <a:ext cx="1567485" cy="50288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893B4710-99E5-8CC9-C294-2BD4A5103F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83" y="2556486"/>
            <a:ext cx="1567485" cy="502885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B6B69EF-6B3E-4F77-CED5-85BAB4806543}"/>
              </a:ext>
            </a:extLst>
          </p:cNvPr>
          <p:cNvCxnSpPr>
            <a:cxnSpLocks/>
            <a:stCxn id="103" idx="3"/>
            <a:endCxn id="14" idx="1"/>
          </p:cNvCxnSpPr>
          <p:nvPr/>
        </p:nvCxnSpPr>
        <p:spPr>
          <a:xfrm flipV="1">
            <a:off x="8802968" y="1883880"/>
            <a:ext cx="625094" cy="9240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3">
            <a:extLst>
              <a:ext uri="{FF2B5EF4-FFF2-40B4-BE49-F238E27FC236}">
                <a16:creationId xmlns:a16="http://schemas.microsoft.com/office/drawing/2014/main" id="{1CF7E015-F0B7-EC4D-ECEB-FEB8039BC902}"/>
              </a:ext>
            </a:extLst>
          </p:cNvPr>
          <p:cNvCxnSpPr>
            <a:cxnSpLocks/>
            <a:stCxn id="103" idx="3"/>
            <a:endCxn id="15" idx="1"/>
          </p:cNvCxnSpPr>
          <p:nvPr/>
        </p:nvCxnSpPr>
        <p:spPr>
          <a:xfrm flipV="1">
            <a:off x="8802968" y="2467413"/>
            <a:ext cx="625094" cy="3405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3">
            <a:extLst>
              <a:ext uri="{FF2B5EF4-FFF2-40B4-BE49-F238E27FC236}">
                <a16:creationId xmlns:a16="http://schemas.microsoft.com/office/drawing/2014/main" id="{8A5A6D9F-FC3B-0E8C-1B8E-5AE467DBC417}"/>
              </a:ext>
            </a:extLst>
          </p:cNvPr>
          <p:cNvCxnSpPr>
            <a:cxnSpLocks/>
            <a:stCxn id="103" idx="3"/>
            <a:endCxn id="16" idx="1"/>
          </p:cNvCxnSpPr>
          <p:nvPr/>
        </p:nvCxnSpPr>
        <p:spPr>
          <a:xfrm>
            <a:off x="8802968" y="2807929"/>
            <a:ext cx="625094" cy="2430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83">
            <a:extLst>
              <a:ext uri="{FF2B5EF4-FFF2-40B4-BE49-F238E27FC236}">
                <a16:creationId xmlns:a16="http://schemas.microsoft.com/office/drawing/2014/main" id="{068F2ED9-A19A-9C82-68BC-A9C024DF1CD8}"/>
              </a:ext>
            </a:extLst>
          </p:cNvPr>
          <p:cNvCxnSpPr>
            <a:cxnSpLocks/>
            <a:stCxn id="103" idx="3"/>
            <a:endCxn id="17" idx="1"/>
          </p:cNvCxnSpPr>
          <p:nvPr/>
        </p:nvCxnSpPr>
        <p:spPr>
          <a:xfrm>
            <a:off x="8802968" y="2807929"/>
            <a:ext cx="625094" cy="8265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83">
            <a:extLst>
              <a:ext uri="{FF2B5EF4-FFF2-40B4-BE49-F238E27FC236}">
                <a16:creationId xmlns:a16="http://schemas.microsoft.com/office/drawing/2014/main" id="{AE5B17FD-89AC-CF75-84AF-18F885D5305E}"/>
              </a:ext>
            </a:extLst>
          </p:cNvPr>
          <p:cNvCxnSpPr>
            <a:cxnSpLocks/>
            <a:stCxn id="103" idx="3"/>
            <a:endCxn id="22" idx="1"/>
          </p:cNvCxnSpPr>
          <p:nvPr/>
        </p:nvCxnSpPr>
        <p:spPr>
          <a:xfrm>
            <a:off x="8802968" y="2807929"/>
            <a:ext cx="613550" cy="14100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80BD246-4732-FF46-49CF-E6AA8E56195B}"/>
              </a:ext>
            </a:extLst>
          </p:cNvPr>
          <p:cNvCxnSpPr>
            <a:cxnSpLocks/>
          </p:cNvCxnSpPr>
          <p:nvPr/>
        </p:nvCxnSpPr>
        <p:spPr>
          <a:xfrm flipV="1">
            <a:off x="3139451" y="2749330"/>
            <a:ext cx="40880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Picture 127" descr="Icon&#10;&#10;Description automatically generated">
            <a:extLst>
              <a:ext uri="{FF2B5EF4-FFF2-40B4-BE49-F238E27FC236}">
                <a16:creationId xmlns:a16="http://schemas.microsoft.com/office/drawing/2014/main" id="{3FA10405-696F-CC2C-9E4C-572DE3BBB0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913" y="3924139"/>
            <a:ext cx="428702" cy="428702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3DC7BBF9-A529-1B04-1E32-E063084BF6FA}"/>
              </a:ext>
            </a:extLst>
          </p:cNvPr>
          <p:cNvSpPr/>
          <p:nvPr/>
        </p:nvSpPr>
        <p:spPr>
          <a:xfrm>
            <a:off x="105341" y="1621957"/>
            <a:ext cx="1163970" cy="278378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cxnSp>
        <p:nvCxnSpPr>
          <p:cNvPr id="130" name="Straight Arrow Connector 83">
            <a:extLst>
              <a:ext uri="{FF2B5EF4-FFF2-40B4-BE49-F238E27FC236}">
                <a16:creationId xmlns:a16="http://schemas.microsoft.com/office/drawing/2014/main" id="{D7CC9F40-B094-4901-3FC6-1708FD554C71}"/>
              </a:ext>
            </a:extLst>
          </p:cNvPr>
          <p:cNvCxnSpPr>
            <a:cxnSpLocks/>
            <a:stCxn id="129" idx="3"/>
            <a:endCxn id="37" idx="1"/>
          </p:cNvCxnSpPr>
          <p:nvPr/>
        </p:nvCxnSpPr>
        <p:spPr>
          <a:xfrm>
            <a:off x="1269311" y="3013847"/>
            <a:ext cx="245902" cy="1194478"/>
          </a:xfrm>
          <a:prstGeom prst="bentConnector3">
            <a:avLst>
              <a:gd name="adj1" fmla="val 435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83">
            <a:extLst>
              <a:ext uri="{FF2B5EF4-FFF2-40B4-BE49-F238E27FC236}">
                <a16:creationId xmlns:a16="http://schemas.microsoft.com/office/drawing/2014/main" id="{0695298C-7FA1-5BC1-C156-01AA7221B581}"/>
              </a:ext>
            </a:extLst>
          </p:cNvPr>
          <p:cNvCxnSpPr>
            <a:cxnSpLocks/>
            <a:stCxn id="129" idx="3"/>
            <a:endCxn id="44" idx="1"/>
          </p:cNvCxnSpPr>
          <p:nvPr/>
        </p:nvCxnSpPr>
        <p:spPr>
          <a:xfrm flipV="1">
            <a:off x="1269311" y="2773614"/>
            <a:ext cx="227067" cy="240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Diagram 124">
            <a:extLst>
              <a:ext uri="{FF2B5EF4-FFF2-40B4-BE49-F238E27FC236}">
                <a16:creationId xmlns:a16="http://schemas.microsoft.com/office/drawing/2014/main" id="{516E2B36-08D4-5262-93DC-6706756D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4621033"/>
              </p:ext>
            </p:extLst>
          </p:nvPr>
        </p:nvGraphicFramePr>
        <p:xfrm>
          <a:off x="4527659" y="2525690"/>
          <a:ext cx="1511081" cy="53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151" name="Graphic 150" descr="Database with solid fill">
            <a:extLst>
              <a:ext uri="{FF2B5EF4-FFF2-40B4-BE49-F238E27FC236}">
                <a16:creationId xmlns:a16="http://schemas.microsoft.com/office/drawing/2014/main" id="{857876D4-F76B-F627-6AC0-C64E4E078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1234" y="2611097"/>
            <a:ext cx="293053" cy="293053"/>
          </a:xfrm>
          <a:prstGeom prst="rect">
            <a:avLst/>
          </a:prstGeom>
        </p:spPr>
      </p:pic>
      <p:pic>
        <p:nvPicPr>
          <p:cNvPr id="152" name="Graphic 151" descr="Database with solid fill">
            <a:extLst>
              <a:ext uri="{FF2B5EF4-FFF2-40B4-BE49-F238E27FC236}">
                <a16:creationId xmlns:a16="http://schemas.microsoft.com/office/drawing/2014/main" id="{0225F658-4E17-90D3-8CCC-361F2E0C9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29782" y="2621505"/>
            <a:ext cx="293053" cy="293053"/>
          </a:xfrm>
          <a:prstGeom prst="rect">
            <a:avLst/>
          </a:prstGeom>
        </p:spPr>
      </p:pic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C30FEAF-EC9F-C8C8-01F0-054675E8E5ED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3727626" y="2749330"/>
            <a:ext cx="0" cy="12531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B27B42C-4E90-C2B9-EDD9-D4FB4CCEC7D1}"/>
              </a:ext>
            </a:extLst>
          </p:cNvPr>
          <p:cNvCxnSpPr>
            <a:cxnSpLocks/>
            <a:endCxn id="125" idx="2"/>
          </p:cNvCxnSpPr>
          <p:nvPr/>
        </p:nvCxnSpPr>
        <p:spPr>
          <a:xfrm flipV="1">
            <a:off x="5282926" y="3062193"/>
            <a:ext cx="273" cy="9188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83">
            <a:extLst>
              <a:ext uri="{FF2B5EF4-FFF2-40B4-BE49-F238E27FC236}">
                <a16:creationId xmlns:a16="http://schemas.microsoft.com/office/drawing/2014/main" id="{60E97E7F-DED0-D0D9-CCC9-F76471F3E6FE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3141734" y="2813691"/>
            <a:ext cx="431363" cy="1167373"/>
          </a:xfrm>
          <a:prstGeom prst="bentConnector2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4D631CE7-D0A1-1C2C-B2C8-EBA3FB849E1F}"/>
              </a:ext>
            </a:extLst>
          </p:cNvPr>
          <p:cNvSpPr txBox="1"/>
          <p:nvPr/>
        </p:nvSpPr>
        <p:spPr>
          <a:xfrm>
            <a:off x="8601719" y="2225630"/>
            <a:ext cx="354264" cy="1600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40" i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 Light" charset="0"/>
                <a:cs typeface="Calibri" panose="020F0502020204030204" pitchFamily="34" charset="0"/>
              </a:rPr>
              <a:t>Flow 1</a:t>
            </a:r>
            <a:endParaRPr lang="en-IN" sz="1040" i="1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 Light" charset="0"/>
              <a:cs typeface="Calibri" panose="020F0502020204030204" pitchFamily="34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4D8BF79-A964-D9B7-92D4-609135E3F47D}"/>
              </a:ext>
            </a:extLst>
          </p:cNvPr>
          <p:cNvSpPr txBox="1"/>
          <p:nvPr/>
        </p:nvSpPr>
        <p:spPr>
          <a:xfrm>
            <a:off x="8583124" y="3665836"/>
            <a:ext cx="352661" cy="1600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40" i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 Light" charset="0"/>
                <a:cs typeface="Calibri" panose="020F0502020204030204" pitchFamily="34" charset="0"/>
              </a:rPr>
              <a:t>Flow 2</a:t>
            </a:r>
            <a:endParaRPr lang="en-IN" sz="1040" i="1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 Light" charset="0"/>
              <a:cs typeface="Calibri" panose="020F050202020403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8F300C0-3696-C748-229A-23D9DBF8B6D7}"/>
              </a:ext>
            </a:extLst>
          </p:cNvPr>
          <p:cNvSpPr txBox="1"/>
          <p:nvPr/>
        </p:nvSpPr>
        <p:spPr>
          <a:xfrm>
            <a:off x="7153451" y="4534317"/>
            <a:ext cx="352661" cy="1600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40" i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 Light" charset="0"/>
                <a:cs typeface="Calibri" panose="020F0502020204030204" pitchFamily="34" charset="0"/>
              </a:rPr>
              <a:t>Flow 3</a:t>
            </a:r>
            <a:endParaRPr lang="en-IN" sz="1040" i="1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 Light" charset="0"/>
              <a:cs typeface="Calibri" panose="020F0502020204030204" pitchFamily="34" charset="0"/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8B9EE03-14C3-F9B1-678D-BA161F706523}"/>
              </a:ext>
            </a:extLst>
          </p:cNvPr>
          <p:cNvCxnSpPr>
            <a:cxnSpLocks/>
          </p:cNvCxnSpPr>
          <p:nvPr/>
        </p:nvCxnSpPr>
        <p:spPr>
          <a:xfrm>
            <a:off x="3542448" y="4532642"/>
            <a:ext cx="404282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83">
            <a:extLst>
              <a:ext uri="{FF2B5EF4-FFF2-40B4-BE49-F238E27FC236}">
                <a16:creationId xmlns:a16="http://schemas.microsoft.com/office/drawing/2014/main" id="{B4B9A208-D83E-627C-7718-73AC161693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9163" y="4496402"/>
            <a:ext cx="123661" cy="1"/>
          </a:xfrm>
          <a:prstGeom prst="bentConnector3">
            <a:avLst>
              <a:gd name="adj1" fmla="val 50000"/>
            </a:avLst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667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56C4-B38F-6F7A-CA22-F99830E3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CF6C-ACC5-910E-3589-B75FCC8A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pic>
        <p:nvPicPr>
          <p:cNvPr id="15" name="Picture 14" descr="Shape&#10;&#10;Description automatically generated">
            <a:extLst>
              <a:ext uri="{FF2B5EF4-FFF2-40B4-BE49-F238E27FC236}">
                <a16:creationId xmlns:a16="http://schemas.microsoft.com/office/drawing/2014/main" id="{9895202D-C2E3-DF00-AD6E-E0430AC96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0" y="1200230"/>
            <a:ext cx="2568591" cy="27322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16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1AB7380F-BE60-40CE-0F99-AC11CF9F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202" y="2538288"/>
            <a:ext cx="3161203" cy="27087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0F1A0E5-C7BD-4FFC-9218-9B1B7DA26F41}"/>
              </a:ext>
            </a:extLst>
          </p:cNvPr>
          <p:cNvSpPr txBox="1"/>
          <p:nvPr/>
        </p:nvSpPr>
        <p:spPr>
          <a:xfrm>
            <a:off x="1237579" y="1270414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Solution Team</a:t>
            </a:r>
          </a:p>
        </p:txBody>
      </p:sp>
      <p:pic>
        <p:nvPicPr>
          <p:cNvPr id="28" name="Picture 27" descr="Shape&#10;&#10;Description automatically generated">
            <a:extLst>
              <a:ext uri="{FF2B5EF4-FFF2-40B4-BE49-F238E27FC236}">
                <a16:creationId xmlns:a16="http://schemas.microsoft.com/office/drawing/2014/main" id="{FD5C1D1F-AE3B-BEEA-6D8E-D010A1979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163" y="1197581"/>
            <a:ext cx="2554357" cy="273223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9CF9121-F53F-2C89-AB45-516AC5BCD451}"/>
              </a:ext>
            </a:extLst>
          </p:cNvPr>
          <p:cNvSpPr/>
          <p:nvPr/>
        </p:nvSpPr>
        <p:spPr>
          <a:xfrm>
            <a:off x="658114" y="1463325"/>
            <a:ext cx="2554357" cy="73863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cxnSp>
        <p:nvCxnSpPr>
          <p:cNvPr id="33" name="Connector: Elbow 47">
            <a:extLst>
              <a:ext uri="{FF2B5EF4-FFF2-40B4-BE49-F238E27FC236}">
                <a16:creationId xmlns:a16="http://schemas.microsoft.com/office/drawing/2014/main" id="{C592378F-6218-BAA3-923D-6152ADDA0F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71283" y="2706986"/>
            <a:ext cx="1247391" cy="14298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576226B-BE6D-44D4-C33C-277A431E0874}"/>
              </a:ext>
            </a:extLst>
          </p:cNvPr>
          <p:cNvSpPr/>
          <p:nvPr/>
        </p:nvSpPr>
        <p:spPr>
          <a:xfrm>
            <a:off x="3492204" y="2804987"/>
            <a:ext cx="3161202" cy="999934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7F1CA6-81FE-9543-4AD5-C95AA4508AA0}"/>
              </a:ext>
            </a:extLst>
          </p:cNvPr>
          <p:cNvSpPr txBox="1"/>
          <p:nvPr/>
        </p:nvSpPr>
        <p:spPr>
          <a:xfrm>
            <a:off x="4665504" y="3784079"/>
            <a:ext cx="1530998" cy="1242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80" b="1">
                <a:solidFill>
                  <a:schemeClr val="bg1"/>
                </a:solidFill>
                <a:latin typeface="Calibri Light"/>
                <a:ea typeface="Calibri Light" charset="0"/>
                <a:cs typeface="Calibri Light"/>
              </a:rPr>
              <a:t>Late 2010’s</a:t>
            </a:r>
            <a:endParaRPr lang="en-IN" sz="800" b="1">
              <a:solidFill>
                <a:schemeClr val="bg1"/>
              </a:solidFill>
              <a:latin typeface="Calibri Light"/>
              <a:ea typeface="Calibri Light" charset="0"/>
              <a:cs typeface="Calibri Light" charset="0"/>
            </a:endParaRPr>
          </a:p>
        </p:txBody>
      </p:sp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5E876BB7-19FD-5DDC-1DEF-D87AE6299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04" y="2491613"/>
            <a:ext cx="364225" cy="364225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A5A3D693-FFFA-79EC-E419-56C819E418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8" y="1134823"/>
            <a:ext cx="380965" cy="380965"/>
          </a:xfrm>
          <a:prstGeom prst="rect">
            <a:avLst/>
          </a:prstGeom>
        </p:spPr>
      </p:pic>
      <p:cxnSp>
        <p:nvCxnSpPr>
          <p:cNvPr id="43" name="Connector: Elbow 47">
            <a:extLst>
              <a:ext uri="{FF2B5EF4-FFF2-40B4-BE49-F238E27FC236}">
                <a16:creationId xmlns:a16="http://schemas.microsoft.com/office/drawing/2014/main" id="{9C06F7CE-B74F-BC79-9D65-6BF3E4D35F84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7108450" y="1926685"/>
            <a:ext cx="1247390" cy="17979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B31BC5-A8E1-9008-EE48-BF1F7ADF2409}"/>
              </a:ext>
            </a:extLst>
          </p:cNvPr>
          <p:cNvSpPr txBox="1"/>
          <p:nvPr/>
        </p:nvSpPr>
        <p:spPr>
          <a:xfrm>
            <a:off x="4478895" y="2607305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Solutions Repo</a:t>
            </a:r>
          </a:p>
        </p:txBody>
      </p:sp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7DF1E92-01F7-2190-0D46-DCB3EFED4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169" y="3220653"/>
            <a:ext cx="141786" cy="141786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77AE5D-4C7A-2C13-FE8D-BF2E2BD653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900" y="3234036"/>
            <a:ext cx="141786" cy="14178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20D372-D2C3-B25C-7F47-6F0AFBD6F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23" y="3234481"/>
            <a:ext cx="141786" cy="141786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D1051A26-ED1B-092F-3242-0E75F3C5B6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934" y="3212479"/>
            <a:ext cx="155232" cy="155232"/>
          </a:xfrm>
          <a:prstGeom prst="rect">
            <a:avLst/>
          </a:prstGeom>
        </p:spPr>
      </p:pic>
      <p:pic>
        <p:nvPicPr>
          <p:cNvPr id="1053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B06518DF-215A-1950-44D5-6BC85DA832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2202" y="4695575"/>
            <a:ext cx="3161203" cy="273951"/>
          </a:xfrm>
          <a:prstGeom prst="rect">
            <a:avLst/>
          </a:prstGeom>
          <a:solidFill>
            <a:srgbClr val="EB6C15"/>
          </a:solidFill>
        </p:spPr>
      </p:pic>
      <p:pic>
        <p:nvPicPr>
          <p:cNvPr id="1054" name="Picture 1053" descr="Logo, icon&#10;&#10;Description automatically generated">
            <a:extLst>
              <a:ext uri="{FF2B5EF4-FFF2-40B4-BE49-F238E27FC236}">
                <a16:creationId xmlns:a16="http://schemas.microsoft.com/office/drawing/2014/main" id="{638C3010-B2C3-C37E-1D7E-0F00CC9F05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054" y="4636082"/>
            <a:ext cx="392937" cy="392937"/>
          </a:xfrm>
          <a:prstGeom prst="rect">
            <a:avLst/>
          </a:prstGeom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01CE37FA-7F62-BC3B-532B-BB777CB5CBAF}"/>
              </a:ext>
            </a:extLst>
          </p:cNvPr>
          <p:cNvSpPr/>
          <p:nvPr/>
        </p:nvSpPr>
        <p:spPr>
          <a:xfrm>
            <a:off x="3492202" y="4969526"/>
            <a:ext cx="3161203" cy="73535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DC0DA1B-BE9F-39CF-7664-FDE79B7D83CA}"/>
              </a:ext>
            </a:extLst>
          </p:cNvPr>
          <p:cNvSpPr txBox="1"/>
          <p:nvPr/>
        </p:nvSpPr>
        <p:spPr>
          <a:xfrm>
            <a:off x="4497993" y="4768772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Test Case</a:t>
            </a:r>
          </a:p>
        </p:txBody>
      </p:sp>
      <p:cxnSp>
        <p:nvCxnSpPr>
          <p:cNvPr id="1068" name="Connector: Elbow 47">
            <a:extLst>
              <a:ext uri="{FF2B5EF4-FFF2-40B4-BE49-F238E27FC236}">
                <a16:creationId xmlns:a16="http://schemas.microsoft.com/office/drawing/2014/main" id="{D1E8E472-9982-0768-BBFF-9DECE89188BA}"/>
              </a:ext>
            </a:extLst>
          </p:cNvPr>
          <p:cNvCxnSpPr>
            <a:cxnSpLocks/>
            <a:stCxn id="1053" idx="0"/>
          </p:cNvCxnSpPr>
          <p:nvPr/>
        </p:nvCxnSpPr>
        <p:spPr>
          <a:xfrm rot="5400000" flipH="1" flipV="1">
            <a:off x="4617194" y="4239689"/>
            <a:ext cx="911496" cy="2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620C7C7-8FB8-63A2-954D-45D4E03DCBF1}"/>
              </a:ext>
            </a:extLst>
          </p:cNvPr>
          <p:cNvSpPr/>
          <p:nvPr/>
        </p:nvSpPr>
        <p:spPr>
          <a:xfrm>
            <a:off x="7353931" y="1463325"/>
            <a:ext cx="2554357" cy="73863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32" name="Picture 31" descr="Icon&#10;&#10;Description automatically generated">
            <a:extLst>
              <a:ext uri="{FF2B5EF4-FFF2-40B4-BE49-F238E27FC236}">
                <a16:creationId xmlns:a16="http://schemas.microsoft.com/office/drawing/2014/main" id="{D8B2D3FE-6C80-B350-FAF8-F2281702A5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452" y="1121891"/>
            <a:ext cx="383421" cy="383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8911C6-8DF0-23A7-0E06-9400F2DDFDC6}"/>
              </a:ext>
            </a:extLst>
          </p:cNvPr>
          <p:cNvSpPr txBox="1"/>
          <p:nvPr/>
        </p:nvSpPr>
        <p:spPr>
          <a:xfrm>
            <a:off x="8145448" y="1253509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Projects</a:t>
            </a:r>
          </a:p>
        </p:txBody>
      </p:sp>
      <p:cxnSp>
        <p:nvCxnSpPr>
          <p:cNvPr id="11" name="Connector: Elbow 47">
            <a:extLst>
              <a:ext uri="{FF2B5EF4-FFF2-40B4-BE49-F238E27FC236}">
                <a16:creationId xmlns:a16="http://schemas.microsoft.com/office/drawing/2014/main" id="{7B32F38A-B9B7-C2B0-4DBA-3BD67B961525}"/>
              </a:ext>
            </a:extLst>
          </p:cNvPr>
          <p:cNvCxnSpPr>
            <a:cxnSpLocks/>
          </p:cNvCxnSpPr>
          <p:nvPr/>
        </p:nvCxnSpPr>
        <p:spPr>
          <a:xfrm flipV="1">
            <a:off x="6833179" y="2201955"/>
            <a:ext cx="1797931" cy="12473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B49F312-1A1D-F48F-54CD-792125EF1A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503" y="4101224"/>
            <a:ext cx="1084244" cy="315187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4868EF-D08D-9EE8-DF46-F45A24ED1C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27" y="2877096"/>
            <a:ext cx="543220" cy="305562"/>
          </a:xfrm>
          <a:prstGeom prst="rect">
            <a:avLst/>
          </a:prstGeom>
        </p:spPr>
      </p:pic>
      <p:cxnSp>
        <p:nvCxnSpPr>
          <p:cNvPr id="18" name="Connector: Elbow 47">
            <a:extLst>
              <a:ext uri="{FF2B5EF4-FFF2-40B4-BE49-F238E27FC236}">
                <a16:creationId xmlns:a16="http://schemas.microsoft.com/office/drawing/2014/main" id="{E1C523B1-1E11-7C20-3AD7-A12ADB34725D}"/>
              </a:ext>
            </a:extLst>
          </p:cNvPr>
          <p:cNvCxnSpPr>
            <a:cxnSpLocks/>
          </p:cNvCxnSpPr>
          <p:nvPr/>
        </p:nvCxnSpPr>
        <p:spPr>
          <a:xfrm flipV="1">
            <a:off x="6833179" y="2201953"/>
            <a:ext cx="2006021" cy="1402307"/>
          </a:xfrm>
          <a:prstGeom prst="bentConnector3">
            <a:avLst>
              <a:gd name="adj1" fmla="val 1001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47">
            <a:extLst>
              <a:ext uri="{FF2B5EF4-FFF2-40B4-BE49-F238E27FC236}">
                <a16:creationId xmlns:a16="http://schemas.microsoft.com/office/drawing/2014/main" id="{BB1FFF7F-7DF8-8969-4F5D-0DBA71635F94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33180" y="2270760"/>
            <a:ext cx="2006021" cy="1333500"/>
          </a:xfrm>
          <a:prstGeom prst="bentConnector3">
            <a:avLst>
              <a:gd name="adj1" fmla="val -1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A person holding a wrench&#10;&#10;Description automatically generated">
            <a:extLst>
              <a:ext uri="{FF2B5EF4-FFF2-40B4-BE49-F238E27FC236}">
                <a16:creationId xmlns:a16="http://schemas.microsoft.com/office/drawing/2014/main" id="{607AC7B2-BB3D-C043-FB77-F8EB9437F6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279" y="1605739"/>
            <a:ext cx="495864" cy="44225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7F20145-32AB-BCBD-1AE6-FCE45D808B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565" y="1603147"/>
            <a:ext cx="1062542" cy="23083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DCA8AF3-9DF4-3B9D-CD03-6D8ED95E49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873" y="1923928"/>
            <a:ext cx="1062542" cy="2308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9328120-AC16-967D-D01A-C6C71F8A06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080" y="1915820"/>
            <a:ext cx="1062542" cy="23083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FA12105-8B65-813E-9B56-CAD7D9DC83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080" y="1594862"/>
            <a:ext cx="1062542" cy="23083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41F9A29-3D87-F307-4295-E8AAFE4420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044" y="1643849"/>
            <a:ext cx="146964" cy="1592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557C508-27A0-1F6D-B65C-9D0DD66B13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259" y="1620007"/>
            <a:ext cx="146964" cy="15927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EE97677-99AA-FF49-8D2B-DE2D735B7B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259" y="1948981"/>
            <a:ext cx="146964" cy="15927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03ABF1B-FB29-AF0A-6A78-A6E7693581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504" y="1962853"/>
            <a:ext cx="146964" cy="15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53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Shape&#10;&#10;Description automatically generated">
            <a:extLst>
              <a:ext uri="{FF2B5EF4-FFF2-40B4-BE49-F238E27FC236}">
                <a16:creationId xmlns:a16="http://schemas.microsoft.com/office/drawing/2014/main" id="{A1EBA2F0-6A78-3D5B-B7EB-1DAC6104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87" y="3070803"/>
            <a:ext cx="2085677" cy="2474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52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B7F88E38-B81D-98FF-F0AF-CA4CF9137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02" y="3066287"/>
            <a:ext cx="2080207" cy="24749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14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C94CB7C7-E602-67ED-BAEA-19367035F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793" y="3070126"/>
            <a:ext cx="2080206" cy="247493"/>
          </a:xfrm>
          <a:prstGeom prst="rect">
            <a:avLst/>
          </a:prstGeom>
          <a:solidFill>
            <a:srgbClr val="0A7BEC"/>
          </a:solidFill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7CCC14-94DB-1853-AC56-BA8EA01E6565}"/>
              </a:ext>
            </a:extLst>
          </p:cNvPr>
          <p:cNvSpPr txBox="1"/>
          <p:nvPr/>
        </p:nvSpPr>
        <p:spPr>
          <a:xfrm>
            <a:off x="1304412" y="3111771"/>
            <a:ext cx="1451716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Goals</a:t>
            </a:r>
            <a:endParaRPr lang="en-IN" sz="1000" b="1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7" name="Picture 16" descr="Shape&#10;&#10;Description automatically generated">
            <a:extLst>
              <a:ext uri="{FF2B5EF4-FFF2-40B4-BE49-F238E27FC236}">
                <a16:creationId xmlns:a16="http://schemas.microsoft.com/office/drawing/2014/main" id="{61BB8C9C-6784-9890-D25C-576B4255A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529" y="3066990"/>
            <a:ext cx="2083084" cy="247492"/>
          </a:xfrm>
          <a:prstGeom prst="rect">
            <a:avLst/>
          </a:prstGeom>
          <a:solidFill>
            <a:srgbClr val="EB6C15"/>
          </a:solidFill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01C5DE3-3C83-67E8-392E-4D44E40238F4}"/>
              </a:ext>
            </a:extLst>
          </p:cNvPr>
          <p:cNvSpPr/>
          <p:nvPr/>
        </p:nvSpPr>
        <p:spPr>
          <a:xfrm>
            <a:off x="1002924" y="3318998"/>
            <a:ext cx="2081766" cy="229223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8B0594-F70F-E7A6-35DD-9AE192309A4A}"/>
              </a:ext>
            </a:extLst>
          </p:cNvPr>
          <p:cNvSpPr/>
          <p:nvPr/>
        </p:nvSpPr>
        <p:spPr>
          <a:xfrm>
            <a:off x="3415529" y="3314482"/>
            <a:ext cx="2079293" cy="229223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1B62F3-3E9C-6E1A-A4CD-2125679A6279}"/>
              </a:ext>
            </a:extLst>
          </p:cNvPr>
          <p:cNvSpPr/>
          <p:nvPr/>
        </p:nvSpPr>
        <p:spPr>
          <a:xfrm>
            <a:off x="8251792" y="3320176"/>
            <a:ext cx="2080206" cy="229383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F5892-7996-5C29-7A68-E17A531CB0DE}"/>
              </a:ext>
            </a:extLst>
          </p:cNvPr>
          <p:cNvSpPr/>
          <p:nvPr/>
        </p:nvSpPr>
        <p:spPr>
          <a:xfrm>
            <a:off x="5830403" y="3314481"/>
            <a:ext cx="2080206" cy="229383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3D4E54-CB6C-D543-72FA-2E2DD69FAFD9}"/>
              </a:ext>
            </a:extLst>
          </p:cNvPr>
          <p:cNvCxnSpPr>
            <a:cxnSpLocks/>
          </p:cNvCxnSpPr>
          <p:nvPr/>
        </p:nvCxnSpPr>
        <p:spPr>
          <a:xfrm flipV="1">
            <a:off x="1304412" y="1198849"/>
            <a:ext cx="8680472" cy="323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C36E614-C50E-300F-28AB-5B665DB37E4F}"/>
              </a:ext>
            </a:extLst>
          </p:cNvPr>
          <p:cNvSpPr txBox="1"/>
          <p:nvPr/>
        </p:nvSpPr>
        <p:spPr>
          <a:xfrm>
            <a:off x="1208198" y="1742244"/>
            <a:ext cx="1177264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7FD5EE-06F3-5431-D645-695ACDE7FAF1}"/>
              </a:ext>
            </a:extLst>
          </p:cNvPr>
          <p:cNvSpPr txBox="1"/>
          <p:nvPr/>
        </p:nvSpPr>
        <p:spPr>
          <a:xfrm>
            <a:off x="3694259" y="3113605"/>
            <a:ext cx="1588941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Goals</a:t>
            </a:r>
            <a:endParaRPr lang="en-IN" sz="1000" b="1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2916E9-EBF3-E429-C8E1-7691C031386C}"/>
              </a:ext>
            </a:extLst>
          </p:cNvPr>
          <p:cNvSpPr txBox="1"/>
          <p:nvPr/>
        </p:nvSpPr>
        <p:spPr>
          <a:xfrm>
            <a:off x="6272478" y="3113605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Goals</a:t>
            </a:r>
            <a:endParaRPr lang="en-IN" sz="1000" b="1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920F49-93E3-FDF8-66DC-94DD4B3BA200}"/>
              </a:ext>
            </a:extLst>
          </p:cNvPr>
          <p:cNvSpPr txBox="1"/>
          <p:nvPr/>
        </p:nvSpPr>
        <p:spPr>
          <a:xfrm>
            <a:off x="8771791" y="3121225"/>
            <a:ext cx="1177264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Goals</a:t>
            </a:r>
            <a:endParaRPr lang="en-IN" sz="1000" b="1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77688E8-A24C-A803-4D68-3E5A9D6F145D}"/>
              </a:ext>
            </a:extLst>
          </p:cNvPr>
          <p:cNvSpPr txBox="1"/>
          <p:nvPr/>
        </p:nvSpPr>
        <p:spPr>
          <a:xfrm>
            <a:off x="5795904" y="809892"/>
            <a:ext cx="1989272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baseline="30000">
                <a:latin typeface="Calibri"/>
                <a:ea typeface="Calibri"/>
                <a:cs typeface="Calibri"/>
              </a:rPr>
              <a:t>Improve Client Experience</a:t>
            </a:r>
            <a:endParaRPr lang="en-US" sz="1600" b="1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24A28CA4-F786-6012-838C-5C748773F3D5}"/>
              </a:ext>
            </a:extLst>
          </p:cNvPr>
          <p:cNvSpPr txBox="1"/>
          <p:nvPr/>
        </p:nvSpPr>
        <p:spPr>
          <a:xfrm>
            <a:off x="8294890" y="809892"/>
            <a:ext cx="1989272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baseline="30000">
                <a:latin typeface="Calibri"/>
                <a:ea typeface="Calibri"/>
                <a:cs typeface="Calibri"/>
              </a:rPr>
              <a:t>Improve End User Experience</a:t>
            </a:r>
            <a:endParaRPr lang="en-US" sz="1600" b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A001EB-7CBA-7CEA-7322-E77BF44F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to Business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72F3E9AC-F1E3-9481-85D6-E4CBF016C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177" y="3048032"/>
            <a:ext cx="291315" cy="291315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32DDD568-EAB9-A821-1C28-773F521F7A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5" y="3038578"/>
            <a:ext cx="291315" cy="291315"/>
          </a:xfrm>
          <a:prstGeom prst="rect">
            <a:avLst/>
          </a:prstGeom>
        </p:spPr>
      </p:pic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61050F26-919D-691E-A236-9879FC5A9E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804" y="3040412"/>
            <a:ext cx="291315" cy="291315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8AF2637D-5089-CAAE-3F24-E2F31E9FCE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439" y="3040412"/>
            <a:ext cx="291315" cy="29131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6A4EE72-CEC5-DA51-2DE4-C87C22B2E072}"/>
              </a:ext>
            </a:extLst>
          </p:cNvPr>
          <p:cNvSpPr txBox="1"/>
          <p:nvPr/>
        </p:nvSpPr>
        <p:spPr>
          <a:xfrm>
            <a:off x="3454010" y="809892"/>
            <a:ext cx="1872064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baseline="30000">
                <a:latin typeface="Calibri"/>
                <a:ea typeface="Calibri"/>
                <a:cs typeface="Calibri"/>
              </a:rPr>
              <a:t>Extending Vendor Support</a:t>
            </a:r>
            <a:endParaRPr lang="en-US" sz="16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A10D3F-10E2-D1F3-61E4-0D47B50AA650}"/>
              </a:ext>
            </a:extLst>
          </p:cNvPr>
          <p:cNvSpPr txBox="1"/>
          <p:nvPr/>
        </p:nvSpPr>
        <p:spPr>
          <a:xfrm>
            <a:off x="992718" y="809892"/>
            <a:ext cx="2059305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baseline="30000">
                <a:latin typeface="Calibri"/>
                <a:ea typeface="Calibri"/>
                <a:cs typeface="Calibri"/>
              </a:rPr>
              <a:t>Visibility to Critical Entities</a:t>
            </a:r>
            <a:endParaRPr lang="en-US" sz="1600" b="1"/>
          </a:p>
        </p:txBody>
      </p:sp>
      <p:pic>
        <p:nvPicPr>
          <p:cNvPr id="1025" name="Picture 1024" descr="Shape, circle&#10;&#10;Description automatically generated">
            <a:extLst>
              <a:ext uri="{FF2B5EF4-FFF2-40B4-BE49-F238E27FC236}">
                <a16:creationId xmlns:a16="http://schemas.microsoft.com/office/drawing/2014/main" id="{DB8165A5-2B0F-78CF-1DA6-DA76DF1833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452" y="1075529"/>
            <a:ext cx="300149" cy="300149"/>
          </a:xfrm>
          <a:prstGeom prst="rect">
            <a:avLst/>
          </a:prstGeom>
        </p:spPr>
      </p:pic>
      <p:pic>
        <p:nvPicPr>
          <p:cNvPr id="1026" name="Picture 1025" descr="Shape, circle&#10;&#10;Description automatically generated">
            <a:extLst>
              <a:ext uri="{FF2B5EF4-FFF2-40B4-BE49-F238E27FC236}">
                <a16:creationId xmlns:a16="http://schemas.microsoft.com/office/drawing/2014/main" id="{EF7660A8-C3BF-6DE9-953F-8A6230ADBC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12" y="1052359"/>
            <a:ext cx="347377" cy="347377"/>
          </a:xfrm>
          <a:prstGeom prst="rect">
            <a:avLst/>
          </a:prstGeom>
        </p:spPr>
      </p:pic>
      <p:pic>
        <p:nvPicPr>
          <p:cNvPr id="1027" name="Picture 1026" descr="Shape, circle&#10;&#10;Description automatically generated">
            <a:extLst>
              <a:ext uri="{FF2B5EF4-FFF2-40B4-BE49-F238E27FC236}">
                <a16:creationId xmlns:a16="http://schemas.microsoft.com/office/drawing/2014/main" id="{199F0AD4-7CFD-2664-D76E-716B8BF24E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969" y="1084984"/>
            <a:ext cx="300147" cy="300147"/>
          </a:xfrm>
          <a:prstGeom prst="rect">
            <a:avLst/>
          </a:prstGeom>
        </p:spPr>
      </p:pic>
      <p:pic>
        <p:nvPicPr>
          <p:cNvPr id="1032" name="Picture 1031" descr="Shape, circle&#10;&#10;Description automatically generated">
            <a:extLst>
              <a:ext uri="{FF2B5EF4-FFF2-40B4-BE49-F238E27FC236}">
                <a16:creationId xmlns:a16="http://schemas.microsoft.com/office/drawing/2014/main" id="{D925148F-42F5-F7BA-0170-948EC8EC97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532" y="1045853"/>
            <a:ext cx="381249" cy="372892"/>
          </a:xfrm>
          <a:prstGeom prst="rect">
            <a:avLst/>
          </a:prstGeom>
        </p:spPr>
      </p:pic>
      <p:sp>
        <p:nvSpPr>
          <p:cNvPr id="1042" name="Rectangle: Rounded Corners 79">
            <a:extLst>
              <a:ext uri="{FF2B5EF4-FFF2-40B4-BE49-F238E27FC236}">
                <a16:creationId xmlns:a16="http://schemas.microsoft.com/office/drawing/2014/main" id="{DEA391BC-5253-5B8C-D0A9-EEF0320358AB}"/>
              </a:ext>
            </a:extLst>
          </p:cNvPr>
          <p:cNvSpPr/>
          <p:nvPr/>
        </p:nvSpPr>
        <p:spPr>
          <a:xfrm rot="16200000">
            <a:off x="428474" y="959568"/>
            <a:ext cx="639297" cy="347463"/>
          </a:xfrm>
          <a:prstGeom prst="roundRect">
            <a:avLst/>
          </a:prstGeom>
          <a:solidFill>
            <a:srgbClr val="B8C3E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1044" name="Rectangle: Rounded Corners 104">
            <a:extLst>
              <a:ext uri="{FF2B5EF4-FFF2-40B4-BE49-F238E27FC236}">
                <a16:creationId xmlns:a16="http://schemas.microsoft.com/office/drawing/2014/main" id="{94A7DC9D-52D7-8DD6-E0C8-D102F688D5F6}"/>
              </a:ext>
            </a:extLst>
          </p:cNvPr>
          <p:cNvSpPr/>
          <p:nvPr/>
        </p:nvSpPr>
        <p:spPr>
          <a:xfrm rot="16200000">
            <a:off x="418283" y="1686880"/>
            <a:ext cx="639298" cy="347463"/>
          </a:xfrm>
          <a:prstGeom prst="roundRect">
            <a:avLst/>
          </a:prstGeom>
          <a:solidFill>
            <a:srgbClr val="D6B0E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29">
              <a:solidFill>
                <a:schemeClr val="tx1"/>
              </a:solidFill>
              <a:cs typeface="Calibri"/>
            </a:endParaRPr>
          </a:p>
        </p:txBody>
      </p:sp>
      <p:sp>
        <p:nvSpPr>
          <p:cNvPr id="1045" name="Rectangle: Rounded Corners 105">
            <a:extLst>
              <a:ext uri="{FF2B5EF4-FFF2-40B4-BE49-F238E27FC236}">
                <a16:creationId xmlns:a16="http://schemas.microsoft.com/office/drawing/2014/main" id="{81478BB8-8BA8-6737-6407-A28E59D8D66D}"/>
              </a:ext>
            </a:extLst>
          </p:cNvPr>
          <p:cNvSpPr/>
          <p:nvPr/>
        </p:nvSpPr>
        <p:spPr>
          <a:xfrm rot="16200000">
            <a:off x="418283" y="2483438"/>
            <a:ext cx="639297" cy="347463"/>
          </a:xfrm>
          <a:prstGeom prst="roundRect">
            <a:avLst/>
          </a:prstGeom>
          <a:solidFill>
            <a:srgbClr val="DBDAF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9CEE783C-A94E-59B0-8C4E-2E285A5C5989}"/>
              </a:ext>
            </a:extLst>
          </p:cNvPr>
          <p:cNvSpPr/>
          <p:nvPr/>
        </p:nvSpPr>
        <p:spPr>
          <a:xfrm>
            <a:off x="995304" y="2333478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2B8B717-D3F1-0871-5566-1555297975E2}"/>
              </a:ext>
            </a:extLst>
          </p:cNvPr>
          <p:cNvSpPr/>
          <p:nvPr/>
        </p:nvSpPr>
        <p:spPr>
          <a:xfrm>
            <a:off x="3418464" y="2333478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FCD581A0-491B-8CDF-2CA0-B69A708EE6A5}"/>
              </a:ext>
            </a:extLst>
          </p:cNvPr>
          <p:cNvSpPr/>
          <p:nvPr/>
        </p:nvSpPr>
        <p:spPr>
          <a:xfrm>
            <a:off x="5795904" y="2333478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23B661CD-33BA-C8C9-2DBD-46DB55902C9F}"/>
              </a:ext>
            </a:extLst>
          </p:cNvPr>
          <p:cNvSpPr/>
          <p:nvPr/>
        </p:nvSpPr>
        <p:spPr>
          <a:xfrm>
            <a:off x="8226684" y="2333478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C797C8F5-38BF-9479-2B8F-23AE0CC43F99}"/>
              </a:ext>
            </a:extLst>
          </p:cNvPr>
          <p:cNvSpPr txBox="1"/>
          <p:nvPr/>
        </p:nvSpPr>
        <p:spPr>
          <a:xfrm rot="16200000">
            <a:off x="451708" y="2524825"/>
            <a:ext cx="560150" cy="264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9248" tIns="39624" rIns="79248" bIns="3962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+mj-lt"/>
              </a:rPr>
              <a:t>Value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77D520F9-6278-D305-0A79-E140ACEF0D14}"/>
              </a:ext>
            </a:extLst>
          </p:cNvPr>
          <p:cNvSpPr/>
          <p:nvPr/>
        </p:nvSpPr>
        <p:spPr>
          <a:xfrm>
            <a:off x="995304" y="1557052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ABB37E97-7EE7-17F6-B68A-F480870D266F}"/>
              </a:ext>
            </a:extLst>
          </p:cNvPr>
          <p:cNvSpPr/>
          <p:nvPr/>
        </p:nvSpPr>
        <p:spPr>
          <a:xfrm>
            <a:off x="3418464" y="1557052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9C84396F-1BF5-ADA8-98BD-CEF6FBD628F7}"/>
              </a:ext>
            </a:extLst>
          </p:cNvPr>
          <p:cNvSpPr/>
          <p:nvPr/>
        </p:nvSpPr>
        <p:spPr>
          <a:xfrm>
            <a:off x="5795904" y="1557052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33FA9A1A-AB39-34D5-0D42-1E8EE5592B01}"/>
              </a:ext>
            </a:extLst>
          </p:cNvPr>
          <p:cNvSpPr/>
          <p:nvPr/>
        </p:nvSpPr>
        <p:spPr>
          <a:xfrm>
            <a:off x="8226684" y="1557052"/>
            <a:ext cx="2081766" cy="64738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08CC0E59-BA43-8454-169A-E0740628BE71}"/>
              </a:ext>
            </a:extLst>
          </p:cNvPr>
          <p:cNvSpPr txBox="1"/>
          <p:nvPr/>
        </p:nvSpPr>
        <p:spPr>
          <a:xfrm rot="16200000">
            <a:off x="451707" y="1713520"/>
            <a:ext cx="560152" cy="264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9248" tIns="39624" rIns="79248" bIns="3962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+mj-lt"/>
              </a:rPr>
              <a:t>Input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50816FD-0908-5E1F-A8D5-8EFB9E3C310B}"/>
              </a:ext>
            </a:extLst>
          </p:cNvPr>
          <p:cNvSpPr txBox="1"/>
          <p:nvPr/>
        </p:nvSpPr>
        <p:spPr>
          <a:xfrm rot="16200000">
            <a:off x="399149" y="981782"/>
            <a:ext cx="665268" cy="264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9248" tIns="39624" rIns="79248" bIns="3962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+mj-lt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59377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C4BCC6A-A438-67A5-BDD0-FD03A76A432E}"/>
              </a:ext>
            </a:extLst>
          </p:cNvPr>
          <p:cNvSpPr/>
          <p:nvPr/>
        </p:nvSpPr>
        <p:spPr>
          <a:xfrm>
            <a:off x="462052" y="1185292"/>
            <a:ext cx="5608548" cy="161505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13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914DC0-D93C-FA87-1D33-CAAD5C2F8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52" y="928433"/>
            <a:ext cx="5608547" cy="273951"/>
          </a:xfrm>
          <a:prstGeom prst="rect">
            <a:avLst/>
          </a:prstGeom>
          <a:solidFill>
            <a:srgbClr val="EB6C15"/>
          </a:solidFill>
        </p:spPr>
      </p:pic>
      <p:pic>
        <p:nvPicPr>
          <p:cNvPr id="137" name="Picture 136" descr="Shape&#10;&#10;Description automatically generated">
            <a:extLst>
              <a:ext uri="{FF2B5EF4-FFF2-40B4-BE49-F238E27FC236}">
                <a16:creationId xmlns:a16="http://schemas.microsoft.com/office/drawing/2014/main" id="{B111647B-85E2-118D-CA86-0CDC599AC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52" y="3219740"/>
            <a:ext cx="5608547" cy="273223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090DBB-9836-2219-6EC2-088FEA91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502FE-E18B-95E3-3FE7-8B1F3CA8FB8C}"/>
              </a:ext>
            </a:extLst>
          </p:cNvPr>
          <p:cNvSpPr txBox="1"/>
          <p:nvPr/>
        </p:nvSpPr>
        <p:spPr>
          <a:xfrm>
            <a:off x="2645138" y="997031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Without Entity Inventory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4CD7EE-4E6C-D41A-5091-8E09CCB2493E}"/>
              </a:ext>
            </a:extLst>
          </p:cNvPr>
          <p:cNvSpPr/>
          <p:nvPr/>
        </p:nvSpPr>
        <p:spPr>
          <a:xfrm>
            <a:off x="462052" y="3490778"/>
            <a:ext cx="5608547" cy="1659072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DD41C-1D57-E7BD-FBEA-0364A077D585}"/>
              </a:ext>
            </a:extLst>
          </p:cNvPr>
          <p:cNvSpPr txBox="1"/>
          <p:nvPr/>
        </p:nvSpPr>
        <p:spPr>
          <a:xfrm>
            <a:off x="2673581" y="3283341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With Entity Inventory</a:t>
            </a:r>
          </a:p>
        </p:txBody>
      </p: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F463E3-B056-C9E5-B633-484D14A4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27" y="2445079"/>
            <a:ext cx="291315" cy="291315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453622EA-2F36-6BE6-1DA4-1C13FB6BF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27" y="1508781"/>
            <a:ext cx="291315" cy="291315"/>
          </a:xfrm>
          <a:prstGeom prst="rect">
            <a:avLst/>
          </a:prstGeom>
        </p:spPr>
      </p:pic>
      <p:pic>
        <p:nvPicPr>
          <p:cNvPr id="26" name="Picture 25" descr="Logo, icon&#10;&#10;Description automatically generated">
            <a:extLst>
              <a:ext uri="{FF2B5EF4-FFF2-40B4-BE49-F238E27FC236}">
                <a16:creationId xmlns:a16="http://schemas.microsoft.com/office/drawing/2014/main" id="{E94B088F-7E9D-F25A-6D80-1CC60848C1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27" y="1816647"/>
            <a:ext cx="291315" cy="291315"/>
          </a:xfrm>
          <a:prstGeom prst="rect">
            <a:avLst/>
          </a:prstGeom>
        </p:spPr>
      </p:pic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F5CD9EDF-0B46-DA69-3507-06453DFFBF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27" y="2118163"/>
            <a:ext cx="291315" cy="2913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0B4B0F-5102-F398-71C3-A003C00BCF4C}"/>
              </a:ext>
            </a:extLst>
          </p:cNvPr>
          <p:cNvSpPr txBox="1"/>
          <p:nvPr/>
        </p:nvSpPr>
        <p:spPr>
          <a:xfrm>
            <a:off x="553384" y="1254648"/>
            <a:ext cx="863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Data Sources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AD8183-FD50-68C1-F738-70CF82AB5EC7}"/>
              </a:ext>
            </a:extLst>
          </p:cNvPr>
          <p:cNvSpPr txBox="1"/>
          <p:nvPr/>
        </p:nvSpPr>
        <p:spPr>
          <a:xfrm>
            <a:off x="4843555" y="1246798"/>
            <a:ext cx="863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Use Cases</a:t>
            </a:r>
          </a:p>
        </p:txBody>
      </p:sp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AAB3B322-C168-C8E0-D80E-D042B82DF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8" y="4775529"/>
            <a:ext cx="291315" cy="291315"/>
          </a:xfrm>
          <a:prstGeom prst="rect">
            <a:avLst/>
          </a:prstGeom>
        </p:spPr>
      </p:pic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406F0AB2-7E1E-5C99-48B9-622AF7157E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8" y="3839231"/>
            <a:ext cx="291315" cy="291315"/>
          </a:xfrm>
          <a:prstGeom prst="rect">
            <a:avLst/>
          </a:prstGeom>
        </p:spPr>
      </p:pic>
      <p:pic>
        <p:nvPicPr>
          <p:cNvPr id="32" name="Picture 31" descr="Logo, icon&#10;&#10;Description automatically generated">
            <a:extLst>
              <a:ext uri="{FF2B5EF4-FFF2-40B4-BE49-F238E27FC236}">
                <a16:creationId xmlns:a16="http://schemas.microsoft.com/office/drawing/2014/main" id="{6C2D4484-2DE4-903D-BC0B-49EE9900D1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8" y="4147097"/>
            <a:ext cx="291315" cy="291315"/>
          </a:xfrm>
          <a:prstGeom prst="rect">
            <a:avLst/>
          </a:prstGeom>
        </p:spPr>
      </p:pic>
      <p:pic>
        <p:nvPicPr>
          <p:cNvPr id="33" name="Picture 32" descr="Icon&#10;&#10;Description automatically generated">
            <a:extLst>
              <a:ext uri="{FF2B5EF4-FFF2-40B4-BE49-F238E27FC236}">
                <a16:creationId xmlns:a16="http://schemas.microsoft.com/office/drawing/2014/main" id="{9C866138-3687-AD56-FE77-D70B837384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8" y="4448613"/>
            <a:ext cx="291315" cy="29131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F22BC6F-8A59-1AB6-1408-6DF2E903092D}"/>
              </a:ext>
            </a:extLst>
          </p:cNvPr>
          <p:cNvSpPr txBox="1"/>
          <p:nvPr/>
        </p:nvSpPr>
        <p:spPr>
          <a:xfrm>
            <a:off x="548007" y="3559900"/>
            <a:ext cx="863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Data Sources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9E3FA74-0209-BC31-F59B-A824EA6BB7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929" y="1492420"/>
            <a:ext cx="1062542" cy="2308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F18CD3B-F861-E39E-FB02-3A7906DBC3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528" y="1523251"/>
            <a:ext cx="146964" cy="15927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E613366-3905-C945-511D-C369DD57C9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79" y="2000420"/>
            <a:ext cx="1062542" cy="23083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A927B45-7C50-D0D1-A3CF-03255C08A7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178" y="2031251"/>
            <a:ext cx="146964" cy="15927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22FFF35-6C19-0AD8-1C52-57C7FA842A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79" y="2254420"/>
            <a:ext cx="1062542" cy="23083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9AC44C3-73FC-AC71-FD1F-89720DE351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178" y="2285251"/>
            <a:ext cx="146964" cy="15927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4D8FAE4-E5AE-134B-70F3-1EBEBF75D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389" y="1750464"/>
            <a:ext cx="1062542" cy="23083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518E408-6FF5-A2EF-C1C9-DCA196803A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988" y="1781295"/>
            <a:ext cx="146964" cy="15927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909C7B4-8E13-E5FA-881A-22EF4A90E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389" y="2510627"/>
            <a:ext cx="1062542" cy="23083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C76CAC9-010D-4D9B-F5C1-E14151453C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988" y="2541458"/>
            <a:ext cx="146964" cy="15927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A41B029-C9A9-E8D9-80D9-B8D5B6EC8B7F}"/>
              </a:ext>
            </a:extLst>
          </p:cNvPr>
          <p:cNvSpPr txBox="1"/>
          <p:nvPr/>
        </p:nvSpPr>
        <p:spPr>
          <a:xfrm>
            <a:off x="1279210" y="3506765"/>
            <a:ext cx="195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Cleansing Normalising Entity Resolution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C473A0-99E0-9BB9-3805-F4FF1ED2C80B}"/>
              </a:ext>
            </a:extLst>
          </p:cNvPr>
          <p:cNvSpPr txBox="1"/>
          <p:nvPr/>
        </p:nvSpPr>
        <p:spPr>
          <a:xfrm>
            <a:off x="4464577" y="3562033"/>
            <a:ext cx="1555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Use Case</a:t>
            </a:r>
          </a:p>
        </p:txBody>
      </p:sp>
      <p:pic>
        <p:nvPicPr>
          <p:cNvPr id="55" name="Picture 54" descr="A group of colorful polygons&#10;&#10;Description automatically generated">
            <a:extLst>
              <a:ext uri="{FF2B5EF4-FFF2-40B4-BE49-F238E27FC236}">
                <a16:creationId xmlns:a16="http://schemas.microsoft.com/office/drawing/2014/main" id="{878B2F93-0B16-5675-7D32-2540C8E417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86054" y="4025294"/>
            <a:ext cx="872695" cy="786147"/>
          </a:xfrm>
          <a:prstGeom prst="rect">
            <a:avLst/>
          </a:prstGeom>
        </p:spPr>
      </p:pic>
      <p:cxnSp>
        <p:nvCxnSpPr>
          <p:cNvPr id="56" name="Connector: Elbow 1118">
            <a:extLst>
              <a:ext uri="{FF2B5EF4-FFF2-40B4-BE49-F238E27FC236}">
                <a16:creationId xmlns:a16="http://schemas.microsoft.com/office/drawing/2014/main" id="{CEC2FD1F-83F3-8A9B-65E1-15C01E95B5E3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>
            <a:off x="1080042" y="1654439"/>
            <a:ext cx="3665537" cy="715397"/>
          </a:xfrm>
          <a:prstGeom prst="bentConnector3">
            <a:avLst>
              <a:gd name="adj1" fmla="val 66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1118">
            <a:extLst>
              <a:ext uri="{FF2B5EF4-FFF2-40B4-BE49-F238E27FC236}">
                <a16:creationId xmlns:a16="http://schemas.microsoft.com/office/drawing/2014/main" id="{514C9340-8E8C-034C-F631-F6DF6995C0AA}"/>
              </a:ext>
            </a:extLst>
          </p:cNvPr>
          <p:cNvCxnSpPr>
            <a:cxnSpLocks/>
            <a:stCxn id="26" idx="3"/>
            <a:endCxn id="41" idx="1"/>
          </p:cNvCxnSpPr>
          <p:nvPr/>
        </p:nvCxnSpPr>
        <p:spPr>
          <a:xfrm flipV="1">
            <a:off x="1080042" y="1865880"/>
            <a:ext cx="3665347" cy="964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1118">
            <a:extLst>
              <a:ext uri="{FF2B5EF4-FFF2-40B4-BE49-F238E27FC236}">
                <a16:creationId xmlns:a16="http://schemas.microsoft.com/office/drawing/2014/main" id="{C97F0A45-6307-A206-833D-C9581250910C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1080042" y="2115836"/>
            <a:ext cx="3665537" cy="154335"/>
          </a:xfrm>
          <a:prstGeom prst="bentConnector3">
            <a:avLst>
              <a:gd name="adj1" fmla="val 529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1118">
            <a:extLst>
              <a:ext uri="{FF2B5EF4-FFF2-40B4-BE49-F238E27FC236}">
                <a16:creationId xmlns:a16="http://schemas.microsoft.com/office/drawing/2014/main" id="{5A9CD751-A0D9-CCBC-DC13-AC55BF21384C}"/>
              </a:ext>
            </a:extLst>
          </p:cNvPr>
          <p:cNvCxnSpPr>
            <a:cxnSpLocks/>
            <a:stCxn id="23" idx="3"/>
            <a:endCxn id="41" idx="1"/>
          </p:cNvCxnSpPr>
          <p:nvPr/>
        </p:nvCxnSpPr>
        <p:spPr>
          <a:xfrm flipV="1">
            <a:off x="1080042" y="1865880"/>
            <a:ext cx="3665347" cy="724857"/>
          </a:xfrm>
          <a:prstGeom prst="bentConnector3">
            <a:avLst>
              <a:gd name="adj1" fmla="val 382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1118">
            <a:extLst>
              <a:ext uri="{FF2B5EF4-FFF2-40B4-BE49-F238E27FC236}">
                <a16:creationId xmlns:a16="http://schemas.microsoft.com/office/drawing/2014/main" id="{5319AB83-4EAF-FC65-29E8-8D8C4A1E637D}"/>
              </a:ext>
            </a:extLst>
          </p:cNvPr>
          <p:cNvCxnSpPr>
            <a:cxnSpLocks/>
            <a:stCxn id="26" idx="3"/>
            <a:endCxn id="41" idx="1"/>
          </p:cNvCxnSpPr>
          <p:nvPr/>
        </p:nvCxnSpPr>
        <p:spPr>
          <a:xfrm flipV="1">
            <a:off x="1080042" y="1865880"/>
            <a:ext cx="3665347" cy="964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1118">
            <a:extLst>
              <a:ext uri="{FF2B5EF4-FFF2-40B4-BE49-F238E27FC236}">
                <a16:creationId xmlns:a16="http://schemas.microsoft.com/office/drawing/2014/main" id="{62D07CDE-8FB4-46E3-50E5-1347E716A3AB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>
            <a:off x="1080042" y="1654439"/>
            <a:ext cx="3665537" cy="715397"/>
          </a:xfrm>
          <a:prstGeom prst="bentConnector3">
            <a:avLst>
              <a:gd name="adj1" fmla="val 478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1118">
            <a:extLst>
              <a:ext uri="{FF2B5EF4-FFF2-40B4-BE49-F238E27FC236}">
                <a16:creationId xmlns:a16="http://schemas.microsoft.com/office/drawing/2014/main" id="{CF746C38-1AFE-2047-0DD4-33EEF7CCE897}"/>
              </a:ext>
            </a:extLst>
          </p:cNvPr>
          <p:cNvCxnSpPr>
            <a:cxnSpLocks/>
            <a:stCxn id="24" idx="3"/>
            <a:endCxn id="43" idx="1"/>
          </p:cNvCxnSpPr>
          <p:nvPr/>
        </p:nvCxnSpPr>
        <p:spPr>
          <a:xfrm>
            <a:off x="1080042" y="1654439"/>
            <a:ext cx="3665347" cy="971604"/>
          </a:xfrm>
          <a:prstGeom prst="bentConnector3">
            <a:avLst>
              <a:gd name="adj1" fmla="val 559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1118">
            <a:extLst>
              <a:ext uri="{FF2B5EF4-FFF2-40B4-BE49-F238E27FC236}">
                <a16:creationId xmlns:a16="http://schemas.microsoft.com/office/drawing/2014/main" id="{FE1539C8-38BB-084B-2D8D-0257BD652DA4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 flipV="1">
            <a:off x="1080042" y="1607836"/>
            <a:ext cx="3671887" cy="982901"/>
          </a:xfrm>
          <a:prstGeom prst="bentConnector3">
            <a:avLst>
              <a:gd name="adj1" fmla="val 736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18">
            <a:extLst>
              <a:ext uri="{FF2B5EF4-FFF2-40B4-BE49-F238E27FC236}">
                <a16:creationId xmlns:a16="http://schemas.microsoft.com/office/drawing/2014/main" id="{3CB13054-29BB-717D-9459-5B70099571F0}"/>
              </a:ext>
            </a:extLst>
          </p:cNvPr>
          <p:cNvCxnSpPr>
            <a:cxnSpLocks/>
            <a:stCxn id="23" idx="3"/>
            <a:endCxn id="39" idx="1"/>
          </p:cNvCxnSpPr>
          <p:nvPr/>
        </p:nvCxnSpPr>
        <p:spPr>
          <a:xfrm flipV="1">
            <a:off x="1080042" y="2369836"/>
            <a:ext cx="3665537" cy="220901"/>
          </a:xfrm>
          <a:prstGeom prst="bentConnector3">
            <a:avLst>
              <a:gd name="adj1" fmla="val 605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118">
            <a:extLst>
              <a:ext uri="{FF2B5EF4-FFF2-40B4-BE49-F238E27FC236}">
                <a16:creationId xmlns:a16="http://schemas.microsoft.com/office/drawing/2014/main" id="{9934C4D0-92BF-6D7A-9A90-E1E3F40AAD91}"/>
              </a:ext>
            </a:extLst>
          </p:cNvPr>
          <p:cNvCxnSpPr>
            <a:cxnSpLocks/>
            <a:stCxn id="26" idx="3"/>
            <a:endCxn id="35" idx="1"/>
          </p:cNvCxnSpPr>
          <p:nvPr/>
        </p:nvCxnSpPr>
        <p:spPr>
          <a:xfrm flipV="1">
            <a:off x="1080042" y="1607836"/>
            <a:ext cx="3671887" cy="354469"/>
          </a:xfrm>
          <a:prstGeom prst="bentConnector3">
            <a:avLst>
              <a:gd name="adj1" fmla="val 360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52DC6B9-A420-18EC-95DF-D70A7D4763FB}"/>
              </a:ext>
            </a:extLst>
          </p:cNvPr>
          <p:cNvSpPr/>
          <p:nvPr/>
        </p:nvSpPr>
        <p:spPr>
          <a:xfrm>
            <a:off x="2278081" y="1498579"/>
            <a:ext cx="1687562" cy="123781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6ED6FB9-E1F1-2886-78A8-C79B88FD8271}"/>
              </a:ext>
            </a:extLst>
          </p:cNvPr>
          <p:cNvSpPr txBox="1"/>
          <p:nvPr/>
        </p:nvSpPr>
        <p:spPr>
          <a:xfrm>
            <a:off x="2258375" y="1270036"/>
            <a:ext cx="16875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i="1"/>
              <a:t>*(Dummy text)Complex Structure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70C2E5F-88CC-71DB-97D7-9FC88D6DE218}"/>
              </a:ext>
            </a:extLst>
          </p:cNvPr>
          <p:cNvCxnSpPr>
            <a:cxnSpLocks/>
          </p:cNvCxnSpPr>
          <p:nvPr/>
        </p:nvCxnSpPr>
        <p:spPr>
          <a:xfrm>
            <a:off x="4319595" y="4430115"/>
            <a:ext cx="2982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864A11F-F966-97DC-770C-7ED6A252EF9C}"/>
              </a:ext>
            </a:extLst>
          </p:cNvPr>
          <p:cNvCxnSpPr>
            <a:cxnSpLocks/>
          </p:cNvCxnSpPr>
          <p:nvPr/>
        </p:nvCxnSpPr>
        <p:spPr>
          <a:xfrm>
            <a:off x="1199343" y="4420640"/>
            <a:ext cx="2982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38">
            <a:extLst>
              <a:ext uri="{FF2B5EF4-FFF2-40B4-BE49-F238E27FC236}">
                <a16:creationId xmlns:a16="http://schemas.microsoft.com/office/drawing/2014/main" id="{554AFAAD-897E-E4B5-3DE8-140BF4D5C5FA}"/>
              </a:ext>
            </a:extLst>
          </p:cNvPr>
          <p:cNvSpPr/>
          <p:nvPr/>
        </p:nvSpPr>
        <p:spPr>
          <a:xfrm>
            <a:off x="516291" y="3264571"/>
            <a:ext cx="172837" cy="182715"/>
          </a:xfrm>
          <a:prstGeom prst="roundRect">
            <a:avLst/>
          </a:prstGeom>
          <a:solidFill>
            <a:srgbClr val="B8C3EF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ctangle: Rounded Corners 1038">
            <a:extLst>
              <a:ext uri="{FF2B5EF4-FFF2-40B4-BE49-F238E27FC236}">
                <a16:creationId xmlns:a16="http://schemas.microsoft.com/office/drawing/2014/main" id="{B01F94EE-BFFC-AFDC-4DE6-8A845CB92083}"/>
              </a:ext>
            </a:extLst>
          </p:cNvPr>
          <p:cNvSpPr/>
          <p:nvPr/>
        </p:nvSpPr>
        <p:spPr>
          <a:xfrm>
            <a:off x="517212" y="978963"/>
            <a:ext cx="172837" cy="182715"/>
          </a:xfrm>
          <a:prstGeom prst="roundRect">
            <a:avLst/>
          </a:prstGeom>
          <a:solidFill>
            <a:srgbClr val="EA8D88"/>
          </a:solidFill>
          <a:ln>
            <a:solidFill>
              <a:srgbClr val="F5EFF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4191" tIns="32095" rIns="64191" bIns="32095" rtlCol="0" anchor="ctr"/>
          <a:lstStyle/>
          <a:p>
            <a:pPr algn="ctr"/>
            <a:endParaRPr lang="en-US" sz="600">
              <a:solidFill>
                <a:schemeClr val="tx1"/>
              </a:solidFill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ABBD30-B239-05D7-0E74-EE2BE78F43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268" y="3820832"/>
            <a:ext cx="1062542" cy="230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F350E4-F872-AEDB-A1CE-20777783FB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867" y="3851663"/>
            <a:ext cx="146964" cy="159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A52916-4912-D480-4FD5-EEE153BEF4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18" y="4328832"/>
            <a:ext cx="1062542" cy="2308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A17735-75DF-77C4-2E39-E5E0146AD6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517" y="4359663"/>
            <a:ext cx="146964" cy="1592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114FB0-45E6-DE1E-657E-06FEA929D7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18" y="4582832"/>
            <a:ext cx="1062542" cy="2308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0C6CBE-1240-4987-C8D8-25B76FDBA9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517" y="4613663"/>
            <a:ext cx="146964" cy="1592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788D036-E6D9-524E-61C5-083C11CD11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28" y="4078876"/>
            <a:ext cx="1062542" cy="23083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9B22524-0323-2E2F-58AF-A16C0883B4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327" y="4109707"/>
            <a:ext cx="146964" cy="1592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C5A507F-551F-073E-4FCE-89A6415414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28" y="4839039"/>
            <a:ext cx="1062542" cy="2308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CFA0BF9-9B0D-0E64-263B-33EC381420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327" y="4869870"/>
            <a:ext cx="146964" cy="15927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13F3A61-E5CE-4899-5AB6-C50147A89749}"/>
              </a:ext>
            </a:extLst>
          </p:cNvPr>
          <p:cNvSpPr txBox="1"/>
          <p:nvPr/>
        </p:nvSpPr>
        <p:spPr>
          <a:xfrm>
            <a:off x="3044526" y="3576968"/>
            <a:ext cx="1555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Entity Inventory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2459A4C-BBAA-E91F-FCFB-1193DFA40859}"/>
              </a:ext>
            </a:extLst>
          </p:cNvPr>
          <p:cNvCxnSpPr>
            <a:cxnSpLocks/>
          </p:cNvCxnSpPr>
          <p:nvPr/>
        </p:nvCxnSpPr>
        <p:spPr>
          <a:xfrm>
            <a:off x="3044526" y="4420640"/>
            <a:ext cx="2982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hevron 49">
            <a:extLst>
              <a:ext uri="{FF2B5EF4-FFF2-40B4-BE49-F238E27FC236}">
                <a16:creationId xmlns:a16="http://schemas.microsoft.com/office/drawing/2014/main" id="{C3E8CD5F-7225-004A-8884-46458780E3CF}"/>
              </a:ext>
            </a:extLst>
          </p:cNvPr>
          <p:cNvSpPr/>
          <p:nvPr/>
        </p:nvSpPr>
        <p:spPr>
          <a:xfrm>
            <a:off x="1570529" y="4098462"/>
            <a:ext cx="420324" cy="633744"/>
          </a:xfrm>
          <a:prstGeom prst="chevron">
            <a:avLst/>
          </a:prstGeom>
          <a:solidFill>
            <a:srgbClr val="EB6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hevron 53">
            <a:extLst>
              <a:ext uri="{FF2B5EF4-FFF2-40B4-BE49-F238E27FC236}">
                <a16:creationId xmlns:a16="http://schemas.microsoft.com/office/drawing/2014/main" id="{2E6BDFE0-90E3-AE0F-7683-B707E2F9A849}"/>
              </a:ext>
            </a:extLst>
          </p:cNvPr>
          <p:cNvSpPr/>
          <p:nvPr/>
        </p:nvSpPr>
        <p:spPr>
          <a:xfrm>
            <a:off x="1878621" y="4098462"/>
            <a:ext cx="420324" cy="633744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Chevron 56">
            <a:extLst>
              <a:ext uri="{FF2B5EF4-FFF2-40B4-BE49-F238E27FC236}">
                <a16:creationId xmlns:a16="http://schemas.microsoft.com/office/drawing/2014/main" id="{99CB5408-C2B0-90A7-7D8A-B3FF31699B15}"/>
              </a:ext>
            </a:extLst>
          </p:cNvPr>
          <p:cNvSpPr/>
          <p:nvPr/>
        </p:nvSpPr>
        <p:spPr>
          <a:xfrm>
            <a:off x="2186713" y="4098462"/>
            <a:ext cx="420324" cy="633744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Chevron 57">
            <a:extLst>
              <a:ext uri="{FF2B5EF4-FFF2-40B4-BE49-F238E27FC236}">
                <a16:creationId xmlns:a16="http://schemas.microsoft.com/office/drawing/2014/main" id="{4FEB23E1-50A6-1005-462A-8BF64ADDAB90}"/>
              </a:ext>
            </a:extLst>
          </p:cNvPr>
          <p:cNvSpPr/>
          <p:nvPr/>
        </p:nvSpPr>
        <p:spPr>
          <a:xfrm>
            <a:off x="2494806" y="4098462"/>
            <a:ext cx="420324" cy="633744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9" name="Connector: Elbow 1118">
            <a:extLst>
              <a:ext uri="{FF2B5EF4-FFF2-40B4-BE49-F238E27FC236}">
                <a16:creationId xmlns:a16="http://schemas.microsoft.com/office/drawing/2014/main" id="{2152E11A-6F30-CD1A-E5F5-C267DCBEDBA3}"/>
              </a:ext>
            </a:extLst>
          </p:cNvPr>
          <p:cNvCxnSpPr>
            <a:cxnSpLocks/>
            <a:stCxn id="23" idx="3"/>
            <a:endCxn id="41" idx="1"/>
          </p:cNvCxnSpPr>
          <p:nvPr/>
        </p:nvCxnSpPr>
        <p:spPr>
          <a:xfrm flipV="1">
            <a:off x="1080042" y="1865880"/>
            <a:ext cx="3665347" cy="724857"/>
          </a:xfrm>
          <a:prstGeom prst="bentConnector3">
            <a:avLst>
              <a:gd name="adj1" fmla="val 585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1118">
            <a:extLst>
              <a:ext uri="{FF2B5EF4-FFF2-40B4-BE49-F238E27FC236}">
                <a16:creationId xmlns:a16="http://schemas.microsoft.com/office/drawing/2014/main" id="{D4EFDD28-FF4A-EF1A-EF7E-DC914AC0CB8B}"/>
              </a:ext>
            </a:extLst>
          </p:cNvPr>
          <p:cNvCxnSpPr>
            <a:cxnSpLocks/>
            <a:stCxn id="26" idx="3"/>
            <a:endCxn id="37" idx="1"/>
          </p:cNvCxnSpPr>
          <p:nvPr/>
        </p:nvCxnSpPr>
        <p:spPr>
          <a:xfrm>
            <a:off x="1080042" y="1962305"/>
            <a:ext cx="3665537" cy="153531"/>
          </a:xfrm>
          <a:prstGeom prst="bentConnector3">
            <a:avLst>
              <a:gd name="adj1" fmla="val 427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1118">
            <a:extLst>
              <a:ext uri="{FF2B5EF4-FFF2-40B4-BE49-F238E27FC236}">
                <a16:creationId xmlns:a16="http://schemas.microsoft.com/office/drawing/2014/main" id="{C6835EED-6838-EB1F-4007-DF18A514E03F}"/>
              </a:ext>
            </a:extLst>
          </p:cNvPr>
          <p:cNvCxnSpPr>
            <a:cxnSpLocks/>
            <a:stCxn id="23" idx="3"/>
            <a:endCxn id="42" idx="1"/>
          </p:cNvCxnSpPr>
          <p:nvPr/>
        </p:nvCxnSpPr>
        <p:spPr>
          <a:xfrm flipV="1">
            <a:off x="1080042" y="1860935"/>
            <a:ext cx="3706946" cy="729802"/>
          </a:xfrm>
          <a:prstGeom prst="bentConnector3">
            <a:avLst>
              <a:gd name="adj1" fmla="val 438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1118">
            <a:extLst>
              <a:ext uri="{FF2B5EF4-FFF2-40B4-BE49-F238E27FC236}">
                <a16:creationId xmlns:a16="http://schemas.microsoft.com/office/drawing/2014/main" id="{B11E1B31-E9B7-C123-ECE5-F21A38563B02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>
            <a:off x="1080042" y="1654439"/>
            <a:ext cx="3665537" cy="715397"/>
          </a:xfrm>
          <a:prstGeom prst="bentConnector3">
            <a:avLst>
              <a:gd name="adj1" fmla="val 408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1118">
            <a:extLst>
              <a:ext uri="{FF2B5EF4-FFF2-40B4-BE49-F238E27FC236}">
                <a16:creationId xmlns:a16="http://schemas.microsoft.com/office/drawing/2014/main" id="{2A799D0D-4DFE-E600-DD1E-28EC0CF0386D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080042" y="2268236"/>
            <a:ext cx="3817937" cy="322501"/>
          </a:xfrm>
          <a:prstGeom prst="bentConnector3">
            <a:avLst>
              <a:gd name="adj1" fmla="val 516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843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0DBB-9836-2219-6EC2-088FEA91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 analytics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AB6983-5700-D21B-F780-472DC82F7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1520" y="792488"/>
            <a:ext cx="8869368" cy="190806"/>
          </a:xfrm>
        </p:spPr>
        <p:txBody>
          <a:bodyPr anchor="t"/>
          <a:lstStyle/>
          <a:p>
            <a:r>
              <a:rPr lang="en-GB" sz="1092"/>
              <a:t>Rich Visual Analytics library that can easily integrate with SCB data landscape </a:t>
            </a:r>
          </a:p>
        </p:txBody>
      </p:sp>
      <p:pic>
        <p:nvPicPr>
          <p:cNvPr id="15" name="Picture 14" descr="Shape&#10;&#10;Description automatically generated">
            <a:extLst>
              <a:ext uri="{FF2B5EF4-FFF2-40B4-BE49-F238E27FC236}">
                <a16:creationId xmlns:a16="http://schemas.microsoft.com/office/drawing/2014/main" id="{8DD64F8E-C795-0EC3-7871-27349F5B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0" y="1200230"/>
            <a:ext cx="2568591" cy="27322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16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ACDF960B-2476-3ED6-61A5-67A21A8BA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469" y="1192448"/>
            <a:ext cx="3161203" cy="27087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1C3C79-CB8E-659A-851B-2153292AFF0D}"/>
              </a:ext>
            </a:extLst>
          </p:cNvPr>
          <p:cNvSpPr txBox="1"/>
          <p:nvPr/>
        </p:nvSpPr>
        <p:spPr>
          <a:xfrm>
            <a:off x="1237579" y="1270414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Global Component Library</a:t>
            </a:r>
          </a:p>
        </p:txBody>
      </p:sp>
      <p:pic>
        <p:nvPicPr>
          <p:cNvPr id="28" name="Picture 27" descr="Shape&#10;&#10;Description automatically generated">
            <a:extLst>
              <a:ext uri="{FF2B5EF4-FFF2-40B4-BE49-F238E27FC236}">
                <a16:creationId xmlns:a16="http://schemas.microsoft.com/office/drawing/2014/main" id="{6E584288-BD0B-2F6E-3289-BFAFA162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603" y="1197002"/>
            <a:ext cx="2736738" cy="273223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E9C3816-5D28-AB5D-B686-2DEBA36FD387}"/>
              </a:ext>
            </a:extLst>
          </p:cNvPr>
          <p:cNvSpPr txBox="1"/>
          <p:nvPr/>
        </p:nvSpPr>
        <p:spPr>
          <a:xfrm>
            <a:off x="4499338" y="1270414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Global Filter Component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317109-97E7-F663-9DC9-4C8061DB3986}"/>
              </a:ext>
            </a:extLst>
          </p:cNvPr>
          <p:cNvSpPr/>
          <p:nvPr/>
        </p:nvSpPr>
        <p:spPr>
          <a:xfrm>
            <a:off x="658114" y="1463325"/>
            <a:ext cx="2554357" cy="73863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40168C-B9E5-181B-254E-72E66FCBA371}"/>
              </a:ext>
            </a:extLst>
          </p:cNvPr>
          <p:cNvSpPr/>
          <p:nvPr/>
        </p:nvSpPr>
        <p:spPr>
          <a:xfrm>
            <a:off x="3719602" y="1464487"/>
            <a:ext cx="2736737" cy="73863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pic>
        <p:nvPicPr>
          <p:cNvPr id="32" name="Picture 31" descr="Icon&#10;&#10;Description automatically generated">
            <a:extLst>
              <a:ext uri="{FF2B5EF4-FFF2-40B4-BE49-F238E27FC236}">
                <a16:creationId xmlns:a16="http://schemas.microsoft.com/office/drawing/2014/main" id="{52D226C3-D96F-ACAC-9E1B-3A105D3F8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92" y="1131450"/>
            <a:ext cx="383421" cy="383421"/>
          </a:xfrm>
          <a:prstGeom prst="rect">
            <a:avLst/>
          </a:prstGeom>
        </p:spPr>
      </p:pic>
      <p:cxnSp>
        <p:nvCxnSpPr>
          <p:cNvPr id="33" name="Connector: Elbow 47">
            <a:extLst>
              <a:ext uri="{FF2B5EF4-FFF2-40B4-BE49-F238E27FC236}">
                <a16:creationId xmlns:a16="http://schemas.microsoft.com/office/drawing/2014/main" id="{DC14E6F4-61D5-B002-3882-9AC17D406718}"/>
              </a:ext>
            </a:extLst>
          </p:cNvPr>
          <p:cNvCxnSpPr>
            <a:cxnSpLocks/>
            <a:stCxn id="30" idx="2"/>
            <a:endCxn id="1073" idx="1"/>
          </p:cNvCxnSpPr>
          <p:nvPr/>
        </p:nvCxnSpPr>
        <p:spPr>
          <a:xfrm rot="16200000" flipH="1">
            <a:off x="2026543" y="2110704"/>
            <a:ext cx="1247391" cy="14298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7E1A999-E148-4DED-C423-378DC600F637}"/>
              </a:ext>
            </a:extLst>
          </p:cNvPr>
          <p:cNvSpPr/>
          <p:nvPr/>
        </p:nvSpPr>
        <p:spPr>
          <a:xfrm>
            <a:off x="6963471" y="1459489"/>
            <a:ext cx="3161202" cy="732892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2AAB45-6494-D10A-9441-13621B4F902A}"/>
              </a:ext>
            </a:extLst>
          </p:cNvPr>
          <p:cNvSpPr txBox="1"/>
          <p:nvPr/>
        </p:nvSpPr>
        <p:spPr>
          <a:xfrm>
            <a:off x="8136771" y="2171539"/>
            <a:ext cx="1530998" cy="1242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80" b="1">
                <a:solidFill>
                  <a:schemeClr val="bg1"/>
                </a:solidFill>
                <a:latin typeface="Calibri Light"/>
                <a:ea typeface="Calibri Light" charset="0"/>
                <a:cs typeface="Calibri Light"/>
              </a:rPr>
              <a:t>Late 2010’s</a:t>
            </a:r>
            <a:endParaRPr lang="en-IN" sz="800" b="1">
              <a:solidFill>
                <a:schemeClr val="bg1"/>
              </a:solidFill>
              <a:latin typeface="Calibri Light"/>
              <a:ea typeface="Calibri Light" charset="0"/>
              <a:cs typeface="Calibri Light" charset="0"/>
            </a:endParaRPr>
          </a:p>
        </p:txBody>
      </p:sp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6E2778F9-8943-BF60-EAD2-C684A53E3B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356" y="1150646"/>
            <a:ext cx="364225" cy="364225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6268DC72-5FB9-9842-FD6C-9502DCD10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8" y="1134823"/>
            <a:ext cx="380965" cy="380965"/>
          </a:xfrm>
          <a:prstGeom prst="rect">
            <a:avLst/>
          </a:prstGeom>
        </p:spPr>
      </p:pic>
      <p:cxnSp>
        <p:nvCxnSpPr>
          <p:cNvPr id="43" name="Connector: Elbow 47">
            <a:extLst>
              <a:ext uri="{FF2B5EF4-FFF2-40B4-BE49-F238E27FC236}">
                <a16:creationId xmlns:a16="http://schemas.microsoft.com/office/drawing/2014/main" id="{1990D49B-2960-A1B8-8E9F-E2E7309744FB}"/>
              </a:ext>
            </a:extLst>
          </p:cNvPr>
          <p:cNvCxnSpPr>
            <a:cxnSpLocks/>
            <a:endCxn id="1073" idx="3"/>
          </p:cNvCxnSpPr>
          <p:nvPr/>
        </p:nvCxnSpPr>
        <p:spPr>
          <a:xfrm rot="10800000" flipV="1">
            <a:off x="6833178" y="2194146"/>
            <a:ext cx="2067354" cy="1255200"/>
          </a:xfrm>
          <a:prstGeom prst="bentConnector3">
            <a:avLst>
              <a:gd name="adj1" fmla="val 96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CCFF2AF-A4CB-732C-0A3B-C2E2019D1EE6}"/>
              </a:ext>
            </a:extLst>
          </p:cNvPr>
          <p:cNvSpPr txBox="1"/>
          <p:nvPr/>
        </p:nvSpPr>
        <p:spPr>
          <a:xfrm>
            <a:off x="8070822" y="1274257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Solution Composition</a:t>
            </a:r>
          </a:p>
        </p:txBody>
      </p:sp>
      <p:pic>
        <p:nvPicPr>
          <p:cNvPr id="53" name="Picture 52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35BB66AD-0886-B5E8-B8E9-A359CA2125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89" y="1640929"/>
            <a:ext cx="491681" cy="383421"/>
          </a:xfrm>
          <a:prstGeom prst="rect">
            <a:avLst/>
          </a:prstGeom>
        </p:spPr>
      </p:pic>
      <p:pic>
        <p:nvPicPr>
          <p:cNvPr id="55" name="Picture 54" descr="A logo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578BF494-5C3E-5043-67E8-4765DACBD0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273" y="1640928"/>
            <a:ext cx="467904" cy="383421"/>
          </a:xfrm>
          <a:prstGeom prst="rect">
            <a:avLst/>
          </a:prstGeom>
        </p:spPr>
      </p:pic>
      <p:pic>
        <p:nvPicPr>
          <p:cNvPr id="57" name="Picture 56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B1CD5100-5AA3-A129-1DD1-00AC530885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39" y="1650343"/>
            <a:ext cx="467904" cy="383421"/>
          </a:xfrm>
          <a:prstGeom prst="rect">
            <a:avLst/>
          </a:prstGeom>
        </p:spPr>
      </p:pic>
      <p:pic>
        <p:nvPicPr>
          <p:cNvPr id="59" name="Picture 58" descr="A graph with lines and dots&#10;&#10;Description automatically generated">
            <a:extLst>
              <a:ext uri="{FF2B5EF4-FFF2-40B4-BE49-F238E27FC236}">
                <a16:creationId xmlns:a16="http://schemas.microsoft.com/office/drawing/2014/main" id="{2664CC3A-6B64-0FF0-1B15-265D3D96E0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66" y="1650343"/>
            <a:ext cx="539966" cy="383421"/>
          </a:xfrm>
          <a:prstGeom prst="rect">
            <a:avLst/>
          </a:prstGeom>
        </p:spPr>
      </p:pic>
      <p:pic>
        <p:nvPicPr>
          <p:cNvPr id="1026" name="Picture 2" descr="Free vector filter concept illustration">
            <a:extLst>
              <a:ext uri="{FF2B5EF4-FFF2-40B4-BE49-F238E27FC236}">
                <a16:creationId xmlns:a16="http://schemas.microsoft.com/office/drawing/2014/main" id="{564E7D4B-1B20-5E78-6E46-EB050B726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003" y="1547671"/>
            <a:ext cx="569934" cy="56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F2E7768-646A-69F0-BBC8-35F68FCA82D3}"/>
              </a:ext>
            </a:extLst>
          </p:cNvPr>
          <p:cNvSpPr txBox="1"/>
          <p:nvPr/>
        </p:nvSpPr>
        <p:spPr>
          <a:xfrm>
            <a:off x="7086894" y="1772356"/>
            <a:ext cx="71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Entity Explorer</a:t>
            </a:r>
          </a:p>
        </p:txBody>
      </p:sp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0F2901-5D96-D7F8-012D-52C2A220D7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912" y="1609234"/>
            <a:ext cx="141786" cy="141786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CDC62C-9206-01E4-3607-E6AFDFF83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285" y="1613838"/>
            <a:ext cx="141786" cy="14178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E67F07-B39C-D207-E38F-1D8CD323EE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586" y="1614140"/>
            <a:ext cx="141786" cy="141786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FC3BF4FB-417B-499C-88AD-F157CC50CB6C}"/>
              </a:ext>
            </a:extLst>
          </p:cNvPr>
          <p:cNvSpPr txBox="1"/>
          <p:nvPr/>
        </p:nvSpPr>
        <p:spPr>
          <a:xfrm>
            <a:off x="7822115" y="1755171"/>
            <a:ext cx="83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Asset Management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0DAA63F1-BB16-52AA-1C5D-F8C85DB12DAA}"/>
              </a:ext>
            </a:extLst>
          </p:cNvPr>
          <p:cNvSpPr txBox="1"/>
          <p:nvPr/>
        </p:nvSpPr>
        <p:spPr>
          <a:xfrm>
            <a:off x="8626244" y="1768038"/>
            <a:ext cx="83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Vulnerability Analytics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2BEA9ED-8BB5-165E-F35E-613C02952811}"/>
              </a:ext>
            </a:extLst>
          </p:cNvPr>
          <p:cNvSpPr txBox="1"/>
          <p:nvPr/>
        </p:nvSpPr>
        <p:spPr>
          <a:xfrm>
            <a:off x="9370437" y="1758348"/>
            <a:ext cx="83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Controls Monitoring</a:t>
            </a: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B9E1931A-789E-D47A-0A59-DDA6C1AD48E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201" y="1599939"/>
            <a:ext cx="155232" cy="155232"/>
          </a:xfrm>
          <a:prstGeom prst="rect">
            <a:avLst/>
          </a:prstGeom>
        </p:spPr>
      </p:pic>
      <p:cxnSp>
        <p:nvCxnSpPr>
          <p:cNvPr id="36" name="Connector: Elbow 47">
            <a:extLst>
              <a:ext uri="{FF2B5EF4-FFF2-40B4-BE49-F238E27FC236}">
                <a16:creationId xmlns:a16="http://schemas.microsoft.com/office/drawing/2014/main" id="{6EB9A785-964B-3E9B-9256-5900F330DFFA}"/>
              </a:ext>
            </a:extLst>
          </p:cNvPr>
          <p:cNvCxnSpPr>
            <a:cxnSpLocks/>
            <a:stCxn id="31" idx="2"/>
            <a:endCxn id="1073" idx="0"/>
          </p:cNvCxnSpPr>
          <p:nvPr/>
        </p:nvCxnSpPr>
        <p:spPr>
          <a:xfrm rot="16200000" flipH="1">
            <a:off x="4959617" y="2331471"/>
            <a:ext cx="267919" cy="11210"/>
          </a:xfrm>
          <a:prstGeom prst="bentConnector3">
            <a:avLst>
              <a:gd name="adj1" fmla="val 50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3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9148FBF-239C-86CE-0E20-3DA915F49EA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9814" y="4695575"/>
            <a:ext cx="2766525" cy="273951"/>
          </a:xfrm>
          <a:prstGeom prst="rect">
            <a:avLst/>
          </a:prstGeom>
          <a:solidFill>
            <a:srgbClr val="EB6C15"/>
          </a:solidFill>
        </p:spPr>
      </p:pic>
      <p:pic>
        <p:nvPicPr>
          <p:cNvPr id="1054" name="Picture 1053" descr="Logo, icon&#10;&#10;Description automatically generated">
            <a:extLst>
              <a:ext uri="{FF2B5EF4-FFF2-40B4-BE49-F238E27FC236}">
                <a16:creationId xmlns:a16="http://schemas.microsoft.com/office/drawing/2014/main" id="{816700D6-97AF-B86D-CCA9-2D3E177B0D1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94" y="4636082"/>
            <a:ext cx="392937" cy="392937"/>
          </a:xfrm>
          <a:prstGeom prst="rect">
            <a:avLst/>
          </a:prstGeom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E0BDE3EA-2947-CD1D-CE1E-D8967C945343}"/>
              </a:ext>
            </a:extLst>
          </p:cNvPr>
          <p:cNvSpPr/>
          <p:nvPr/>
        </p:nvSpPr>
        <p:spPr>
          <a:xfrm>
            <a:off x="3689814" y="4969526"/>
            <a:ext cx="2766525" cy="73535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694F7EC2-DD42-7FCF-0BBF-1A87C98E084E}"/>
              </a:ext>
            </a:extLst>
          </p:cNvPr>
          <p:cNvSpPr txBox="1"/>
          <p:nvPr/>
        </p:nvSpPr>
        <p:spPr>
          <a:xfrm>
            <a:off x="4497993" y="4768772"/>
            <a:ext cx="1177264" cy="127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Table Components</a:t>
            </a:r>
          </a:p>
        </p:txBody>
      </p:sp>
      <p:cxnSp>
        <p:nvCxnSpPr>
          <p:cNvPr id="1068" name="Connector: Elbow 47">
            <a:extLst>
              <a:ext uri="{FF2B5EF4-FFF2-40B4-BE49-F238E27FC236}">
                <a16:creationId xmlns:a16="http://schemas.microsoft.com/office/drawing/2014/main" id="{E352F7B1-66EA-3028-117B-D83B4C9E5E43}"/>
              </a:ext>
            </a:extLst>
          </p:cNvPr>
          <p:cNvCxnSpPr>
            <a:cxnSpLocks/>
            <a:stCxn id="1053" idx="0"/>
            <a:endCxn id="1073" idx="2"/>
          </p:cNvCxnSpPr>
          <p:nvPr/>
        </p:nvCxnSpPr>
        <p:spPr>
          <a:xfrm rot="5400000" flipH="1" flipV="1">
            <a:off x="4952170" y="4548564"/>
            <a:ext cx="267919" cy="261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1" name="Table 1070">
            <a:extLst>
              <a:ext uri="{FF2B5EF4-FFF2-40B4-BE49-F238E27FC236}">
                <a16:creationId xmlns:a16="http://schemas.microsoft.com/office/drawing/2014/main" id="{C11A3C82-D648-7BB9-EAF7-4ADB61876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68704"/>
              </p:ext>
            </p:extLst>
          </p:nvPr>
        </p:nvGraphicFramePr>
        <p:xfrm>
          <a:off x="4024675" y="5091695"/>
          <a:ext cx="2117240" cy="49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310">
                  <a:extLst>
                    <a:ext uri="{9D8B030D-6E8A-4147-A177-3AD203B41FA5}">
                      <a16:colId xmlns:a16="http://schemas.microsoft.com/office/drawing/2014/main" val="905884431"/>
                    </a:ext>
                  </a:extLst>
                </a:gridCol>
                <a:gridCol w="529310">
                  <a:extLst>
                    <a:ext uri="{9D8B030D-6E8A-4147-A177-3AD203B41FA5}">
                      <a16:colId xmlns:a16="http://schemas.microsoft.com/office/drawing/2014/main" val="1154112585"/>
                    </a:ext>
                  </a:extLst>
                </a:gridCol>
                <a:gridCol w="529310">
                  <a:extLst>
                    <a:ext uri="{9D8B030D-6E8A-4147-A177-3AD203B41FA5}">
                      <a16:colId xmlns:a16="http://schemas.microsoft.com/office/drawing/2014/main" val="174110698"/>
                    </a:ext>
                  </a:extLst>
                </a:gridCol>
                <a:gridCol w="529310">
                  <a:extLst>
                    <a:ext uri="{9D8B030D-6E8A-4147-A177-3AD203B41FA5}">
                      <a16:colId xmlns:a16="http://schemas.microsoft.com/office/drawing/2014/main" val="4267856630"/>
                    </a:ext>
                  </a:extLst>
                </a:gridCol>
              </a:tblGrid>
              <a:tr h="245508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282503"/>
                  </a:ext>
                </a:extLst>
              </a:tr>
              <a:tr h="245508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671236"/>
                  </a:ext>
                </a:extLst>
              </a:tr>
            </a:tbl>
          </a:graphicData>
        </a:graphic>
      </p:graphicFrame>
      <p:sp>
        <p:nvSpPr>
          <p:cNvPr id="1073" name="Rectangle 1072">
            <a:extLst>
              <a:ext uri="{FF2B5EF4-FFF2-40B4-BE49-F238E27FC236}">
                <a16:creationId xmlns:a16="http://schemas.microsoft.com/office/drawing/2014/main" id="{770FBFDD-63DD-5CB6-63BB-3815ED9B5369}"/>
              </a:ext>
            </a:extLst>
          </p:cNvPr>
          <p:cNvSpPr/>
          <p:nvPr/>
        </p:nvSpPr>
        <p:spPr>
          <a:xfrm>
            <a:off x="3365184" y="2471036"/>
            <a:ext cx="3467994" cy="195662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0"/>
          </a:p>
        </p:txBody>
      </p:sp>
    </p:spTree>
    <p:extLst>
      <p:ext uri="{BB962C8B-B14F-4D97-AF65-F5344CB8AC3E}">
        <p14:creationId xmlns:p14="http://schemas.microsoft.com/office/powerpoint/2010/main" val="365136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28183F7-AEED-30DC-B945-7388B35DFF1E}"/>
              </a:ext>
            </a:extLst>
          </p:cNvPr>
          <p:cNvSpPr txBox="1"/>
          <p:nvPr/>
        </p:nvSpPr>
        <p:spPr>
          <a:xfrm>
            <a:off x="2916004" y="1770799"/>
            <a:ext cx="156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Text</a:t>
            </a:r>
          </a:p>
        </p:txBody>
      </p: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36EF77-50A7-CB92-BBDB-C55BFA53B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082" y="1438152"/>
            <a:ext cx="310997" cy="310997"/>
          </a:xfrm>
          <a:prstGeom prst="rect">
            <a:avLst/>
          </a:prstGeom>
        </p:spPr>
      </p:pic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9A284D-F074-A9FD-1536-154DCAB1C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611" y="1403513"/>
            <a:ext cx="367120" cy="367120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190EC6-C5E0-5D5C-6596-DC3ACA5E1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798" y="1432501"/>
            <a:ext cx="310997" cy="3109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2B60A7-232A-473B-B0E7-F0A2E2D23892}"/>
              </a:ext>
            </a:extLst>
          </p:cNvPr>
          <p:cNvSpPr txBox="1"/>
          <p:nvPr/>
        </p:nvSpPr>
        <p:spPr>
          <a:xfrm>
            <a:off x="4636265" y="1770799"/>
            <a:ext cx="1686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07A76F-19CA-CB70-14B6-329342A7AA61}"/>
              </a:ext>
            </a:extLst>
          </p:cNvPr>
          <p:cNvSpPr txBox="1"/>
          <p:nvPr/>
        </p:nvSpPr>
        <p:spPr>
          <a:xfrm>
            <a:off x="6527891" y="1770798"/>
            <a:ext cx="183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C378C-8F31-92D2-5F66-BEBF58DF8732}"/>
              </a:ext>
            </a:extLst>
          </p:cNvPr>
          <p:cNvSpPr/>
          <p:nvPr/>
        </p:nvSpPr>
        <p:spPr>
          <a:xfrm>
            <a:off x="2736251" y="914402"/>
            <a:ext cx="7462826" cy="1133231"/>
          </a:xfrm>
          <a:prstGeom prst="rect">
            <a:avLst/>
          </a:prstGeom>
          <a:noFill/>
          <a:ln w="9525">
            <a:solidFill>
              <a:srgbClr val="5F3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D0C538-6C4E-5B46-5386-E1E3A81967CE}"/>
              </a:ext>
            </a:extLst>
          </p:cNvPr>
          <p:cNvSpPr/>
          <p:nvPr/>
        </p:nvSpPr>
        <p:spPr>
          <a:xfrm>
            <a:off x="2736251" y="914403"/>
            <a:ext cx="7462826" cy="367120"/>
          </a:xfrm>
          <a:prstGeom prst="rect">
            <a:avLst/>
          </a:prstGeom>
          <a:solidFill>
            <a:srgbClr val="5F3E72"/>
          </a:solidFill>
          <a:ln>
            <a:solidFill>
              <a:srgbClr val="5F3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8057E-54A0-BF16-3635-D59F3C35000F}"/>
              </a:ext>
            </a:extLst>
          </p:cNvPr>
          <p:cNvSpPr txBox="1"/>
          <p:nvPr/>
        </p:nvSpPr>
        <p:spPr>
          <a:xfrm>
            <a:off x="8355786" y="1770633"/>
            <a:ext cx="183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36D9C-E861-2A15-B8E6-91E9B95F871B}"/>
              </a:ext>
            </a:extLst>
          </p:cNvPr>
          <p:cNvSpPr txBox="1"/>
          <p:nvPr/>
        </p:nvSpPr>
        <p:spPr>
          <a:xfrm>
            <a:off x="367323" y="1156679"/>
            <a:ext cx="483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Text</a:t>
            </a:r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EB4144-9938-B949-B27B-7A8A54E46C5E}"/>
              </a:ext>
            </a:extLst>
          </p:cNvPr>
          <p:cNvSpPr txBox="1"/>
          <p:nvPr/>
        </p:nvSpPr>
        <p:spPr>
          <a:xfrm>
            <a:off x="367323" y="1432501"/>
            <a:ext cx="2153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/>
              <a:t>Description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6BD97F-746C-5C5A-1158-E090A966DEBC}"/>
              </a:ext>
            </a:extLst>
          </p:cNvPr>
          <p:cNvCxnSpPr/>
          <p:nvPr/>
        </p:nvCxnSpPr>
        <p:spPr>
          <a:xfrm>
            <a:off x="132862" y="2305546"/>
            <a:ext cx="101287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B99C8CC-0546-24DE-2C64-ED5C467C8C8C}"/>
              </a:ext>
            </a:extLst>
          </p:cNvPr>
          <p:cNvSpPr txBox="1"/>
          <p:nvPr/>
        </p:nvSpPr>
        <p:spPr>
          <a:xfrm>
            <a:off x="367323" y="2785845"/>
            <a:ext cx="483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Text</a:t>
            </a:r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9BAC5-05C5-31C1-08DD-F602AF6E0E61}"/>
              </a:ext>
            </a:extLst>
          </p:cNvPr>
          <p:cNvSpPr txBox="1"/>
          <p:nvPr/>
        </p:nvSpPr>
        <p:spPr>
          <a:xfrm>
            <a:off x="367323" y="3061667"/>
            <a:ext cx="2153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/>
              <a:t>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2CF02-98FF-0DC0-6C24-31E60382ABDB}"/>
              </a:ext>
            </a:extLst>
          </p:cNvPr>
          <p:cNvSpPr txBox="1"/>
          <p:nvPr/>
        </p:nvSpPr>
        <p:spPr>
          <a:xfrm>
            <a:off x="367323" y="4571658"/>
            <a:ext cx="483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Text</a:t>
            </a:r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B8AAED-B3D4-FF6C-EF2F-62F6E6B5DB6E}"/>
              </a:ext>
            </a:extLst>
          </p:cNvPr>
          <p:cNvSpPr txBox="1"/>
          <p:nvPr/>
        </p:nvSpPr>
        <p:spPr>
          <a:xfrm>
            <a:off x="367323" y="4847480"/>
            <a:ext cx="23689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/>
              <a:t>Description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F55301-6748-D4F8-07CC-73B75EEA2C4C}"/>
              </a:ext>
            </a:extLst>
          </p:cNvPr>
          <p:cNvSpPr/>
          <p:nvPr/>
        </p:nvSpPr>
        <p:spPr>
          <a:xfrm>
            <a:off x="2736251" y="2537069"/>
            <a:ext cx="7525349" cy="15034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7A46EC-0ADD-5136-FD7F-CCA7EE3AB47B}"/>
              </a:ext>
            </a:extLst>
          </p:cNvPr>
          <p:cNvSpPr/>
          <p:nvPr/>
        </p:nvSpPr>
        <p:spPr>
          <a:xfrm>
            <a:off x="2736251" y="2537070"/>
            <a:ext cx="7525348" cy="367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F90AA5-07E2-3E58-9132-A784877C5B8D}"/>
              </a:ext>
            </a:extLst>
          </p:cNvPr>
          <p:cNvSpPr/>
          <p:nvPr/>
        </p:nvSpPr>
        <p:spPr>
          <a:xfrm>
            <a:off x="2818296" y="3030702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/>
              <a:t>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541FA-3B6E-CDE5-C597-45FE0EE69658}"/>
              </a:ext>
            </a:extLst>
          </p:cNvPr>
          <p:cNvSpPr/>
          <p:nvPr/>
        </p:nvSpPr>
        <p:spPr>
          <a:xfrm>
            <a:off x="3877920" y="3032903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613C7F-ACE8-82E2-4965-0BE349F05B8D}"/>
              </a:ext>
            </a:extLst>
          </p:cNvPr>
          <p:cNvSpPr/>
          <p:nvPr/>
        </p:nvSpPr>
        <p:spPr>
          <a:xfrm>
            <a:off x="4937544" y="3032903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27784D-DB55-590D-516C-282A39A767FE}"/>
              </a:ext>
            </a:extLst>
          </p:cNvPr>
          <p:cNvSpPr/>
          <p:nvPr/>
        </p:nvSpPr>
        <p:spPr>
          <a:xfrm>
            <a:off x="5997168" y="3032903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73A35B-2197-A4C0-921B-854025BC2F8C}"/>
              </a:ext>
            </a:extLst>
          </p:cNvPr>
          <p:cNvSpPr/>
          <p:nvPr/>
        </p:nvSpPr>
        <p:spPr>
          <a:xfrm>
            <a:off x="7056792" y="3032903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9F3643-49BE-F29F-F033-74767BC79504}"/>
              </a:ext>
            </a:extLst>
          </p:cNvPr>
          <p:cNvSpPr/>
          <p:nvPr/>
        </p:nvSpPr>
        <p:spPr>
          <a:xfrm>
            <a:off x="8116416" y="3023015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774CE5-A667-6D51-95E8-0A44B204FA62}"/>
              </a:ext>
            </a:extLst>
          </p:cNvPr>
          <p:cNvSpPr/>
          <p:nvPr/>
        </p:nvSpPr>
        <p:spPr>
          <a:xfrm>
            <a:off x="9176043" y="3030702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263322-5B66-EE12-51D7-AC99BED983FB}"/>
              </a:ext>
            </a:extLst>
          </p:cNvPr>
          <p:cNvSpPr/>
          <p:nvPr/>
        </p:nvSpPr>
        <p:spPr>
          <a:xfrm>
            <a:off x="2818296" y="3544762"/>
            <a:ext cx="7380781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F189543-2068-79B5-D3C9-12DF2B6B0810}"/>
              </a:ext>
            </a:extLst>
          </p:cNvPr>
          <p:cNvCxnSpPr/>
          <p:nvPr/>
        </p:nvCxnSpPr>
        <p:spPr>
          <a:xfrm>
            <a:off x="218831" y="4208597"/>
            <a:ext cx="101287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F40C74E-6CD7-0933-672E-9561A77488DE}"/>
              </a:ext>
            </a:extLst>
          </p:cNvPr>
          <p:cNvSpPr/>
          <p:nvPr/>
        </p:nvSpPr>
        <p:spPr>
          <a:xfrm>
            <a:off x="2736251" y="4388098"/>
            <a:ext cx="7525349" cy="12624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87FC21-52FE-DFAD-63AC-E2CA92E9C244}"/>
              </a:ext>
            </a:extLst>
          </p:cNvPr>
          <p:cNvSpPr/>
          <p:nvPr/>
        </p:nvSpPr>
        <p:spPr>
          <a:xfrm>
            <a:off x="2736251" y="4388098"/>
            <a:ext cx="7525348" cy="367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Text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7C54EDA-6ED9-E55B-A25E-9C18442D2D0B}"/>
              </a:ext>
            </a:extLst>
          </p:cNvPr>
          <p:cNvSpPr/>
          <p:nvPr/>
        </p:nvSpPr>
        <p:spPr>
          <a:xfrm>
            <a:off x="2818296" y="4881730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4CECEB-DBFC-6788-EEA5-62C7456F479A}"/>
              </a:ext>
            </a:extLst>
          </p:cNvPr>
          <p:cNvSpPr/>
          <p:nvPr/>
        </p:nvSpPr>
        <p:spPr>
          <a:xfrm>
            <a:off x="3877920" y="4883931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70511B-650F-0FFC-30B1-0531AECB026E}"/>
              </a:ext>
            </a:extLst>
          </p:cNvPr>
          <p:cNvSpPr/>
          <p:nvPr/>
        </p:nvSpPr>
        <p:spPr>
          <a:xfrm>
            <a:off x="4937544" y="4883931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E6CAC5-61D4-BF98-5E1E-CDDDBA33347D}"/>
              </a:ext>
            </a:extLst>
          </p:cNvPr>
          <p:cNvSpPr/>
          <p:nvPr/>
        </p:nvSpPr>
        <p:spPr>
          <a:xfrm>
            <a:off x="5997168" y="4883931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995CBA-988F-566D-90F2-DF849495AF22}"/>
              </a:ext>
            </a:extLst>
          </p:cNvPr>
          <p:cNvSpPr/>
          <p:nvPr/>
        </p:nvSpPr>
        <p:spPr>
          <a:xfrm>
            <a:off x="7056792" y="4883931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EDD5027-BF9B-A5C1-BE80-340A11AD3447}"/>
              </a:ext>
            </a:extLst>
          </p:cNvPr>
          <p:cNvSpPr/>
          <p:nvPr/>
        </p:nvSpPr>
        <p:spPr>
          <a:xfrm>
            <a:off x="8116416" y="4874043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36F2C6-EC16-C28B-2AE1-5E63ED551C88}"/>
              </a:ext>
            </a:extLst>
          </p:cNvPr>
          <p:cNvSpPr/>
          <p:nvPr/>
        </p:nvSpPr>
        <p:spPr>
          <a:xfrm>
            <a:off x="9176043" y="4881730"/>
            <a:ext cx="1023034" cy="44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>
                <a:solidFill>
                  <a:sysClr val="windowText" lastClr="000000"/>
                </a:solidFill>
              </a:rPr>
              <a:t>Data Warehouses</a:t>
            </a:r>
            <a:endParaRPr lang="en-IN" sz="1400">
              <a:solidFill>
                <a:sysClr val="windowText" lastClr="000000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1F558BD-629C-953A-D5F5-750C3D873C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17" y="1423405"/>
            <a:ext cx="340490" cy="34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80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0F24-0B8B-4049-A5A8-60B6BB53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34" y="176629"/>
            <a:ext cx="9403361" cy="334052"/>
          </a:xfrm>
        </p:spPr>
        <p:txBody>
          <a:bodyPr/>
          <a:lstStyle/>
          <a:p>
            <a:r>
              <a:rPr lang="en-US" sz="2080">
                <a:latin typeface="+mn-lt"/>
                <a:cs typeface="Calibri Light" panose="020F0302020204030204" pitchFamily="34" charset="0"/>
              </a:rPr>
              <a:t>Workflow</a:t>
            </a:r>
          </a:p>
        </p:txBody>
      </p:sp>
      <p:pic>
        <p:nvPicPr>
          <p:cNvPr id="5" name="Picture 4" descr="A picture containing circle, symmetry, screenshot, art&#10;&#10;Description automatically generated">
            <a:extLst>
              <a:ext uri="{FF2B5EF4-FFF2-40B4-BE49-F238E27FC236}">
                <a16:creationId xmlns:a16="http://schemas.microsoft.com/office/drawing/2014/main" id="{98F46515-B359-3384-85B7-F67A0C315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10" y="830773"/>
            <a:ext cx="4868357" cy="4868357"/>
          </a:xfrm>
          <a:prstGeom prst="rect">
            <a:avLst/>
          </a:prstGeom>
        </p:spPr>
      </p:pic>
      <p:pic>
        <p:nvPicPr>
          <p:cNvPr id="7" name="Picture 6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0E0AAE6E-E41D-56A7-5D2A-1E632CB78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039" y="2097629"/>
            <a:ext cx="365291" cy="365291"/>
          </a:xfrm>
          <a:prstGeom prst="rect">
            <a:avLst/>
          </a:prstGeom>
        </p:spPr>
      </p:pic>
      <p:pic>
        <p:nvPicPr>
          <p:cNvPr id="8" name="Picture 7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499C2399-0675-C43A-B753-DD8250335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79" y="3493159"/>
            <a:ext cx="365291" cy="365291"/>
          </a:xfrm>
          <a:prstGeom prst="rect">
            <a:avLst/>
          </a:prstGeom>
        </p:spPr>
      </p:pic>
      <p:pic>
        <p:nvPicPr>
          <p:cNvPr id="9" name="Picture 8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A09814EB-7985-78B7-1C75-66792D9A9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31" y="4467779"/>
            <a:ext cx="365291" cy="365291"/>
          </a:xfrm>
          <a:prstGeom prst="rect">
            <a:avLst/>
          </a:prstGeom>
        </p:spPr>
      </p:pic>
      <p:pic>
        <p:nvPicPr>
          <p:cNvPr id="10" name="Picture 9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42C24A90-A740-0A62-AB3F-50D7527A8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339" y="4522533"/>
            <a:ext cx="365291" cy="365291"/>
          </a:xfrm>
          <a:prstGeom prst="rect">
            <a:avLst/>
          </a:prstGeom>
        </p:spPr>
      </p:pic>
      <p:pic>
        <p:nvPicPr>
          <p:cNvPr id="11" name="Picture 10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E83DFAE5-8EA6-B56D-5E69-EAE4940B1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627" y="3493159"/>
            <a:ext cx="365291" cy="365291"/>
          </a:xfrm>
          <a:prstGeom prst="rect">
            <a:avLst/>
          </a:prstGeom>
        </p:spPr>
      </p:pic>
      <p:pic>
        <p:nvPicPr>
          <p:cNvPr id="12" name="Picture 11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1F324263-BB78-0E46-98D3-835216476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571" y="2173766"/>
            <a:ext cx="365291" cy="365291"/>
          </a:xfrm>
          <a:prstGeom prst="rect">
            <a:avLst/>
          </a:prstGeom>
        </p:spPr>
      </p:pic>
      <p:pic>
        <p:nvPicPr>
          <p:cNvPr id="13" name="Picture 12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662E6E94-F2DC-80FF-F476-754E14567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24" y="1209786"/>
            <a:ext cx="365291" cy="365291"/>
          </a:xfrm>
          <a:prstGeom prst="rect">
            <a:avLst/>
          </a:prstGeom>
        </p:spPr>
      </p:pic>
      <p:pic>
        <p:nvPicPr>
          <p:cNvPr id="14" name="Picture 13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EB0EBA31-DDA3-D373-14C7-8FE9E9D9E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31" y="1216103"/>
            <a:ext cx="365291" cy="3652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D9E8C2-415D-FF08-8257-09101AE5DD3B}"/>
              </a:ext>
            </a:extLst>
          </p:cNvPr>
          <p:cNvSpPr txBox="1"/>
          <p:nvPr/>
        </p:nvSpPr>
        <p:spPr>
          <a:xfrm>
            <a:off x="4997350" y="1618379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C91C06-13C8-89B6-6457-D896249700C8}"/>
              </a:ext>
            </a:extLst>
          </p:cNvPr>
          <p:cNvSpPr txBox="1"/>
          <p:nvPr/>
        </p:nvSpPr>
        <p:spPr>
          <a:xfrm>
            <a:off x="6102750" y="2585536"/>
            <a:ext cx="9417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8C3FF-CD4A-8737-E034-15B14B4944F6}"/>
              </a:ext>
            </a:extLst>
          </p:cNvPr>
          <p:cNvSpPr txBox="1"/>
          <p:nvPr/>
        </p:nvSpPr>
        <p:spPr>
          <a:xfrm>
            <a:off x="6054808" y="3988444"/>
            <a:ext cx="9417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8B45D0-8395-C6F7-76E4-FD67872579A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2"/>
          <a:stretch/>
        </p:blipFill>
        <p:spPr>
          <a:xfrm>
            <a:off x="6379326" y="2131641"/>
            <a:ext cx="292715" cy="317626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3CDB3FF-944A-CDAD-D107-CD057BF4E2D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8575"/>
          <a:stretch/>
        </p:blipFill>
        <p:spPr>
          <a:xfrm>
            <a:off x="3140729" y="2238247"/>
            <a:ext cx="214704" cy="24038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B75D4DA-C891-E96C-6A2D-5574E56D202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1157"/>
          <a:stretch/>
        </p:blipFill>
        <p:spPr>
          <a:xfrm>
            <a:off x="3188353" y="3576427"/>
            <a:ext cx="233835" cy="2297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AB5A8D6-1020-FCF9-F23E-FA65D40CD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3000" y="1716629"/>
            <a:ext cx="609600" cy="762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28A0A2B8-C0B7-07F9-13B0-0A12539BA0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5793"/>
          <a:stretch/>
        </p:blipFill>
        <p:spPr>
          <a:xfrm>
            <a:off x="4111937" y="4596711"/>
            <a:ext cx="206092" cy="21693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4DC59FA2-C501-D5D3-ED41-435AD50F8A3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20482"/>
          <a:stretch/>
        </p:blipFill>
        <p:spPr>
          <a:xfrm>
            <a:off x="5432131" y="4522537"/>
            <a:ext cx="251563" cy="25156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E436F45-0844-2458-E930-135B5F77F5C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2259"/>
          <a:stretch/>
        </p:blipFill>
        <p:spPr>
          <a:xfrm>
            <a:off x="6461500" y="3569361"/>
            <a:ext cx="228960" cy="25016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ACF7F81-C4D5-1E3F-D44F-F75ABFE86A8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17500"/>
          <a:stretch/>
        </p:blipFill>
        <p:spPr>
          <a:xfrm>
            <a:off x="5432134" y="1269343"/>
            <a:ext cx="251561" cy="259422"/>
          </a:xfrm>
          <a:prstGeom prst="rect">
            <a:avLst/>
          </a:prstGeom>
        </p:spPr>
      </p:pic>
      <p:pic>
        <p:nvPicPr>
          <p:cNvPr id="43" name="Picture 42" descr="A picture containing cartoon, LEGO&#10;&#10;Description automatically generated">
            <a:extLst>
              <a:ext uri="{FF2B5EF4-FFF2-40B4-BE49-F238E27FC236}">
                <a16:creationId xmlns:a16="http://schemas.microsoft.com/office/drawing/2014/main" id="{96F4FBF0-56FB-3283-0247-FDA86FB21B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511" y="2543685"/>
            <a:ext cx="1847764" cy="144253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1CE1F06-0A58-A827-65B9-43E2913A3DA6}"/>
              </a:ext>
            </a:extLst>
          </p:cNvPr>
          <p:cNvSpPr txBox="1"/>
          <p:nvPr/>
        </p:nvSpPr>
        <p:spPr>
          <a:xfrm>
            <a:off x="5113060" y="4958323"/>
            <a:ext cx="9417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5EEE5-5ABD-5307-2C6A-5906B115C117}"/>
              </a:ext>
            </a:extLst>
          </p:cNvPr>
          <p:cNvSpPr txBox="1"/>
          <p:nvPr/>
        </p:nvSpPr>
        <p:spPr>
          <a:xfrm>
            <a:off x="3748389" y="4897247"/>
            <a:ext cx="9417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7C5A1E-7879-7984-1BB3-4D9D573BEC73}"/>
              </a:ext>
            </a:extLst>
          </p:cNvPr>
          <p:cNvSpPr txBox="1"/>
          <p:nvPr/>
        </p:nvSpPr>
        <p:spPr>
          <a:xfrm>
            <a:off x="2834917" y="3948937"/>
            <a:ext cx="9417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F20A2E-828B-EAC3-640D-29B46FB59B0E}"/>
              </a:ext>
            </a:extLst>
          </p:cNvPr>
          <p:cNvSpPr txBox="1"/>
          <p:nvPr/>
        </p:nvSpPr>
        <p:spPr>
          <a:xfrm>
            <a:off x="2752151" y="2660409"/>
            <a:ext cx="941749" cy="159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96D6A4-0743-6AA1-6E33-D431CB03BBBC}"/>
              </a:ext>
            </a:extLst>
          </p:cNvPr>
          <p:cNvSpPr txBox="1"/>
          <p:nvPr/>
        </p:nvSpPr>
        <p:spPr>
          <a:xfrm>
            <a:off x="3662284" y="1618379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B405795E-AAB9-6670-DBB7-3926B33FACC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16399"/>
          <a:stretch/>
        </p:blipFill>
        <p:spPr>
          <a:xfrm>
            <a:off x="4130702" y="1278056"/>
            <a:ext cx="239911" cy="25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83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F839-CAEC-56F8-E822-E57D46F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yellow and orange arrow&#10;&#10;Description automatically generated">
            <a:extLst>
              <a:ext uri="{FF2B5EF4-FFF2-40B4-BE49-F238E27FC236}">
                <a16:creationId xmlns:a16="http://schemas.microsoft.com/office/drawing/2014/main" id="{458DDD54-2A53-EDEB-230B-B44F2D4C0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1365">
            <a:off x="3143985" y="3494576"/>
            <a:ext cx="2738779" cy="1965778"/>
          </a:xfrm>
          <a:prstGeom prst="rect">
            <a:avLst/>
          </a:prstGeom>
        </p:spPr>
      </p:pic>
      <p:pic>
        <p:nvPicPr>
          <p:cNvPr id="54" name="Picture 53" descr="A pink and purple arrow&#10;&#10;Description automatically generated">
            <a:extLst>
              <a:ext uri="{FF2B5EF4-FFF2-40B4-BE49-F238E27FC236}">
                <a16:creationId xmlns:a16="http://schemas.microsoft.com/office/drawing/2014/main" id="{B20F83F5-7FAE-88BA-C0CB-0391D4B56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167" y="2933226"/>
            <a:ext cx="2527769" cy="2785087"/>
          </a:xfrm>
          <a:prstGeom prst="rect">
            <a:avLst/>
          </a:prstGeom>
        </p:spPr>
      </p:pic>
      <p:pic>
        <p:nvPicPr>
          <p:cNvPr id="64" name="Picture 63" descr="A blue arrow pointing towards the camera&#10;&#10;Description automatically generated">
            <a:extLst>
              <a:ext uri="{FF2B5EF4-FFF2-40B4-BE49-F238E27FC236}">
                <a16:creationId xmlns:a16="http://schemas.microsoft.com/office/drawing/2014/main" id="{28DF4A4A-235F-0FFD-7C97-59C069A96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773" y="2122087"/>
            <a:ext cx="2799120" cy="281422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FCE15B6-F817-70FD-6935-3108E610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6" name="Picture 55" descr="A blue arrow pointing to the left&#10;&#10;Description automatically generated">
            <a:extLst>
              <a:ext uri="{FF2B5EF4-FFF2-40B4-BE49-F238E27FC236}">
                <a16:creationId xmlns:a16="http://schemas.microsoft.com/office/drawing/2014/main" id="{9BF73691-0296-4CF4-7BA1-54BC021B4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375">
            <a:off x="4543275" y="1069208"/>
            <a:ext cx="2433551" cy="2423989"/>
          </a:xfrm>
          <a:prstGeom prst="rect">
            <a:avLst/>
          </a:prstGeom>
        </p:spPr>
      </p:pic>
      <p:pic>
        <p:nvPicPr>
          <p:cNvPr id="49" name="Picture 48" descr="A purple arrow pointing to the right&#10;&#10;Description automatically generated">
            <a:extLst>
              <a:ext uri="{FF2B5EF4-FFF2-40B4-BE49-F238E27FC236}">
                <a16:creationId xmlns:a16="http://schemas.microsoft.com/office/drawing/2014/main" id="{5D23BFC6-8C64-C5EC-09DA-2D1B2B35E6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7" y="1296356"/>
            <a:ext cx="2331274" cy="1937241"/>
          </a:xfrm>
          <a:prstGeom prst="rect">
            <a:avLst/>
          </a:prstGeom>
        </p:spPr>
      </p:pic>
      <p:pic>
        <p:nvPicPr>
          <p:cNvPr id="60" name="Picture 59" descr="A pink and orange arrow&#10;&#10;Description automatically generated">
            <a:extLst>
              <a:ext uri="{FF2B5EF4-FFF2-40B4-BE49-F238E27FC236}">
                <a16:creationId xmlns:a16="http://schemas.microsoft.com/office/drawing/2014/main" id="{15977FA4-F9BB-D80B-9A60-36731D3134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2886">
            <a:off x="2965139" y="2297899"/>
            <a:ext cx="1570103" cy="2478591"/>
          </a:xfrm>
          <a:prstGeom prst="rect">
            <a:avLst/>
          </a:prstGeom>
        </p:spPr>
      </p:pic>
      <p:pic>
        <p:nvPicPr>
          <p:cNvPr id="62" name="Picture 61" descr="A yellow arrow on a black background&#10;&#10;Description automatically generated">
            <a:extLst>
              <a:ext uri="{FF2B5EF4-FFF2-40B4-BE49-F238E27FC236}">
                <a16:creationId xmlns:a16="http://schemas.microsoft.com/office/drawing/2014/main" id="{B8D9F87D-182D-4591-6DA6-156023D022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8401">
            <a:off x="3302134" y="3431394"/>
            <a:ext cx="1462358" cy="1395887"/>
          </a:xfrm>
          <a:prstGeom prst="rect">
            <a:avLst/>
          </a:prstGeom>
        </p:spPr>
      </p:pic>
      <p:pic>
        <p:nvPicPr>
          <p:cNvPr id="67" name="Picture 66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6A2BE018-1E39-E017-6EC4-032F090361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080" y="1700583"/>
            <a:ext cx="365291" cy="36529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342E356-A246-B24D-3B68-23AADA77447A}"/>
              </a:ext>
            </a:extLst>
          </p:cNvPr>
          <p:cNvSpPr txBox="1"/>
          <p:nvPr/>
        </p:nvSpPr>
        <p:spPr>
          <a:xfrm>
            <a:off x="3687516" y="1991905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423EF7-01B5-B78A-E605-470122F203F3}"/>
              </a:ext>
            </a:extLst>
          </p:cNvPr>
          <p:cNvSpPr txBox="1"/>
          <p:nvPr/>
        </p:nvSpPr>
        <p:spPr>
          <a:xfrm>
            <a:off x="4341025" y="1796294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4</a:t>
            </a:r>
          </a:p>
        </p:txBody>
      </p:sp>
      <p:pic>
        <p:nvPicPr>
          <p:cNvPr id="70" name="Picture 69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8319FA20-A743-5366-61AB-B90F588D18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368" y="2347614"/>
            <a:ext cx="365291" cy="365291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EE091D8-1C6B-E6CF-C7FC-68347FB50E10}"/>
              </a:ext>
            </a:extLst>
          </p:cNvPr>
          <p:cNvSpPr txBox="1"/>
          <p:nvPr/>
        </p:nvSpPr>
        <p:spPr>
          <a:xfrm>
            <a:off x="5332179" y="1952388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F77DEA-E6A9-697B-0592-C6DC557CF578}"/>
              </a:ext>
            </a:extLst>
          </p:cNvPr>
          <p:cNvSpPr txBox="1"/>
          <p:nvPr/>
        </p:nvSpPr>
        <p:spPr>
          <a:xfrm>
            <a:off x="5698313" y="2443325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5</a:t>
            </a:r>
          </a:p>
        </p:txBody>
      </p:sp>
      <p:pic>
        <p:nvPicPr>
          <p:cNvPr id="73" name="Picture 72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069DCF21-4D29-5400-A17A-02F0FC564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058" y="3779307"/>
            <a:ext cx="365291" cy="36529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142FD255-3DE5-E720-047F-F50B4182F1D5}"/>
              </a:ext>
            </a:extLst>
          </p:cNvPr>
          <p:cNvSpPr txBox="1"/>
          <p:nvPr/>
        </p:nvSpPr>
        <p:spPr>
          <a:xfrm>
            <a:off x="5815328" y="3442542"/>
            <a:ext cx="1105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 err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MaintText</a:t>
            </a:r>
            <a:endParaRPr lang="en-IN" sz="1000" b="1">
              <a:solidFill>
                <a:schemeClr val="bg1"/>
              </a:solidFill>
              <a:latin typeface="Calibri "/>
              <a:ea typeface="Calibri Light" charset="0"/>
              <a:cs typeface="Calibri Light" charset="0"/>
            </a:endParaRPr>
          </a:p>
          <a:p>
            <a:pPr algn="ctr"/>
            <a:r>
              <a:rPr lang="en-IN" sz="1000" b="1" err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enance</a:t>
            </a:r>
            <a:endParaRPr lang="en-IN" sz="1000" b="1">
              <a:solidFill>
                <a:schemeClr val="bg1"/>
              </a:solidFill>
              <a:latin typeface="Calibri "/>
              <a:ea typeface="Calibri Light" charset="0"/>
              <a:cs typeface="Calibri Light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54DA3F-5CE8-3F9D-5010-470AA1EC1EB9}"/>
              </a:ext>
            </a:extLst>
          </p:cNvPr>
          <p:cNvSpPr txBox="1"/>
          <p:nvPr/>
        </p:nvSpPr>
        <p:spPr>
          <a:xfrm>
            <a:off x="5543003" y="3875018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6</a:t>
            </a:r>
          </a:p>
        </p:txBody>
      </p:sp>
      <p:pic>
        <p:nvPicPr>
          <p:cNvPr id="76" name="Picture 75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78C32CE3-22F4-0AC0-AA3C-1A649D6DD2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224" y="4427952"/>
            <a:ext cx="365291" cy="36529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27C0821-33A0-C3D2-EE65-A7B8A6964FFE}"/>
              </a:ext>
            </a:extLst>
          </p:cNvPr>
          <p:cNvSpPr txBox="1"/>
          <p:nvPr/>
        </p:nvSpPr>
        <p:spPr>
          <a:xfrm>
            <a:off x="5096549" y="4409180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CDA12E-2752-A3B5-5E9C-1514E30E22D8}"/>
              </a:ext>
            </a:extLst>
          </p:cNvPr>
          <p:cNvSpPr txBox="1"/>
          <p:nvPr/>
        </p:nvSpPr>
        <p:spPr>
          <a:xfrm>
            <a:off x="4553169" y="4523663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1</a:t>
            </a:r>
          </a:p>
        </p:txBody>
      </p:sp>
      <p:pic>
        <p:nvPicPr>
          <p:cNvPr id="83" name="Picture 82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199A4155-8839-76F7-6E27-4C9CBEEB1B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980" y="3677233"/>
            <a:ext cx="365291" cy="365291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818BCDB8-2966-4202-D250-85E6EEA2F7CD}"/>
              </a:ext>
            </a:extLst>
          </p:cNvPr>
          <p:cNvSpPr txBox="1"/>
          <p:nvPr/>
        </p:nvSpPr>
        <p:spPr>
          <a:xfrm>
            <a:off x="3449331" y="4093872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C11DE4-F567-09BA-1A1F-09265E7AEE60}"/>
              </a:ext>
            </a:extLst>
          </p:cNvPr>
          <p:cNvSpPr txBox="1"/>
          <p:nvPr/>
        </p:nvSpPr>
        <p:spPr>
          <a:xfrm>
            <a:off x="3315925" y="3772944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2</a:t>
            </a:r>
          </a:p>
        </p:txBody>
      </p:sp>
      <p:pic>
        <p:nvPicPr>
          <p:cNvPr id="86" name="Picture 85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72CDD511-FE7C-46BF-8D7F-0D2DCAB773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309" y="2552020"/>
            <a:ext cx="365291" cy="36529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02A80E1-F367-2762-06A3-F0E23BBF0D59}"/>
              </a:ext>
            </a:extLst>
          </p:cNvPr>
          <p:cNvSpPr txBox="1"/>
          <p:nvPr/>
        </p:nvSpPr>
        <p:spPr>
          <a:xfrm>
            <a:off x="3121759" y="3038171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7888681-0DDF-CC39-981E-81425ECE5FE6}"/>
              </a:ext>
            </a:extLst>
          </p:cNvPr>
          <p:cNvSpPr txBox="1"/>
          <p:nvPr/>
        </p:nvSpPr>
        <p:spPr>
          <a:xfrm>
            <a:off x="3190254" y="2647731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031F90-F0CB-899C-7E55-45BE71B460D0}"/>
              </a:ext>
            </a:extLst>
          </p:cNvPr>
          <p:cNvSpPr txBox="1"/>
          <p:nvPr/>
        </p:nvSpPr>
        <p:spPr>
          <a:xfrm>
            <a:off x="4423319" y="3376476"/>
            <a:ext cx="12352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</a:t>
            </a:r>
          </a:p>
        </p:txBody>
      </p:sp>
    </p:spTree>
    <p:extLst>
      <p:ext uri="{BB962C8B-B14F-4D97-AF65-F5344CB8AC3E}">
        <p14:creationId xmlns:p14="http://schemas.microsoft.com/office/powerpoint/2010/main" val="2364621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B1AE-3F69-BA39-F3FC-5B76393A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42B022-0350-EFC4-4F29-B1B0F0C9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 descr="A purple arrow on a black background&#10;&#10;Description automatically generated">
            <a:extLst>
              <a:ext uri="{FF2B5EF4-FFF2-40B4-BE49-F238E27FC236}">
                <a16:creationId xmlns:a16="http://schemas.microsoft.com/office/drawing/2014/main" id="{8123FA4A-EED2-FC32-F42B-D86ED1A22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300" y="1094889"/>
            <a:ext cx="1788750" cy="1440000"/>
          </a:xfrm>
          <a:prstGeom prst="rect">
            <a:avLst/>
          </a:prstGeom>
        </p:spPr>
      </p:pic>
      <p:pic>
        <p:nvPicPr>
          <p:cNvPr id="20" name="Picture 19" descr="A black and orange curved object&#10;&#10;Description automatically generated">
            <a:extLst>
              <a:ext uri="{FF2B5EF4-FFF2-40B4-BE49-F238E27FC236}">
                <a16:creationId xmlns:a16="http://schemas.microsoft.com/office/drawing/2014/main" id="{38722199-EB84-4375-7CB6-52BB06DBD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788" y="2148961"/>
            <a:ext cx="1006705" cy="2049964"/>
          </a:xfrm>
          <a:prstGeom prst="rect">
            <a:avLst/>
          </a:prstGeom>
        </p:spPr>
      </p:pic>
      <p:pic>
        <p:nvPicPr>
          <p:cNvPr id="22" name="Picture 21" descr="A purple curved object on a black background&#10;&#10;Description automatically generated">
            <a:extLst>
              <a:ext uri="{FF2B5EF4-FFF2-40B4-BE49-F238E27FC236}">
                <a16:creationId xmlns:a16="http://schemas.microsoft.com/office/drawing/2014/main" id="{3F629C3F-4E2F-4CDA-F230-6A44E11CD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242" y="3822888"/>
            <a:ext cx="2100884" cy="1515060"/>
          </a:xfrm>
          <a:prstGeom prst="rect">
            <a:avLst/>
          </a:prstGeom>
        </p:spPr>
      </p:pic>
      <p:pic>
        <p:nvPicPr>
          <p:cNvPr id="24" name="Picture 23" descr="A blue ribbon on a black background&#10;&#10;Description automatically generated">
            <a:extLst>
              <a:ext uri="{FF2B5EF4-FFF2-40B4-BE49-F238E27FC236}">
                <a16:creationId xmlns:a16="http://schemas.microsoft.com/office/drawing/2014/main" id="{248A1892-3D3F-EA9D-0CB5-87F2D8F679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927" y="3790140"/>
            <a:ext cx="1884779" cy="1567685"/>
          </a:xfrm>
          <a:prstGeom prst="rect">
            <a:avLst/>
          </a:prstGeom>
        </p:spPr>
      </p:pic>
      <p:pic>
        <p:nvPicPr>
          <p:cNvPr id="26" name="Picture 25" descr="A grey and black background&#10;&#10;Description automatically generated">
            <a:extLst>
              <a:ext uri="{FF2B5EF4-FFF2-40B4-BE49-F238E27FC236}">
                <a16:creationId xmlns:a16="http://schemas.microsoft.com/office/drawing/2014/main" id="{1DFE760B-38B4-0874-75D2-9FAD319A2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854" y="2112392"/>
            <a:ext cx="1058386" cy="2149200"/>
          </a:xfrm>
          <a:prstGeom prst="rect">
            <a:avLst/>
          </a:prstGeom>
        </p:spPr>
      </p:pic>
      <p:pic>
        <p:nvPicPr>
          <p:cNvPr id="28" name="Picture 27" descr="A grey and black logo&#10;&#10;Description automatically generated with medium confidence">
            <a:extLst>
              <a:ext uri="{FF2B5EF4-FFF2-40B4-BE49-F238E27FC236}">
                <a16:creationId xmlns:a16="http://schemas.microsoft.com/office/drawing/2014/main" id="{44ECB759-701A-913F-F604-A52C4856F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705">
            <a:off x="3260746" y="1042515"/>
            <a:ext cx="2165236" cy="1494358"/>
          </a:xfrm>
          <a:prstGeom prst="rect">
            <a:avLst/>
          </a:prstGeom>
        </p:spPr>
      </p:pic>
      <p:pic>
        <p:nvPicPr>
          <p:cNvPr id="35" name="Picture 34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65C03B63-8306-8437-B491-7B8686C4A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857" y="1327227"/>
            <a:ext cx="365291" cy="36529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BA5E15B-1CEF-B45A-4BFA-2960BFE0B48F}"/>
              </a:ext>
            </a:extLst>
          </p:cNvPr>
          <p:cNvSpPr txBox="1"/>
          <p:nvPr/>
        </p:nvSpPr>
        <p:spPr>
          <a:xfrm>
            <a:off x="3673202" y="1551229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pic>
        <p:nvPicPr>
          <p:cNvPr id="37" name="Picture 36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903732A4-C624-21E6-91B9-970A33A92A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595" y="2061873"/>
            <a:ext cx="365291" cy="365291"/>
          </a:xfrm>
          <a:prstGeom prst="rect">
            <a:avLst/>
          </a:prstGeom>
        </p:spPr>
      </p:pic>
      <p:pic>
        <p:nvPicPr>
          <p:cNvPr id="38" name="Picture 37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FBF75602-081A-1222-5ADF-D7E8178B6F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826" y="3781257"/>
            <a:ext cx="365291" cy="365291"/>
          </a:xfrm>
          <a:prstGeom prst="rect">
            <a:avLst/>
          </a:prstGeom>
        </p:spPr>
      </p:pic>
      <p:pic>
        <p:nvPicPr>
          <p:cNvPr id="39" name="Picture 38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059A6992-017E-71AE-54E7-ABE7C3C396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242" y="4734734"/>
            <a:ext cx="365291" cy="365291"/>
          </a:xfrm>
          <a:prstGeom prst="rect">
            <a:avLst/>
          </a:prstGeom>
        </p:spPr>
      </p:pic>
      <p:pic>
        <p:nvPicPr>
          <p:cNvPr id="40" name="Picture 39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EB29DC5E-EA7E-B425-F53E-F16844B295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904" y="3898488"/>
            <a:ext cx="365291" cy="365291"/>
          </a:xfrm>
          <a:prstGeom prst="rect">
            <a:avLst/>
          </a:prstGeom>
        </p:spPr>
      </p:pic>
      <p:pic>
        <p:nvPicPr>
          <p:cNvPr id="41" name="Picture 40" descr="A grey circle with black background&#10;&#10;Description automatically generated with low confidence">
            <a:extLst>
              <a:ext uri="{FF2B5EF4-FFF2-40B4-BE49-F238E27FC236}">
                <a16:creationId xmlns:a16="http://schemas.microsoft.com/office/drawing/2014/main" id="{78F21435-09EC-1632-A9A6-A6CBAD7697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120" y="2179104"/>
            <a:ext cx="365291" cy="36529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BB48773-90DA-C485-E566-F05F2ED05A8A}"/>
              </a:ext>
            </a:extLst>
          </p:cNvPr>
          <p:cNvSpPr txBox="1"/>
          <p:nvPr/>
        </p:nvSpPr>
        <p:spPr>
          <a:xfrm>
            <a:off x="4890242" y="1422791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63569E-481F-4CF4-F9F5-A6ECD2681C34}"/>
              </a:ext>
            </a:extLst>
          </p:cNvPr>
          <p:cNvSpPr txBox="1"/>
          <p:nvPr/>
        </p:nvSpPr>
        <p:spPr>
          <a:xfrm>
            <a:off x="6390797" y="2157438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1A8AD9-13F2-0966-0CEA-8306ADE29BAB}"/>
              </a:ext>
            </a:extLst>
          </p:cNvPr>
          <p:cNvSpPr txBox="1"/>
          <p:nvPr/>
        </p:nvSpPr>
        <p:spPr>
          <a:xfrm>
            <a:off x="6513009" y="3879263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2B6C31-0A62-7CF9-7FB7-BFAAC30FA79D}"/>
              </a:ext>
            </a:extLst>
          </p:cNvPr>
          <p:cNvSpPr txBox="1"/>
          <p:nvPr/>
        </p:nvSpPr>
        <p:spPr>
          <a:xfrm>
            <a:off x="5079618" y="4832740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97285F-C38B-B2A6-1A87-3F94E17F2E84}"/>
              </a:ext>
            </a:extLst>
          </p:cNvPr>
          <p:cNvSpPr txBox="1"/>
          <p:nvPr/>
        </p:nvSpPr>
        <p:spPr>
          <a:xfrm>
            <a:off x="3485280" y="3988678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7C22EE-5070-05F8-988F-D3CD4FF3B6E3}"/>
              </a:ext>
            </a:extLst>
          </p:cNvPr>
          <p:cNvSpPr txBox="1"/>
          <p:nvPr/>
        </p:nvSpPr>
        <p:spPr>
          <a:xfrm>
            <a:off x="3402536" y="2277110"/>
            <a:ext cx="28106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EED9CF-F0E3-DF39-2C25-CD36509FA239}"/>
              </a:ext>
            </a:extLst>
          </p:cNvPr>
          <p:cNvSpPr txBox="1"/>
          <p:nvPr/>
        </p:nvSpPr>
        <p:spPr>
          <a:xfrm>
            <a:off x="5462925" y="1605937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BF1E3C-B639-91AB-D6A5-B34ECE522F34}"/>
              </a:ext>
            </a:extLst>
          </p:cNvPr>
          <p:cNvSpPr txBox="1"/>
          <p:nvPr/>
        </p:nvSpPr>
        <p:spPr>
          <a:xfrm>
            <a:off x="6255979" y="3262421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E52C29-BF9F-9ADD-4B50-F21323F4911E}"/>
              </a:ext>
            </a:extLst>
          </p:cNvPr>
          <p:cNvSpPr txBox="1"/>
          <p:nvPr/>
        </p:nvSpPr>
        <p:spPr>
          <a:xfrm>
            <a:off x="5368722" y="4553127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9375D2-A1BA-6C50-18F1-351F2BDCF227}"/>
              </a:ext>
            </a:extLst>
          </p:cNvPr>
          <p:cNvSpPr txBox="1"/>
          <p:nvPr/>
        </p:nvSpPr>
        <p:spPr>
          <a:xfrm>
            <a:off x="3383566" y="4358211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3093A3-8148-D6D0-FBE1-8FC2A3AB0595}"/>
              </a:ext>
            </a:extLst>
          </p:cNvPr>
          <p:cNvSpPr txBox="1"/>
          <p:nvPr/>
        </p:nvSpPr>
        <p:spPr>
          <a:xfrm>
            <a:off x="2866254" y="2688876"/>
            <a:ext cx="1105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0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23671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D4302D72-E739-2C8D-0605-E83FF240126D}"/>
              </a:ext>
            </a:extLst>
          </p:cNvPr>
          <p:cNvSpPr/>
          <p:nvPr/>
        </p:nvSpPr>
        <p:spPr>
          <a:xfrm>
            <a:off x="5133522" y="4913078"/>
            <a:ext cx="4350681" cy="4078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14A50D-5647-06D6-37FB-C1642C99BC72}"/>
              </a:ext>
            </a:extLst>
          </p:cNvPr>
          <p:cNvSpPr/>
          <p:nvPr/>
        </p:nvSpPr>
        <p:spPr>
          <a:xfrm>
            <a:off x="5133523" y="4469718"/>
            <a:ext cx="4350681" cy="4136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8AD266-827C-418E-B5F9-79E6ED508350}"/>
              </a:ext>
            </a:extLst>
          </p:cNvPr>
          <p:cNvSpPr/>
          <p:nvPr/>
        </p:nvSpPr>
        <p:spPr>
          <a:xfrm>
            <a:off x="5133523" y="4028741"/>
            <a:ext cx="4350681" cy="4057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9B50872-FAB6-CD33-8A36-365A1D6C439D}"/>
              </a:ext>
            </a:extLst>
          </p:cNvPr>
          <p:cNvSpPr/>
          <p:nvPr/>
        </p:nvSpPr>
        <p:spPr>
          <a:xfrm>
            <a:off x="5133523" y="3585386"/>
            <a:ext cx="4350681" cy="405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30F15A-7D1B-BC12-0472-5B3AAAEDC1C7}"/>
              </a:ext>
            </a:extLst>
          </p:cNvPr>
          <p:cNvSpPr/>
          <p:nvPr/>
        </p:nvSpPr>
        <p:spPr>
          <a:xfrm>
            <a:off x="756839" y="4913526"/>
            <a:ext cx="4350681" cy="4078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D9B9F2F-116B-933F-9222-F7A348B4C6B0}"/>
              </a:ext>
            </a:extLst>
          </p:cNvPr>
          <p:cNvSpPr/>
          <p:nvPr/>
        </p:nvSpPr>
        <p:spPr>
          <a:xfrm>
            <a:off x="756839" y="4470072"/>
            <a:ext cx="4350681" cy="4078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F243C33-59CC-15E8-BEA8-4059E5455B57}"/>
              </a:ext>
            </a:extLst>
          </p:cNvPr>
          <p:cNvSpPr/>
          <p:nvPr/>
        </p:nvSpPr>
        <p:spPr>
          <a:xfrm>
            <a:off x="756839" y="4026616"/>
            <a:ext cx="4350681" cy="4078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92694A6-E731-DC22-B2AE-AF6988AA059A}"/>
              </a:ext>
            </a:extLst>
          </p:cNvPr>
          <p:cNvSpPr/>
          <p:nvPr/>
        </p:nvSpPr>
        <p:spPr>
          <a:xfrm>
            <a:off x="756839" y="3583159"/>
            <a:ext cx="4350681" cy="4078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0363952-4C25-2F91-6021-49660F7E6CFA}"/>
              </a:ext>
            </a:extLst>
          </p:cNvPr>
          <p:cNvSpPr/>
          <p:nvPr/>
        </p:nvSpPr>
        <p:spPr>
          <a:xfrm>
            <a:off x="5133523" y="2507908"/>
            <a:ext cx="4350681" cy="31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4FF5C49-4B75-BE74-D67A-9B670B14A24E}"/>
              </a:ext>
            </a:extLst>
          </p:cNvPr>
          <p:cNvSpPr/>
          <p:nvPr/>
        </p:nvSpPr>
        <p:spPr>
          <a:xfrm>
            <a:off x="754723" y="2510086"/>
            <a:ext cx="4350681" cy="306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A7B233-81AF-B1F3-868B-2DA38955437F}"/>
              </a:ext>
            </a:extLst>
          </p:cNvPr>
          <p:cNvSpPr/>
          <p:nvPr/>
        </p:nvSpPr>
        <p:spPr>
          <a:xfrm>
            <a:off x="5133523" y="2172372"/>
            <a:ext cx="4350681" cy="31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031C539-CECD-7BE3-ABB0-BFDC585D6E25}"/>
              </a:ext>
            </a:extLst>
          </p:cNvPr>
          <p:cNvSpPr/>
          <p:nvPr/>
        </p:nvSpPr>
        <p:spPr>
          <a:xfrm>
            <a:off x="754723" y="2174546"/>
            <a:ext cx="4350681" cy="306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2A6A88-6EC3-1656-2FA9-C6F1AC2D0500}"/>
              </a:ext>
            </a:extLst>
          </p:cNvPr>
          <p:cNvSpPr/>
          <p:nvPr/>
        </p:nvSpPr>
        <p:spPr>
          <a:xfrm>
            <a:off x="5133523" y="1836830"/>
            <a:ext cx="4350681" cy="31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F1B757-DB16-F383-962B-EF20096EBEB9}"/>
              </a:ext>
            </a:extLst>
          </p:cNvPr>
          <p:cNvSpPr/>
          <p:nvPr/>
        </p:nvSpPr>
        <p:spPr>
          <a:xfrm>
            <a:off x="754723" y="1839006"/>
            <a:ext cx="4350681" cy="306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E2AA0B-D189-12EB-BFCE-E6E0DBE372DC}"/>
              </a:ext>
            </a:extLst>
          </p:cNvPr>
          <p:cNvSpPr/>
          <p:nvPr/>
        </p:nvSpPr>
        <p:spPr>
          <a:xfrm>
            <a:off x="5133523" y="1501291"/>
            <a:ext cx="4350681" cy="31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3FE0448-929A-7567-AFFD-0C0F0C9E5EED}"/>
              </a:ext>
            </a:extLst>
          </p:cNvPr>
          <p:cNvSpPr/>
          <p:nvPr/>
        </p:nvSpPr>
        <p:spPr>
          <a:xfrm>
            <a:off x="754723" y="1503466"/>
            <a:ext cx="4350681" cy="306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041E2-53AD-8D69-1AB8-4869FFB9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highlight>
                  <a:srgbClr val="FFFF00"/>
                </a:highlight>
              </a:rPr>
              <a:t>Challenges we Address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EB716-781C-BC2B-D860-F0E95C1606C3}"/>
              </a:ext>
            </a:extLst>
          </p:cNvPr>
          <p:cNvSpPr txBox="1"/>
          <p:nvPr/>
        </p:nvSpPr>
        <p:spPr>
          <a:xfrm>
            <a:off x="1174581" y="1564342"/>
            <a:ext cx="3185904" cy="1912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/>
              <a:t>Lack of Product Flexibility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40815-3BF2-4F7D-445D-7F15E5C6E9B2}"/>
              </a:ext>
            </a:extLst>
          </p:cNvPr>
          <p:cNvSpPr txBox="1"/>
          <p:nvPr/>
        </p:nvSpPr>
        <p:spPr>
          <a:xfrm>
            <a:off x="6626475" y="1564342"/>
            <a:ext cx="248134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2027B-5FF6-AF1B-8A3A-406F6CF06C41}"/>
              </a:ext>
            </a:extLst>
          </p:cNvPr>
          <p:cNvSpPr txBox="1"/>
          <p:nvPr/>
        </p:nvSpPr>
        <p:spPr>
          <a:xfrm>
            <a:off x="1174583" y="1903323"/>
            <a:ext cx="2829493" cy="1912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/>
              <a:t>Cost (Security Product Sprawl)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B866B-370A-3D02-C4BD-A4929186D276}"/>
              </a:ext>
            </a:extLst>
          </p:cNvPr>
          <p:cNvSpPr txBox="1"/>
          <p:nvPr/>
        </p:nvSpPr>
        <p:spPr>
          <a:xfrm>
            <a:off x="1174582" y="2240278"/>
            <a:ext cx="2302787" cy="1912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/>
              <a:t>Data Platform Lock-in (e.g., Splunk)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D1BC5-9C36-4A1B-74AF-6C52BF42C318}"/>
              </a:ext>
            </a:extLst>
          </p:cNvPr>
          <p:cNvSpPr txBox="1"/>
          <p:nvPr/>
        </p:nvSpPr>
        <p:spPr>
          <a:xfrm>
            <a:off x="1174583" y="2570961"/>
            <a:ext cx="15250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/>
              <a:t>Garbage in, Garbage out</a:t>
            </a:r>
            <a:endParaRPr lang="en-IN" sz="12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758E2F-C607-A53A-5861-D470EFB08980}"/>
              </a:ext>
            </a:extLst>
          </p:cNvPr>
          <p:cNvSpPr txBox="1"/>
          <p:nvPr/>
        </p:nvSpPr>
        <p:spPr>
          <a:xfrm>
            <a:off x="6626475" y="1903323"/>
            <a:ext cx="248134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671174-FE84-9C0A-8F59-FD01CF319EF4}"/>
              </a:ext>
            </a:extLst>
          </p:cNvPr>
          <p:cNvSpPr txBox="1"/>
          <p:nvPr/>
        </p:nvSpPr>
        <p:spPr>
          <a:xfrm>
            <a:off x="6213724" y="2240278"/>
            <a:ext cx="289409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747AD-569C-A000-A094-EBBA471A77E8}"/>
              </a:ext>
            </a:extLst>
          </p:cNvPr>
          <p:cNvSpPr txBox="1"/>
          <p:nvPr/>
        </p:nvSpPr>
        <p:spPr>
          <a:xfrm>
            <a:off x="6213724" y="2570963"/>
            <a:ext cx="289409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5F9DD-FB30-23CB-83B6-C7368481399B}"/>
              </a:ext>
            </a:extLst>
          </p:cNvPr>
          <p:cNvSpPr txBox="1"/>
          <p:nvPr/>
        </p:nvSpPr>
        <p:spPr>
          <a:xfrm>
            <a:off x="6547619" y="3695862"/>
            <a:ext cx="248134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47E9A-EC24-454F-54B7-53A1931048C8}"/>
              </a:ext>
            </a:extLst>
          </p:cNvPr>
          <p:cNvSpPr txBox="1"/>
          <p:nvPr/>
        </p:nvSpPr>
        <p:spPr>
          <a:xfrm>
            <a:off x="6211065" y="4148126"/>
            <a:ext cx="281789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297E6B-6ECB-E598-C69B-588061614D15}"/>
              </a:ext>
            </a:extLst>
          </p:cNvPr>
          <p:cNvSpPr txBox="1"/>
          <p:nvPr/>
        </p:nvSpPr>
        <p:spPr>
          <a:xfrm>
            <a:off x="6134864" y="4592229"/>
            <a:ext cx="289409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1E7809-B97C-3EB3-FC44-6D251174C554}"/>
              </a:ext>
            </a:extLst>
          </p:cNvPr>
          <p:cNvSpPr txBox="1"/>
          <p:nvPr/>
        </p:nvSpPr>
        <p:spPr>
          <a:xfrm>
            <a:off x="5588763" y="5025116"/>
            <a:ext cx="344019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F02541-EAE2-B589-6297-1684214E215F}"/>
              </a:ext>
            </a:extLst>
          </p:cNvPr>
          <p:cNvSpPr txBox="1"/>
          <p:nvPr/>
        </p:nvSpPr>
        <p:spPr>
          <a:xfrm>
            <a:off x="1217654" y="3625825"/>
            <a:ext cx="32924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D32BB-1BCC-09D8-1AD6-1C06399B03CC}"/>
              </a:ext>
            </a:extLst>
          </p:cNvPr>
          <p:cNvSpPr txBox="1"/>
          <p:nvPr/>
        </p:nvSpPr>
        <p:spPr>
          <a:xfrm>
            <a:off x="1217655" y="4071181"/>
            <a:ext cx="37178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AAECF2-8589-7A7B-F6EF-84FA6275E065}"/>
              </a:ext>
            </a:extLst>
          </p:cNvPr>
          <p:cNvSpPr txBox="1"/>
          <p:nvPr/>
        </p:nvSpPr>
        <p:spPr>
          <a:xfrm>
            <a:off x="1217657" y="4515285"/>
            <a:ext cx="358695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A26DD5-EDA0-724E-BC6D-9F1A1B070B10}"/>
              </a:ext>
            </a:extLst>
          </p:cNvPr>
          <p:cNvSpPr txBox="1"/>
          <p:nvPr/>
        </p:nvSpPr>
        <p:spPr>
          <a:xfrm>
            <a:off x="1217655" y="4948173"/>
            <a:ext cx="30066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29" name="Decision 28">
            <a:extLst>
              <a:ext uri="{FF2B5EF4-FFF2-40B4-BE49-F238E27FC236}">
                <a16:creationId xmlns:a16="http://schemas.microsoft.com/office/drawing/2014/main" id="{55558347-0453-6DE6-29FE-2C3A314F460A}"/>
              </a:ext>
            </a:extLst>
          </p:cNvPr>
          <p:cNvSpPr/>
          <p:nvPr/>
        </p:nvSpPr>
        <p:spPr>
          <a:xfrm>
            <a:off x="837104" y="1548041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1502B601-56B4-9BF4-B956-23D619E6E464}"/>
              </a:ext>
            </a:extLst>
          </p:cNvPr>
          <p:cNvSpPr/>
          <p:nvPr/>
        </p:nvSpPr>
        <p:spPr>
          <a:xfrm>
            <a:off x="837104" y="1887021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cision 30">
            <a:extLst>
              <a:ext uri="{FF2B5EF4-FFF2-40B4-BE49-F238E27FC236}">
                <a16:creationId xmlns:a16="http://schemas.microsoft.com/office/drawing/2014/main" id="{9E3D1C86-211D-339A-2083-DB504CA9B06B}"/>
              </a:ext>
            </a:extLst>
          </p:cNvPr>
          <p:cNvSpPr/>
          <p:nvPr/>
        </p:nvSpPr>
        <p:spPr>
          <a:xfrm>
            <a:off x="837104" y="2223976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ecision 31">
            <a:extLst>
              <a:ext uri="{FF2B5EF4-FFF2-40B4-BE49-F238E27FC236}">
                <a16:creationId xmlns:a16="http://schemas.microsoft.com/office/drawing/2014/main" id="{09FF014A-3B80-2560-FFD7-A0D79AB4194C}"/>
              </a:ext>
            </a:extLst>
          </p:cNvPr>
          <p:cNvSpPr/>
          <p:nvPr/>
        </p:nvSpPr>
        <p:spPr>
          <a:xfrm>
            <a:off x="837104" y="2554660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ecision 32">
            <a:extLst>
              <a:ext uri="{FF2B5EF4-FFF2-40B4-BE49-F238E27FC236}">
                <a16:creationId xmlns:a16="http://schemas.microsoft.com/office/drawing/2014/main" id="{31A44E9E-0469-38B6-2CE6-F87BC0CF40B2}"/>
              </a:ext>
            </a:extLst>
          </p:cNvPr>
          <p:cNvSpPr/>
          <p:nvPr/>
        </p:nvSpPr>
        <p:spPr>
          <a:xfrm>
            <a:off x="9203671" y="1550668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ecision 33">
            <a:extLst>
              <a:ext uri="{FF2B5EF4-FFF2-40B4-BE49-F238E27FC236}">
                <a16:creationId xmlns:a16="http://schemas.microsoft.com/office/drawing/2014/main" id="{E059EE49-1276-D403-A46B-D96DA154C480}"/>
              </a:ext>
            </a:extLst>
          </p:cNvPr>
          <p:cNvSpPr/>
          <p:nvPr/>
        </p:nvSpPr>
        <p:spPr>
          <a:xfrm>
            <a:off x="9203671" y="1889647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ecision 34">
            <a:extLst>
              <a:ext uri="{FF2B5EF4-FFF2-40B4-BE49-F238E27FC236}">
                <a16:creationId xmlns:a16="http://schemas.microsoft.com/office/drawing/2014/main" id="{C55F9F41-53A5-8C14-1F47-44912B97D5F7}"/>
              </a:ext>
            </a:extLst>
          </p:cNvPr>
          <p:cNvSpPr/>
          <p:nvPr/>
        </p:nvSpPr>
        <p:spPr>
          <a:xfrm>
            <a:off x="9203671" y="2226603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cision 35">
            <a:extLst>
              <a:ext uri="{FF2B5EF4-FFF2-40B4-BE49-F238E27FC236}">
                <a16:creationId xmlns:a16="http://schemas.microsoft.com/office/drawing/2014/main" id="{575ACA07-8EB4-664D-9E1B-2AAB7BCE2575}"/>
              </a:ext>
            </a:extLst>
          </p:cNvPr>
          <p:cNvSpPr/>
          <p:nvPr/>
        </p:nvSpPr>
        <p:spPr>
          <a:xfrm>
            <a:off x="9203671" y="2557288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cision 36">
            <a:extLst>
              <a:ext uri="{FF2B5EF4-FFF2-40B4-BE49-F238E27FC236}">
                <a16:creationId xmlns:a16="http://schemas.microsoft.com/office/drawing/2014/main" id="{EC1F1248-7B08-0CE9-3BAA-C0D1C895C115}"/>
              </a:ext>
            </a:extLst>
          </p:cNvPr>
          <p:cNvSpPr/>
          <p:nvPr/>
        </p:nvSpPr>
        <p:spPr>
          <a:xfrm>
            <a:off x="837104" y="3686468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ecision 37">
            <a:extLst>
              <a:ext uri="{FF2B5EF4-FFF2-40B4-BE49-F238E27FC236}">
                <a16:creationId xmlns:a16="http://schemas.microsoft.com/office/drawing/2014/main" id="{97E738C0-690E-C6C8-1F62-8E6E346977BF}"/>
              </a:ext>
            </a:extLst>
          </p:cNvPr>
          <p:cNvSpPr/>
          <p:nvPr/>
        </p:nvSpPr>
        <p:spPr>
          <a:xfrm>
            <a:off x="837104" y="4131825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ecision 38">
            <a:extLst>
              <a:ext uri="{FF2B5EF4-FFF2-40B4-BE49-F238E27FC236}">
                <a16:creationId xmlns:a16="http://schemas.microsoft.com/office/drawing/2014/main" id="{C45D8D3C-8A84-05EA-5EAE-44FBFB96F345}"/>
              </a:ext>
            </a:extLst>
          </p:cNvPr>
          <p:cNvSpPr/>
          <p:nvPr/>
        </p:nvSpPr>
        <p:spPr>
          <a:xfrm>
            <a:off x="837104" y="4575928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ecision 39">
            <a:extLst>
              <a:ext uri="{FF2B5EF4-FFF2-40B4-BE49-F238E27FC236}">
                <a16:creationId xmlns:a16="http://schemas.microsoft.com/office/drawing/2014/main" id="{A49DAD26-0E75-443A-F37A-93A28BFF8BB1}"/>
              </a:ext>
            </a:extLst>
          </p:cNvPr>
          <p:cNvSpPr/>
          <p:nvPr/>
        </p:nvSpPr>
        <p:spPr>
          <a:xfrm>
            <a:off x="837104" y="5008815"/>
            <a:ext cx="212229" cy="217271"/>
          </a:xfrm>
          <a:prstGeom prst="flowChartDecision">
            <a:avLst/>
          </a:prstGeom>
          <a:solidFill>
            <a:srgbClr val="BEB5F0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ecision 40">
            <a:extLst>
              <a:ext uri="{FF2B5EF4-FFF2-40B4-BE49-F238E27FC236}">
                <a16:creationId xmlns:a16="http://schemas.microsoft.com/office/drawing/2014/main" id="{2904E6B6-3231-8DD7-30E6-87BC355A0693}"/>
              </a:ext>
            </a:extLst>
          </p:cNvPr>
          <p:cNvSpPr/>
          <p:nvPr/>
        </p:nvSpPr>
        <p:spPr>
          <a:xfrm>
            <a:off x="9203671" y="3682188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ecision 41">
            <a:extLst>
              <a:ext uri="{FF2B5EF4-FFF2-40B4-BE49-F238E27FC236}">
                <a16:creationId xmlns:a16="http://schemas.microsoft.com/office/drawing/2014/main" id="{FE6903B2-49AC-4FDF-44B7-F64759F230AB}"/>
              </a:ext>
            </a:extLst>
          </p:cNvPr>
          <p:cNvSpPr/>
          <p:nvPr/>
        </p:nvSpPr>
        <p:spPr>
          <a:xfrm>
            <a:off x="9203671" y="4134450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ecision 42">
            <a:extLst>
              <a:ext uri="{FF2B5EF4-FFF2-40B4-BE49-F238E27FC236}">
                <a16:creationId xmlns:a16="http://schemas.microsoft.com/office/drawing/2014/main" id="{7DEA1AC2-C503-C533-7A2C-8FDAD522E1B0}"/>
              </a:ext>
            </a:extLst>
          </p:cNvPr>
          <p:cNvSpPr/>
          <p:nvPr/>
        </p:nvSpPr>
        <p:spPr>
          <a:xfrm>
            <a:off x="9203671" y="4578554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cision 43">
            <a:extLst>
              <a:ext uri="{FF2B5EF4-FFF2-40B4-BE49-F238E27FC236}">
                <a16:creationId xmlns:a16="http://schemas.microsoft.com/office/drawing/2014/main" id="{58A1ACAF-A993-2A0C-9875-417353FF6975}"/>
              </a:ext>
            </a:extLst>
          </p:cNvPr>
          <p:cNvSpPr/>
          <p:nvPr/>
        </p:nvSpPr>
        <p:spPr>
          <a:xfrm>
            <a:off x="9203671" y="5011441"/>
            <a:ext cx="207095" cy="212015"/>
          </a:xfrm>
          <a:prstGeom prst="flowChartDecision">
            <a:avLst/>
          </a:prstGeom>
          <a:solidFill>
            <a:srgbClr val="D2EBDB"/>
          </a:solidFill>
          <a:ln w="9525" cap="flat" cmpd="sng" algn="ctr">
            <a:solidFill>
              <a:srgbClr val="50AE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FA6C5E2E-B3AB-F22C-6F8B-BA500F9A1A25}"/>
              </a:ext>
            </a:extLst>
          </p:cNvPr>
          <p:cNvSpPr/>
          <p:nvPr/>
        </p:nvSpPr>
        <p:spPr>
          <a:xfrm>
            <a:off x="754721" y="921454"/>
            <a:ext cx="3292427" cy="484632"/>
          </a:xfrm>
          <a:prstGeom prst="rightArrow">
            <a:avLst/>
          </a:prstGeom>
          <a:solidFill>
            <a:srgbClr val="BE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B142F46B-4EE2-19C7-2B31-9C0D3CD955B3}"/>
              </a:ext>
            </a:extLst>
          </p:cNvPr>
          <p:cNvSpPr/>
          <p:nvPr/>
        </p:nvSpPr>
        <p:spPr>
          <a:xfrm>
            <a:off x="732775" y="3049106"/>
            <a:ext cx="3292427" cy="484632"/>
          </a:xfrm>
          <a:prstGeom prst="rightArrow">
            <a:avLst/>
          </a:prstGeom>
          <a:solidFill>
            <a:srgbClr val="BE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CFDE5AEB-4BEE-1C0B-0EB3-2F367937C1C1}"/>
              </a:ext>
            </a:extLst>
          </p:cNvPr>
          <p:cNvSpPr/>
          <p:nvPr/>
        </p:nvSpPr>
        <p:spPr>
          <a:xfrm flipH="1">
            <a:off x="6213723" y="920518"/>
            <a:ext cx="3292427" cy="484632"/>
          </a:xfrm>
          <a:prstGeom prst="rightArrow">
            <a:avLst/>
          </a:prstGeom>
          <a:solidFill>
            <a:srgbClr val="D2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B2B139DA-3B96-348B-7654-8726ED2DFCCB}"/>
              </a:ext>
            </a:extLst>
          </p:cNvPr>
          <p:cNvSpPr/>
          <p:nvPr/>
        </p:nvSpPr>
        <p:spPr>
          <a:xfrm flipH="1">
            <a:off x="6191774" y="3049106"/>
            <a:ext cx="3292427" cy="484632"/>
          </a:xfrm>
          <a:prstGeom prst="rightArrow">
            <a:avLst/>
          </a:prstGeom>
          <a:solidFill>
            <a:srgbClr val="D2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Calibri "/>
                <a:ea typeface="Calibri Light" charset="0"/>
                <a:cs typeface="Calibri Light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141526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icture containing text&#10;&#10;Description automatically generated">
            <a:extLst>
              <a:ext uri="{FF2B5EF4-FFF2-40B4-BE49-F238E27FC236}">
                <a16:creationId xmlns:a16="http://schemas.microsoft.com/office/drawing/2014/main" id="{45F9AE41-FA5C-ABA1-9D52-F6EB8A05B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253" y="5143669"/>
            <a:ext cx="1153189" cy="4273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sz="1850">
                <a:cs typeface="Calibri Light"/>
              </a:rPr>
              <a:t>Organisational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152B0-58B0-156C-43FD-5292AD728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934" y="2630809"/>
            <a:ext cx="1083364" cy="479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A0287D-7C69-6FB0-DDD6-EB5699EC5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68" y="1209938"/>
            <a:ext cx="1083364" cy="4797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585B8E-1E9C-D201-9C9A-AC4DE6BF7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40" y="3294823"/>
            <a:ext cx="409684" cy="4007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364E0C-FB78-C705-E5D1-2EFB8F958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783" y="3325750"/>
            <a:ext cx="409684" cy="4007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5EFA8E-701B-A3BC-D206-E6C7DA2E22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667" y="3358570"/>
            <a:ext cx="409684" cy="4007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C82FE0-288C-BA8A-074E-596514B7CA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405" y="3360439"/>
            <a:ext cx="409684" cy="4007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A73CBA-BA51-B183-1A6B-036588D75B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8" y="3396230"/>
            <a:ext cx="177303" cy="1978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33F51E-ABFD-03B8-E6E8-ECD8D7DF25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91" y="3393873"/>
            <a:ext cx="181465" cy="216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B2332D-27C8-365A-3182-4DBEF6B519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001" y="3463842"/>
            <a:ext cx="211015" cy="1717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49E12E-9408-BC26-41D3-1AB4A3CCFC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684" y="3470340"/>
            <a:ext cx="189125" cy="189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3143183-04A6-E4FF-7915-506D6B5DCD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231" y="2244454"/>
            <a:ext cx="338977" cy="3389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CDD75C-E11F-43A4-8D2F-2835127E7C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51" y="3354108"/>
            <a:ext cx="338977" cy="3389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43A98B4-5A50-2C3F-F612-9BD5C3791C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199" y="3427119"/>
            <a:ext cx="202431" cy="1973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B740A17-7514-B241-C5AE-56B3AF7950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116" y="790251"/>
            <a:ext cx="338977" cy="338977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405DDE7B-8252-678B-5B83-492C57984A84}"/>
              </a:ext>
            </a:extLst>
          </p:cNvPr>
          <p:cNvSpPr txBox="1"/>
          <p:nvPr/>
        </p:nvSpPr>
        <p:spPr>
          <a:xfrm>
            <a:off x="5636525" y="1284497"/>
            <a:ext cx="595435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09923352-2F96-1ABC-AB13-4BA1D0803382}"/>
              </a:ext>
            </a:extLst>
          </p:cNvPr>
          <p:cNvSpPr txBox="1"/>
          <p:nvPr/>
        </p:nvSpPr>
        <p:spPr>
          <a:xfrm>
            <a:off x="2590539" y="2713251"/>
            <a:ext cx="595435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E262D68-B453-446C-E05C-C298B28A5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355" y="3716894"/>
            <a:ext cx="1083364" cy="479710"/>
          </a:xfrm>
          <a:prstGeom prst="rect">
            <a:avLst/>
          </a:prstGeom>
        </p:spPr>
      </p:pic>
      <p:sp>
        <p:nvSpPr>
          <p:cNvPr id="36" name="TextBox 26">
            <a:extLst>
              <a:ext uri="{FF2B5EF4-FFF2-40B4-BE49-F238E27FC236}">
                <a16:creationId xmlns:a16="http://schemas.microsoft.com/office/drawing/2014/main" id="{69A0D0BE-48BD-2473-9AB0-99BCC68A15F4}"/>
              </a:ext>
            </a:extLst>
          </p:cNvPr>
          <p:cNvSpPr txBox="1"/>
          <p:nvPr/>
        </p:nvSpPr>
        <p:spPr>
          <a:xfrm>
            <a:off x="4507445" y="3809205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2F6D8-B112-20AA-C334-5D1662A52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34" y="3716894"/>
            <a:ext cx="1083364" cy="47971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B9DBFD6-234A-63AB-0379-E4825D7B9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226" y="3716894"/>
            <a:ext cx="1083364" cy="47971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3F4FC1-610E-14F8-D954-1BE3B9CFB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479" y="3800370"/>
            <a:ext cx="1229763" cy="4765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C600173-3078-3C8A-2DBC-6EB8D7EEC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591" y="3785155"/>
            <a:ext cx="1378238" cy="488925"/>
          </a:xfrm>
          <a:prstGeom prst="rect">
            <a:avLst/>
          </a:prstGeom>
        </p:spPr>
      </p:pic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7C7488A-FDE7-783D-85C2-6857A86C6DC6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5400000">
            <a:off x="4157632" y="459735"/>
            <a:ext cx="554805" cy="3014631"/>
          </a:xfrm>
          <a:prstGeom prst="bentConnector3">
            <a:avLst>
              <a:gd name="adj1" fmla="val 5000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BE40713-16D8-9393-DF96-69CB0D2B204E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rot="16200000" flipH="1">
            <a:off x="7089480" y="542519"/>
            <a:ext cx="481126" cy="2775384"/>
          </a:xfrm>
          <a:prstGeom prst="bentConnector3">
            <a:avLst>
              <a:gd name="adj1" fmla="val 5777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47D402BA-7422-3FCA-F292-4C5D9CB7C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510" y="4309588"/>
            <a:ext cx="1153189" cy="427329"/>
          </a:xfrm>
          <a:prstGeom prst="rect">
            <a:avLst/>
          </a:prstGeom>
        </p:spPr>
      </p:pic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9BB105F-55C0-C423-4D6F-A310CACAF2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77198" y="4231698"/>
            <a:ext cx="288832" cy="183793"/>
          </a:xfrm>
          <a:prstGeom prst="bentConnector2">
            <a:avLst/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D09A5ED0-9CF0-F1B0-1A51-5F55B7552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510" y="4715728"/>
            <a:ext cx="1153189" cy="427329"/>
          </a:xfrm>
          <a:prstGeom prst="rect">
            <a:avLst/>
          </a:prstGeom>
        </p:spPr>
      </p:pic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5657A8D-D350-402F-1FCC-A1B1A30C5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3765" y="4550897"/>
            <a:ext cx="455678" cy="183811"/>
          </a:xfrm>
          <a:prstGeom prst="bentConnector2">
            <a:avLst/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291C8A93-BFCD-63F8-EFF8-2A43E25A8C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5667" y="4968196"/>
            <a:ext cx="431900" cy="183837"/>
          </a:xfrm>
          <a:prstGeom prst="bentConnector3">
            <a:avLst>
              <a:gd name="adj1" fmla="val 100459"/>
            </a:avLst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58">
            <a:extLst>
              <a:ext uri="{FF2B5EF4-FFF2-40B4-BE49-F238E27FC236}">
                <a16:creationId xmlns:a16="http://schemas.microsoft.com/office/drawing/2014/main" id="{A88377CD-5CE2-CA81-A0EC-AEB776C951F8}"/>
              </a:ext>
            </a:extLst>
          </p:cNvPr>
          <p:cNvSpPr txBox="1"/>
          <p:nvPr/>
        </p:nvSpPr>
        <p:spPr>
          <a:xfrm>
            <a:off x="7641741" y="4375899"/>
            <a:ext cx="899569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76" name="TextBox 59">
            <a:extLst>
              <a:ext uri="{FF2B5EF4-FFF2-40B4-BE49-F238E27FC236}">
                <a16:creationId xmlns:a16="http://schemas.microsoft.com/office/drawing/2014/main" id="{D23B5A98-0434-7C68-35D4-1FFB977A7323}"/>
              </a:ext>
            </a:extLst>
          </p:cNvPr>
          <p:cNvSpPr txBox="1"/>
          <p:nvPr/>
        </p:nvSpPr>
        <p:spPr>
          <a:xfrm>
            <a:off x="7635104" y="4782119"/>
            <a:ext cx="899569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77" name="TextBox 60">
            <a:extLst>
              <a:ext uri="{FF2B5EF4-FFF2-40B4-BE49-F238E27FC236}">
                <a16:creationId xmlns:a16="http://schemas.microsoft.com/office/drawing/2014/main" id="{546FEE7B-C3B8-8D3A-B926-032462FCD886}"/>
              </a:ext>
            </a:extLst>
          </p:cNvPr>
          <p:cNvSpPr txBox="1"/>
          <p:nvPr/>
        </p:nvSpPr>
        <p:spPr>
          <a:xfrm>
            <a:off x="7478915" y="5206211"/>
            <a:ext cx="1228093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F0D902B-31E6-4238-8A2E-7C1E03D46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405" y="4295633"/>
            <a:ext cx="1007078" cy="427329"/>
          </a:xfrm>
          <a:prstGeom prst="rect">
            <a:avLst/>
          </a:prstGeom>
        </p:spPr>
      </p:pic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877D7388-0C3A-34AD-EDE3-FC18C36957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14091" y="4236125"/>
            <a:ext cx="288832" cy="183794"/>
          </a:xfrm>
          <a:prstGeom prst="bentConnector2">
            <a:avLst/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63">
            <a:extLst>
              <a:ext uri="{FF2B5EF4-FFF2-40B4-BE49-F238E27FC236}">
                <a16:creationId xmlns:a16="http://schemas.microsoft.com/office/drawing/2014/main" id="{27AD861B-5C8C-0070-E87A-BC3F6CAFF62D}"/>
              </a:ext>
            </a:extLst>
          </p:cNvPr>
          <p:cNvSpPr txBox="1"/>
          <p:nvPr/>
        </p:nvSpPr>
        <p:spPr>
          <a:xfrm>
            <a:off x="9012262" y="4365739"/>
            <a:ext cx="1083363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82" name="TextBox 65">
            <a:extLst>
              <a:ext uri="{FF2B5EF4-FFF2-40B4-BE49-F238E27FC236}">
                <a16:creationId xmlns:a16="http://schemas.microsoft.com/office/drawing/2014/main" id="{CAD18CA4-48A3-2650-7010-D1792BA9FCC6}"/>
              </a:ext>
            </a:extLst>
          </p:cNvPr>
          <p:cNvSpPr txBox="1"/>
          <p:nvPr/>
        </p:nvSpPr>
        <p:spPr>
          <a:xfrm>
            <a:off x="175671" y="3742519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83" name="TextBox 66">
            <a:extLst>
              <a:ext uri="{FF2B5EF4-FFF2-40B4-BE49-F238E27FC236}">
                <a16:creationId xmlns:a16="http://schemas.microsoft.com/office/drawing/2014/main" id="{BAD615D7-6D58-F7F1-B004-9A0B98B94B45}"/>
              </a:ext>
            </a:extLst>
          </p:cNvPr>
          <p:cNvSpPr txBox="1"/>
          <p:nvPr/>
        </p:nvSpPr>
        <p:spPr>
          <a:xfrm>
            <a:off x="3439224" y="3809205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84" name="TextBox 67">
            <a:extLst>
              <a:ext uri="{FF2B5EF4-FFF2-40B4-BE49-F238E27FC236}">
                <a16:creationId xmlns:a16="http://schemas.microsoft.com/office/drawing/2014/main" id="{BD241A4F-617A-4FC4-E827-2AB946DFDF95}"/>
              </a:ext>
            </a:extLst>
          </p:cNvPr>
          <p:cNvSpPr txBox="1"/>
          <p:nvPr/>
        </p:nvSpPr>
        <p:spPr>
          <a:xfrm>
            <a:off x="7380399" y="3867131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86" name="TextBox 68">
            <a:extLst>
              <a:ext uri="{FF2B5EF4-FFF2-40B4-BE49-F238E27FC236}">
                <a16:creationId xmlns:a16="http://schemas.microsoft.com/office/drawing/2014/main" id="{8A0BDD1E-AC85-5BD5-7B57-486FE5585BD2}"/>
              </a:ext>
            </a:extLst>
          </p:cNvPr>
          <p:cNvSpPr txBox="1"/>
          <p:nvPr/>
        </p:nvSpPr>
        <p:spPr>
          <a:xfrm>
            <a:off x="8815020" y="3869338"/>
            <a:ext cx="1478363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70" name="Picture 69" descr="A picture containing text&#10;&#10;Description automatically generated">
            <a:extLst>
              <a:ext uri="{FF2B5EF4-FFF2-40B4-BE49-F238E27FC236}">
                <a16:creationId xmlns:a16="http://schemas.microsoft.com/office/drawing/2014/main" id="{F0E2953B-28F8-E8E5-D444-199BBB52F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882" y="5169207"/>
            <a:ext cx="1011084" cy="42732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75FD1D1-FF92-0471-6140-F23595FAB5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446" y="2177135"/>
            <a:ext cx="409684" cy="40070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12B07E0-BA41-BCD9-C711-4125E095B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398" y="2624579"/>
            <a:ext cx="1260660" cy="49217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A15F940-B30B-66A4-1B27-D32F370AC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882" y="4361649"/>
            <a:ext cx="1011084" cy="427329"/>
          </a:xfrm>
          <a:prstGeom prst="rect">
            <a:avLst/>
          </a:prstGeom>
        </p:spPr>
      </p:pic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45D4059-3EA2-1501-2560-BED71B28C8F2}"/>
              </a:ext>
            </a:extLst>
          </p:cNvPr>
          <p:cNvCxnSpPr>
            <a:cxnSpLocks/>
            <a:endCxn id="97" idx="1"/>
          </p:cNvCxnSpPr>
          <p:nvPr/>
        </p:nvCxnSpPr>
        <p:spPr>
          <a:xfrm rot="16200000" flipH="1">
            <a:off x="5301210" y="3704659"/>
            <a:ext cx="1430014" cy="242844"/>
          </a:xfrm>
          <a:prstGeom prst="bentConnector2">
            <a:avLst/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92">
            <a:extLst>
              <a:ext uri="{FF2B5EF4-FFF2-40B4-BE49-F238E27FC236}">
                <a16:creationId xmlns:a16="http://schemas.microsoft.com/office/drawing/2014/main" id="{E3A7E869-298C-2AE0-188C-08E1009CD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882" y="4771249"/>
            <a:ext cx="1011084" cy="418115"/>
          </a:xfrm>
          <a:prstGeom prst="rect">
            <a:avLst/>
          </a:prstGeom>
        </p:spPr>
      </p:pic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244F2AE-9F44-D0CD-9147-83152401F659}"/>
              </a:ext>
            </a:extLst>
          </p:cNvPr>
          <p:cNvCxnSpPr>
            <a:cxnSpLocks/>
            <a:endCxn id="94" idx="1"/>
          </p:cNvCxnSpPr>
          <p:nvPr/>
        </p:nvCxnSpPr>
        <p:spPr>
          <a:xfrm rot="16200000" flipH="1">
            <a:off x="5758890" y="4629433"/>
            <a:ext cx="455677" cy="183813"/>
          </a:xfrm>
          <a:prstGeom prst="bentConnector2">
            <a:avLst/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D5DF114-68E1-9F8B-C95F-ED8D880529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0788" y="5016796"/>
            <a:ext cx="431900" cy="183837"/>
          </a:xfrm>
          <a:prstGeom prst="bentConnector3">
            <a:avLst>
              <a:gd name="adj1" fmla="val 100459"/>
            </a:avLst>
          </a:prstGeom>
          <a:ln w="12700">
            <a:solidFill>
              <a:srgbClr val="A5A5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27">
            <a:extLst>
              <a:ext uri="{FF2B5EF4-FFF2-40B4-BE49-F238E27FC236}">
                <a16:creationId xmlns:a16="http://schemas.microsoft.com/office/drawing/2014/main" id="{ABA1BBAD-15AD-A32A-4303-DF2B70272E9E}"/>
              </a:ext>
            </a:extLst>
          </p:cNvPr>
          <p:cNvSpPr txBox="1"/>
          <p:nvPr/>
        </p:nvSpPr>
        <p:spPr>
          <a:xfrm>
            <a:off x="5370734" y="2719920"/>
            <a:ext cx="1211656" cy="226665"/>
          </a:xfrm>
          <a:prstGeom prst="rect">
            <a:avLst/>
          </a:prstGeom>
          <a:noFill/>
        </p:spPr>
        <p:txBody>
          <a:bodyPr wrap="square" lIns="79248" tIns="39624" rIns="79248" bIns="39624" rtlCol="0" anchor="t">
            <a:spAutoFit/>
          </a:bodyPr>
          <a:lstStyle>
            <a:defPPr>
              <a:defRPr lang="en-US"/>
            </a:defPPr>
            <a:lvl1pPr marL="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03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05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07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  <a:latin typeface="Calibri" panose="020F0502020204030204"/>
              </a:rPr>
              <a:t>Text</a:t>
            </a:r>
          </a:p>
        </p:txBody>
      </p:sp>
      <p:sp>
        <p:nvSpPr>
          <p:cNvPr id="97" name="TextBox 28">
            <a:extLst>
              <a:ext uri="{FF2B5EF4-FFF2-40B4-BE49-F238E27FC236}">
                <a16:creationId xmlns:a16="http://schemas.microsoft.com/office/drawing/2014/main" id="{4D1765DE-409B-277F-5994-5BACB437EF7F}"/>
              </a:ext>
            </a:extLst>
          </p:cNvPr>
          <p:cNvSpPr txBox="1"/>
          <p:nvPr/>
        </p:nvSpPr>
        <p:spPr>
          <a:xfrm>
            <a:off x="6137639" y="4421600"/>
            <a:ext cx="899569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03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05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07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98" name="TextBox 29">
            <a:extLst>
              <a:ext uri="{FF2B5EF4-FFF2-40B4-BE49-F238E27FC236}">
                <a16:creationId xmlns:a16="http://schemas.microsoft.com/office/drawing/2014/main" id="{E7D1511B-52F7-ECE8-B780-46685A5F9325}"/>
              </a:ext>
            </a:extLst>
          </p:cNvPr>
          <p:cNvSpPr txBox="1"/>
          <p:nvPr/>
        </p:nvSpPr>
        <p:spPr>
          <a:xfrm>
            <a:off x="6123817" y="4830891"/>
            <a:ext cx="927212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03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05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07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sp>
        <p:nvSpPr>
          <p:cNvPr id="99" name="TextBox 30">
            <a:extLst>
              <a:ext uri="{FF2B5EF4-FFF2-40B4-BE49-F238E27FC236}">
                <a16:creationId xmlns:a16="http://schemas.microsoft.com/office/drawing/2014/main" id="{78841D14-6129-D334-1A6E-0DE6D8128FE7}"/>
              </a:ext>
            </a:extLst>
          </p:cNvPr>
          <p:cNvSpPr txBox="1"/>
          <p:nvPr/>
        </p:nvSpPr>
        <p:spPr>
          <a:xfrm>
            <a:off x="6137639" y="5234997"/>
            <a:ext cx="899569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03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05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07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DA4443C-B8B1-BC22-AD22-BBEDFBAD1922}"/>
              </a:ext>
            </a:extLst>
          </p:cNvPr>
          <p:cNvCxnSpPr>
            <a:cxnSpLocks/>
          </p:cNvCxnSpPr>
          <p:nvPr/>
        </p:nvCxnSpPr>
        <p:spPr>
          <a:xfrm>
            <a:off x="5942476" y="1634533"/>
            <a:ext cx="0" cy="217530"/>
          </a:xfrm>
          <a:prstGeom prst="line">
            <a:avLst/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11FCCB8F-3BC5-37B9-6EBB-797F8D332BD2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5697468" y="1934530"/>
            <a:ext cx="491553" cy="1789"/>
          </a:xfrm>
          <a:prstGeom prst="bentConnector3">
            <a:avLst>
              <a:gd name="adj1" fmla="val 5000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F8661A60-65DF-2761-B05B-1A667AA0A077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rot="5400000">
            <a:off x="2293773" y="2658674"/>
            <a:ext cx="184998" cy="1088689"/>
          </a:xfrm>
          <a:prstGeom prst="bentConnector3">
            <a:avLst>
              <a:gd name="adj1" fmla="val 5000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03908285-6AAE-D0B2-CAAF-4F8A54572994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3365506" y="2675630"/>
            <a:ext cx="215231" cy="1085009"/>
          </a:xfrm>
          <a:prstGeom prst="bentConnector3">
            <a:avLst>
              <a:gd name="adj1" fmla="val 43483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AF96787F-52B8-B270-CE42-D5D42E3DCFFF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rot="5400000" flipH="1" flipV="1">
            <a:off x="1783197" y="2147404"/>
            <a:ext cx="184304" cy="2110534"/>
          </a:xfrm>
          <a:prstGeom prst="bentConnector3">
            <a:avLst>
              <a:gd name="adj1" fmla="val 5000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C1E7B9E-8003-14A9-C314-C64AC8DBD1CF}"/>
              </a:ext>
            </a:extLst>
          </p:cNvPr>
          <p:cNvCxnSpPr>
            <a:cxnSpLocks/>
            <a:endCxn id="17" idx="0"/>
          </p:cNvCxnSpPr>
          <p:nvPr/>
        </p:nvCxnSpPr>
        <p:spPr>
          <a:xfrm flipV="1">
            <a:off x="7996197" y="3360439"/>
            <a:ext cx="1509050" cy="20791"/>
          </a:xfrm>
          <a:prstGeom prst="bentConnector4">
            <a:avLst>
              <a:gd name="adj1" fmla="val 606"/>
              <a:gd name="adj2" fmla="val 1052897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2DAC4-49E6-524C-A833-EA88B893D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016" y="2624579"/>
            <a:ext cx="1260660" cy="492170"/>
          </a:xfrm>
          <a:prstGeom prst="rect">
            <a:avLst/>
          </a:prstGeom>
        </p:spPr>
      </p:pic>
      <p:sp>
        <p:nvSpPr>
          <p:cNvPr id="12" name="TextBox 27">
            <a:extLst>
              <a:ext uri="{FF2B5EF4-FFF2-40B4-BE49-F238E27FC236}">
                <a16:creationId xmlns:a16="http://schemas.microsoft.com/office/drawing/2014/main" id="{1561FA5E-7731-3D49-626D-F813969CC893}"/>
              </a:ext>
            </a:extLst>
          </p:cNvPr>
          <p:cNvSpPr txBox="1"/>
          <p:nvPr/>
        </p:nvSpPr>
        <p:spPr>
          <a:xfrm>
            <a:off x="8098540" y="2719920"/>
            <a:ext cx="1211656" cy="226665"/>
          </a:xfrm>
          <a:prstGeom prst="rect">
            <a:avLst/>
          </a:prstGeom>
          <a:noFill/>
        </p:spPr>
        <p:txBody>
          <a:bodyPr wrap="square" lIns="79248" tIns="39624" rIns="79248" bIns="39624" rtlCol="0" anchor="t">
            <a:spAutoFit/>
          </a:bodyPr>
          <a:lstStyle>
            <a:defPPr>
              <a:defRPr lang="en-US"/>
            </a:defPPr>
            <a:lvl1pPr marL="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03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05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07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53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76225-775F-A74B-B0E1-3D3B3F63A4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892" y="2170774"/>
            <a:ext cx="409684" cy="400705"/>
          </a:xfrm>
          <a:prstGeom prst="rect">
            <a:avLst/>
          </a:prstGeom>
        </p:spPr>
      </p:pic>
      <p:pic>
        <p:nvPicPr>
          <p:cNvPr id="13" name="Picture 100">
            <a:extLst>
              <a:ext uri="{FF2B5EF4-FFF2-40B4-BE49-F238E27FC236}">
                <a16:creationId xmlns:a16="http://schemas.microsoft.com/office/drawing/2014/main" id="{F6824397-918F-EA7F-BC44-33FC782B21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11815" y="2263874"/>
            <a:ext cx="200058" cy="200054"/>
          </a:xfrm>
          <a:prstGeom prst="rect">
            <a:avLst/>
          </a:prstGeom>
        </p:spPr>
      </p:pic>
      <p:sp>
        <p:nvSpPr>
          <p:cNvPr id="20" name="Smiley Face 19">
            <a:extLst>
              <a:ext uri="{FF2B5EF4-FFF2-40B4-BE49-F238E27FC236}">
                <a16:creationId xmlns:a16="http://schemas.microsoft.com/office/drawing/2014/main" id="{326F941E-7AD8-4CF6-D4C2-738A77A78840}"/>
              </a:ext>
            </a:extLst>
          </p:cNvPr>
          <p:cNvSpPr/>
          <p:nvPr/>
        </p:nvSpPr>
        <p:spPr>
          <a:xfrm>
            <a:off x="5868516" y="2284532"/>
            <a:ext cx="147668" cy="144933"/>
          </a:xfrm>
          <a:prstGeom prst="smileyFac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18133">
              <a:defRPr/>
            </a:pPr>
            <a:endParaRPr lang="en-GB" sz="1217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5B6FC-A4E9-ADE8-CF0F-571D95DDC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085" y="3295517"/>
            <a:ext cx="409684" cy="400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35FD6A-A591-52A1-51C9-FB5326783E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03" y="3396924"/>
            <a:ext cx="177303" cy="197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8DC9AE-D863-2E1B-B174-A6C5836E5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65" y="3716894"/>
            <a:ext cx="1083364" cy="479710"/>
          </a:xfrm>
          <a:prstGeom prst="rect">
            <a:avLst/>
          </a:prstGeom>
        </p:spPr>
      </p:pic>
      <p:sp>
        <p:nvSpPr>
          <p:cNvPr id="23" name="TextBox 65">
            <a:extLst>
              <a:ext uri="{FF2B5EF4-FFF2-40B4-BE49-F238E27FC236}">
                <a16:creationId xmlns:a16="http://schemas.microsoft.com/office/drawing/2014/main" id="{90AD4A47-DD05-FF6E-67E6-3BF280B9399A}"/>
              </a:ext>
            </a:extLst>
          </p:cNvPr>
          <p:cNvSpPr txBox="1"/>
          <p:nvPr/>
        </p:nvSpPr>
        <p:spPr>
          <a:xfrm>
            <a:off x="1281902" y="3742519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C4D7CDC-2BDD-DB8E-3E9B-D0228BF3E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52" y="3294823"/>
            <a:ext cx="409684" cy="4007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025D76-F61D-ABE5-86EE-1421E48824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942" y="3394748"/>
            <a:ext cx="177303" cy="1978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811DD30-3074-7AEE-BF77-49575A158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095" y="3716894"/>
            <a:ext cx="1083364" cy="479710"/>
          </a:xfrm>
          <a:prstGeom prst="rect">
            <a:avLst/>
          </a:prstGeom>
        </p:spPr>
      </p:pic>
      <p:sp>
        <p:nvSpPr>
          <p:cNvPr id="33" name="TextBox 65">
            <a:extLst>
              <a:ext uri="{FF2B5EF4-FFF2-40B4-BE49-F238E27FC236}">
                <a16:creationId xmlns:a16="http://schemas.microsoft.com/office/drawing/2014/main" id="{FC8AE7BC-8D43-6ADD-3E14-5F13D16BD69A}"/>
              </a:ext>
            </a:extLst>
          </p:cNvPr>
          <p:cNvSpPr txBox="1"/>
          <p:nvPr/>
        </p:nvSpPr>
        <p:spPr>
          <a:xfrm>
            <a:off x="2303555" y="3742519"/>
            <a:ext cx="1135670" cy="23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900" b="1">
                <a:solidFill>
                  <a:srgbClr val="494E5E"/>
                </a:solidFill>
              </a:rPr>
              <a:t>Text</a:t>
            </a:r>
          </a:p>
        </p:txBody>
      </p:sp>
      <p:cxnSp>
        <p:nvCxnSpPr>
          <p:cNvPr id="49" name="Connector: Elbow 105">
            <a:extLst>
              <a:ext uri="{FF2B5EF4-FFF2-40B4-BE49-F238E27FC236}">
                <a16:creationId xmlns:a16="http://schemas.microsoft.com/office/drawing/2014/main" id="{1A85AB2C-7AA9-E74A-4255-3C778BE49A26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rot="16200000" flipV="1">
            <a:off x="2839453" y="3201682"/>
            <a:ext cx="184304" cy="1978"/>
          </a:xfrm>
          <a:prstGeom prst="bentConnector3">
            <a:avLst>
              <a:gd name="adj1" fmla="val 50000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104">
            <a:extLst>
              <a:ext uri="{FF2B5EF4-FFF2-40B4-BE49-F238E27FC236}">
                <a16:creationId xmlns:a16="http://schemas.microsoft.com/office/drawing/2014/main" id="{417AACA5-1609-9314-6D32-C7D2D6B6DAB1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 rot="16200000" flipH="1">
            <a:off x="3875534" y="2165602"/>
            <a:ext cx="243588" cy="2133423"/>
          </a:xfrm>
          <a:prstGeom prst="bentConnector3">
            <a:avLst>
              <a:gd name="adj1" fmla="val 38102"/>
            </a:avLst>
          </a:prstGeom>
          <a:ln w="12700">
            <a:solidFill>
              <a:srgbClr val="A5A5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Slide Number Placeholder 2">
            <a:extLst>
              <a:ext uri="{FF2B5EF4-FFF2-40B4-BE49-F238E27FC236}">
                <a16:creationId xmlns:a16="http://schemas.microsoft.com/office/drawing/2014/main" id="{D6D132ED-0F09-4F32-62AA-826ED4A27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51259" y="5346034"/>
            <a:ext cx="1147869" cy="316442"/>
          </a:xfrm>
        </p:spPr>
        <p:txBody>
          <a:bodyPr/>
          <a:lstStyle/>
          <a:p>
            <a:r>
              <a:rPr lang="en-US"/>
              <a:t>&lt;  35</a:t>
            </a:r>
          </a:p>
        </p:txBody>
      </p:sp>
    </p:spTree>
    <p:extLst>
      <p:ext uri="{BB962C8B-B14F-4D97-AF65-F5344CB8AC3E}">
        <p14:creationId xmlns:p14="http://schemas.microsoft.com/office/powerpoint/2010/main" val="3923951465"/>
      </p:ext>
    </p:extLst>
  </p:cSld>
  <p:clrMapOvr>
    <a:masterClrMapping/>
  </p:clrMapOvr>
</p:sld>
</file>

<file path=ppt/theme/theme1.xml><?xml version="1.0" encoding="utf-8"?>
<a:theme xmlns:a="http://schemas.openxmlformats.org/drawingml/2006/main" name="ppt theme">
  <a:themeElements>
    <a:clrScheme name="Prevalent AI 18-04">
      <a:dk1>
        <a:srgbClr val="372355"/>
      </a:dk1>
      <a:lt1>
        <a:srgbClr val="FFFFFF"/>
      </a:lt1>
      <a:dk2>
        <a:srgbClr val="000000"/>
      </a:dk2>
      <a:lt2>
        <a:srgbClr val="E9E8EC"/>
      </a:lt2>
      <a:accent1>
        <a:srgbClr val="4D2E58"/>
      </a:accent1>
      <a:accent2>
        <a:srgbClr val="81718F"/>
      </a:accent2>
      <a:accent3>
        <a:srgbClr val="959AA8"/>
      </a:accent3>
      <a:accent4>
        <a:srgbClr val="C4C6CE"/>
      </a:accent4>
      <a:accent5>
        <a:srgbClr val="BB4728"/>
      </a:accent5>
      <a:accent6>
        <a:srgbClr val="D25B30"/>
      </a:accent6>
      <a:hlink>
        <a:srgbClr val="000000"/>
      </a:hlink>
      <a:folHlink>
        <a:srgbClr val="EAE9E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20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heme" id="{AF6B0C22-B6DC-4206-A1C4-E3C0C69A5C32}" vid="{372FA91E-5499-471A-A8B3-603859CF81BF}"/>
    </a:ext>
  </a:extLst>
</a:theme>
</file>

<file path=ppt/theme/theme2.xml><?xml version="1.0" encoding="utf-8"?>
<a:theme xmlns:a="http://schemas.openxmlformats.org/drawingml/2006/main" name="1_ppt theme">
  <a:themeElements>
    <a:clrScheme name="Prevalent AI 18-04">
      <a:dk1>
        <a:srgbClr val="372355"/>
      </a:dk1>
      <a:lt1>
        <a:srgbClr val="FFFFFF"/>
      </a:lt1>
      <a:dk2>
        <a:srgbClr val="000000"/>
      </a:dk2>
      <a:lt2>
        <a:srgbClr val="E9E8EC"/>
      </a:lt2>
      <a:accent1>
        <a:srgbClr val="4D2E58"/>
      </a:accent1>
      <a:accent2>
        <a:srgbClr val="81718F"/>
      </a:accent2>
      <a:accent3>
        <a:srgbClr val="959AA8"/>
      </a:accent3>
      <a:accent4>
        <a:srgbClr val="C4C6CE"/>
      </a:accent4>
      <a:accent5>
        <a:srgbClr val="BB4728"/>
      </a:accent5>
      <a:accent6>
        <a:srgbClr val="D25B30"/>
      </a:accent6>
      <a:hlink>
        <a:srgbClr val="000000"/>
      </a:hlink>
      <a:folHlink>
        <a:srgbClr val="EAE9E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20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heme" id="{E4D444F6-B4F2-44BD-B46A-61BB6E3446BC}" vid="{472F33FA-7C14-4E1C-9710-D320E877F855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pt theme">
  <a:themeElements>
    <a:clrScheme name="Prevalent AI 18-04">
      <a:dk1>
        <a:srgbClr val="372355"/>
      </a:dk1>
      <a:lt1>
        <a:srgbClr val="FFFFFF"/>
      </a:lt1>
      <a:dk2>
        <a:srgbClr val="000000"/>
      </a:dk2>
      <a:lt2>
        <a:srgbClr val="E9E8EC"/>
      </a:lt2>
      <a:accent1>
        <a:srgbClr val="4D2E58"/>
      </a:accent1>
      <a:accent2>
        <a:srgbClr val="81718F"/>
      </a:accent2>
      <a:accent3>
        <a:srgbClr val="959AA8"/>
      </a:accent3>
      <a:accent4>
        <a:srgbClr val="C4C6CE"/>
      </a:accent4>
      <a:accent5>
        <a:srgbClr val="BB4728"/>
      </a:accent5>
      <a:accent6>
        <a:srgbClr val="D25B30"/>
      </a:accent6>
      <a:hlink>
        <a:srgbClr val="000000"/>
      </a:hlink>
      <a:folHlink>
        <a:srgbClr val="EAE9E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20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heme" id="{AF6B0C22-B6DC-4206-A1C4-E3C0C69A5C32}" vid="{372FA91E-5499-471A-A8B3-603859CF81BF}"/>
    </a:ext>
  </a:extLst>
</a:theme>
</file>

<file path=ppt/theme/theme5.xml><?xml version="1.0" encoding="utf-8"?>
<a:theme xmlns:a="http://schemas.openxmlformats.org/drawingml/2006/main" name="1_ppt theme">
  <a:themeElements>
    <a:clrScheme name="Prevalent AI 18-04">
      <a:dk1>
        <a:srgbClr val="372355"/>
      </a:dk1>
      <a:lt1>
        <a:srgbClr val="FFFFFF"/>
      </a:lt1>
      <a:dk2>
        <a:srgbClr val="000000"/>
      </a:dk2>
      <a:lt2>
        <a:srgbClr val="E9E8EC"/>
      </a:lt2>
      <a:accent1>
        <a:srgbClr val="4D2E58"/>
      </a:accent1>
      <a:accent2>
        <a:srgbClr val="81718F"/>
      </a:accent2>
      <a:accent3>
        <a:srgbClr val="959AA8"/>
      </a:accent3>
      <a:accent4>
        <a:srgbClr val="C4C6CE"/>
      </a:accent4>
      <a:accent5>
        <a:srgbClr val="BB4728"/>
      </a:accent5>
      <a:accent6>
        <a:srgbClr val="D25B30"/>
      </a:accent6>
      <a:hlink>
        <a:srgbClr val="000000"/>
      </a:hlink>
      <a:folHlink>
        <a:srgbClr val="EAE9E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20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heme" id="{E4D444F6-B4F2-44BD-B46A-61BB6E3446BC}" vid="{472F33FA-7C14-4E1C-9710-D320E877F85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38</Slides>
  <Notes>7</Notes>
  <HiddenSlides>1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ppt theme</vt:lpstr>
      <vt:lpstr>1_ppt theme</vt:lpstr>
      <vt:lpstr>Office Theme</vt:lpstr>
      <vt:lpstr>ppt theme</vt:lpstr>
      <vt:lpstr>1_ppt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Logos</vt:lpstr>
      <vt:lpstr>Icons</vt:lpstr>
      <vt:lpstr>Images-Click on link to view approved images</vt:lpstr>
      <vt:lpstr>Heading</vt:lpstr>
      <vt:lpstr>Template</vt:lpstr>
      <vt:lpstr>Template</vt:lpstr>
      <vt:lpstr>Template</vt:lpstr>
      <vt:lpstr>Template</vt:lpstr>
      <vt:lpstr>Template</vt:lpstr>
      <vt:lpstr>Template </vt:lpstr>
      <vt:lpstr>Template</vt:lpstr>
      <vt:lpstr>PowerPoint Presentation</vt:lpstr>
      <vt:lpstr>PowerPoint Presentation</vt:lpstr>
      <vt:lpstr>KEY FEATURES</vt:lpstr>
      <vt:lpstr>PowerPoint Presentation</vt:lpstr>
      <vt:lpstr>PowerPoint Presentation</vt:lpstr>
      <vt:lpstr>Entity Inventory</vt:lpstr>
      <vt:lpstr>Proposed Roadmap</vt:lpstr>
      <vt:lpstr>Proposed Roadmap</vt:lpstr>
      <vt:lpstr>PowerPoint Presentation</vt:lpstr>
      <vt:lpstr>Roadmap</vt:lpstr>
      <vt:lpstr>Engagement Roadmap</vt:lpstr>
      <vt:lpstr>Streaming &amp; Batch</vt:lpstr>
      <vt:lpstr>Solutions</vt:lpstr>
      <vt:lpstr>Strategy to Business</vt:lpstr>
      <vt:lpstr>EI</vt:lpstr>
      <vt:lpstr>Visual analytics</vt:lpstr>
      <vt:lpstr>PowerPoint Presentation</vt:lpstr>
      <vt:lpstr>Workflow</vt:lpstr>
      <vt:lpstr>PowerPoint Presentation</vt:lpstr>
      <vt:lpstr>PowerPoint Presentation</vt:lpstr>
      <vt:lpstr>Challenges we Address</vt:lpstr>
      <vt:lpstr>Organisational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2022-10-27T08:44:57Z</dcterms:created>
  <dcterms:modified xsi:type="dcterms:W3CDTF">2026-04-14T08:47:26Z</dcterms:modified>
</cp:coreProperties>
</file>