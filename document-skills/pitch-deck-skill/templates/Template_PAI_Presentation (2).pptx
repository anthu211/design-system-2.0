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2" r:id="rId4"/>
  </p:sldMasterIdLst>
  <p:notesMasterIdLst>
    <p:notesMasterId r:id="rId13"/>
  </p:notesMasterIdLst>
  <p:sldIdLst>
    <p:sldId id="524" r:id="rId5"/>
    <p:sldId id="737" r:id="rId6"/>
    <p:sldId id="699" r:id="rId7"/>
    <p:sldId id="750" r:id="rId8"/>
    <p:sldId id="596" r:id="rId9"/>
    <p:sldId id="709" r:id="rId10"/>
    <p:sldId id="593" r:id="rId11"/>
    <p:sldId id="523" r:id="rId12"/>
  </p:sldIdLst>
  <p:sldSz cx="9144000" cy="5715000" type="screen16x10"/>
  <p:notesSz cx="6889750" cy="10021888"/>
  <p:defaultTextStyle>
    <a:defPPr>
      <a:defRPr lang="en-US"/>
    </a:defPPr>
    <a:lvl1pPr marL="0" algn="l" defTabSz="713203" rtl="0" eaLnBrk="1" latinLnBrk="0" hangingPunct="1">
      <a:defRPr sz="1404" kern="1200">
        <a:solidFill>
          <a:schemeClr val="tx1"/>
        </a:solidFill>
        <a:latin typeface="+mn-lt"/>
        <a:ea typeface="+mn-ea"/>
        <a:cs typeface="+mn-cs"/>
      </a:defRPr>
    </a:lvl1pPr>
    <a:lvl2pPr marL="356602" algn="l" defTabSz="713203" rtl="0" eaLnBrk="1" latinLnBrk="0" hangingPunct="1">
      <a:defRPr sz="1404" kern="1200">
        <a:solidFill>
          <a:schemeClr val="tx1"/>
        </a:solidFill>
        <a:latin typeface="+mn-lt"/>
        <a:ea typeface="+mn-ea"/>
        <a:cs typeface="+mn-cs"/>
      </a:defRPr>
    </a:lvl2pPr>
    <a:lvl3pPr marL="713203" algn="l" defTabSz="713203" rtl="0" eaLnBrk="1" latinLnBrk="0" hangingPunct="1">
      <a:defRPr sz="1404" kern="1200">
        <a:solidFill>
          <a:schemeClr val="tx1"/>
        </a:solidFill>
        <a:latin typeface="+mn-lt"/>
        <a:ea typeface="+mn-ea"/>
        <a:cs typeface="+mn-cs"/>
      </a:defRPr>
    </a:lvl3pPr>
    <a:lvl4pPr marL="1069805" algn="l" defTabSz="713203" rtl="0" eaLnBrk="1" latinLnBrk="0" hangingPunct="1">
      <a:defRPr sz="1404" kern="1200">
        <a:solidFill>
          <a:schemeClr val="tx1"/>
        </a:solidFill>
        <a:latin typeface="+mn-lt"/>
        <a:ea typeface="+mn-ea"/>
        <a:cs typeface="+mn-cs"/>
      </a:defRPr>
    </a:lvl4pPr>
    <a:lvl5pPr marL="1426407" algn="l" defTabSz="713203" rtl="0" eaLnBrk="1" latinLnBrk="0" hangingPunct="1">
      <a:defRPr sz="1404" kern="1200">
        <a:solidFill>
          <a:schemeClr val="tx1"/>
        </a:solidFill>
        <a:latin typeface="+mn-lt"/>
        <a:ea typeface="+mn-ea"/>
        <a:cs typeface="+mn-cs"/>
      </a:defRPr>
    </a:lvl5pPr>
    <a:lvl6pPr marL="1783009" algn="l" defTabSz="713203" rtl="0" eaLnBrk="1" latinLnBrk="0" hangingPunct="1">
      <a:defRPr sz="1404" kern="1200">
        <a:solidFill>
          <a:schemeClr val="tx1"/>
        </a:solidFill>
        <a:latin typeface="+mn-lt"/>
        <a:ea typeface="+mn-ea"/>
        <a:cs typeface="+mn-cs"/>
      </a:defRPr>
    </a:lvl6pPr>
    <a:lvl7pPr marL="2139610" algn="l" defTabSz="713203" rtl="0" eaLnBrk="1" latinLnBrk="0" hangingPunct="1">
      <a:defRPr sz="1404" kern="1200">
        <a:solidFill>
          <a:schemeClr val="tx1"/>
        </a:solidFill>
        <a:latin typeface="+mn-lt"/>
        <a:ea typeface="+mn-ea"/>
        <a:cs typeface="+mn-cs"/>
      </a:defRPr>
    </a:lvl7pPr>
    <a:lvl8pPr marL="2496212" algn="l" defTabSz="713203" rtl="0" eaLnBrk="1" latinLnBrk="0" hangingPunct="1">
      <a:defRPr sz="1404" kern="1200">
        <a:solidFill>
          <a:schemeClr val="tx1"/>
        </a:solidFill>
        <a:latin typeface="+mn-lt"/>
        <a:ea typeface="+mn-ea"/>
        <a:cs typeface="+mn-cs"/>
      </a:defRPr>
    </a:lvl8pPr>
    <a:lvl9pPr marL="2852814" algn="l" defTabSz="713203"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pos="5432" userDrawn="1">
          <p15:clr>
            <a:srgbClr val="A4A3A4"/>
          </p15:clr>
        </p15:guide>
        <p15:guide id="5" orient="horz" pos="2707" userDrawn="1">
          <p15:clr>
            <a:srgbClr val="A4A3A4"/>
          </p15:clr>
        </p15:guide>
        <p15:guide id="6" orient="horz" pos="1256" userDrawn="1">
          <p15:clr>
            <a:srgbClr val="A4A3A4"/>
          </p15:clr>
        </p15:guide>
        <p15:guide id="7" pos="190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mma East" initials="EE" lastIdx="20" clrIdx="0"/>
  <p:cmAuthor id="2" name="Emma East" initials="EE [2]" lastIdx="1" clrIdx="1"/>
  <p:cmAuthor id="3" name="Mike O'Keeffe" initials="MO" lastIdx="29" clrIdx="2"/>
  <p:cmAuthor id="4" name="Paul Stokes" initials="PS" lastIdx="202" clrIdx="3"/>
  <p:cmAuthor id="5" name="Arun Raj" initials="AR" lastIdx="9" clrIdx="4">
    <p:extLst>
      <p:ext uri="{19B8F6BF-5375-455C-9EA6-DF929625EA0E}">
        <p15:presenceInfo xmlns:p15="http://schemas.microsoft.com/office/powerpoint/2012/main" userId="Arun Ra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5B30"/>
    <a:srgbClr val="BB4728"/>
    <a:srgbClr val="372355"/>
    <a:srgbClr val="3C2352"/>
    <a:srgbClr val="3C2A5D"/>
    <a:srgbClr val="2E1B4D"/>
    <a:srgbClr val="2D144A"/>
    <a:srgbClr val="C4C6CE"/>
    <a:srgbClr val="4D2E58"/>
    <a:srgbClr val="2D13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 v="103" dt="2019-06-27T06:42:17.703"/>
    <p1510:client id="{1054EA8C-9AAC-49E9-8A85-CBC0B340ABD9}" v="40" dt="2019-06-27T12:52:27.332"/>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086" y="84"/>
      </p:cViewPr>
      <p:guideLst>
        <p:guide pos="2880"/>
        <p:guide pos="5432"/>
        <p:guide orient="horz" pos="2707"/>
        <p:guide orient="horz" pos="1256"/>
        <p:guide pos="1905"/>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5558" cy="502835"/>
          </a:xfrm>
          <a:prstGeom prst="rect">
            <a:avLst/>
          </a:prstGeom>
        </p:spPr>
        <p:txBody>
          <a:bodyPr vert="horz" lIns="96634" tIns="48317" rIns="96634" bIns="48317" rtlCol="0"/>
          <a:lstStyle>
            <a:lvl1pPr algn="l">
              <a:defRPr sz="1300"/>
            </a:lvl1pPr>
          </a:lstStyle>
          <a:p>
            <a:endParaRPr lang="en-US"/>
          </a:p>
        </p:txBody>
      </p:sp>
      <p:sp>
        <p:nvSpPr>
          <p:cNvPr id="3" name="Date Placeholder 2"/>
          <p:cNvSpPr>
            <a:spLocks noGrp="1"/>
          </p:cNvSpPr>
          <p:nvPr>
            <p:ph type="dt" idx="1"/>
          </p:nvPr>
        </p:nvSpPr>
        <p:spPr>
          <a:xfrm>
            <a:off x="3902597" y="0"/>
            <a:ext cx="2985558" cy="502835"/>
          </a:xfrm>
          <a:prstGeom prst="rect">
            <a:avLst/>
          </a:prstGeom>
        </p:spPr>
        <p:txBody>
          <a:bodyPr vert="horz" lIns="96634" tIns="48317" rIns="96634" bIns="48317" rtlCol="0"/>
          <a:lstStyle>
            <a:lvl1pPr algn="r">
              <a:defRPr sz="1300"/>
            </a:lvl1pPr>
          </a:lstStyle>
          <a:p>
            <a:fld id="{0D0ED99C-E00C-3945-A651-583B2D9306ED}" type="datetimeFigureOut">
              <a:rPr lang="en-US" smtClean="0"/>
              <a:t>5/26/2020</a:t>
            </a:fld>
            <a:endParaRPr lang="en-US"/>
          </a:p>
        </p:txBody>
      </p:sp>
      <p:sp>
        <p:nvSpPr>
          <p:cNvPr id="4" name="Slide Image Placeholder 3"/>
          <p:cNvSpPr>
            <a:spLocks noGrp="1" noRot="1" noChangeAspect="1"/>
          </p:cNvSpPr>
          <p:nvPr>
            <p:ph type="sldImg" idx="2"/>
          </p:nvPr>
        </p:nvSpPr>
        <p:spPr>
          <a:xfrm>
            <a:off x="739775" y="1252538"/>
            <a:ext cx="5410200" cy="3382962"/>
          </a:xfrm>
          <a:prstGeom prst="rect">
            <a:avLst/>
          </a:prstGeom>
          <a:noFill/>
          <a:ln w="12700">
            <a:solidFill>
              <a:prstClr val="black"/>
            </a:solidFill>
          </a:ln>
        </p:spPr>
        <p:txBody>
          <a:bodyPr vert="horz" lIns="96634" tIns="48317" rIns="96634" bIns="48317" rtlCol="0" anchor="ctr"/>
          <a:lstStyle/>
          <a:p>
            <a:endParaRPr lang="en-US"/>
          </a:p>
        </p:txBody>
      </p:sp>
      <p:sp>
        <p:nvSpPr>
          <p:cNvPr id="5" name="Notes Placeholder 4"/>
          <p:cNvSpPr>
            <a:spLocks noGrp="1"/>
          </p:cNvSpPr>
          <p:nvPr>
            <p:ph type="body" sz="quarter" idx="3"/>
          </p:nvPr>
        </p:nvSpPr>
        <p:spPr>
          <a:xfrm>
            <a:off x="688975" y="4823034"/>
            <a:ext cx="5511800" cy="3946118"/>
          </a:xfrm>
          <a:prstGeom prst="rect">
            <a:avLst/>
          </a:prstGeom>
        </p:spPr>
        <p:txBody>
          <a:bodyPr vert="horz" lIns="96634" tIns="48317" rIns="96634" bIns="4831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9055"/>
            <a:ext cx="2985558" cy="502834"/>
          </a:xfrm>
          <a:prstGeom prst="rect">
            <a:avLst/>
          </a:prstGeom>
        </p:spPr>
        <p:txBody>
          <a:bodyPr vert="horz" lIns="96634" tIns="48317" rIns="96634" bIns="48317" rtlCol="0" anchor="b"/>
          <a:lstStyle>
            <a:lvl1pPr algn="l">
              <a:defRPr sz="1300"/>
            </a:lvl1pPr>
          </a:lstStyle>
          <a:p>
            <a:endParaRPr lang="en-US"/>
          </a:p>
        </p:txBody>
      </p:sp>
      <p:sp>
        <p:nvSpPr>
          <p:cNvPr id="7" name="Slide Number Placeholder 6"/>
          <p:cNvSpPr>
            <a:spLocks noGrp="1"/>
          </p:cNvSpPr>
          <p:nvPr>
            <p:ph type="sldNum" sz="quarter" idx="5"/>
          </p:nvPr>
        </p:nvSpPr>
        <p:spPr>
          <a:xfrm>
            <a:off x="3902597" y="9519055"/>
            <a:ext cx="2985558" cy="502834"/>
          </a:xfrm>
          <a:prstGeom prst="rect">
            <a:avLst/>
          </a:prstGeom>
        </p:spPr>
        <p:txBody>
          <a:bodyPr vert="horz" lIns="96634" tIns="48317" rIns="96634" bIns="48317" rtlCol="0" anchor="b"/>
          <a:lstStyle>
            <a:lvl1pPr algn="r">
              <a:defRPr sz="1300"/>
            </a:lvl1pPr>
          </a:lstStyle>
          <a:p>
            <a:fld id="{FF0F3C4B-44AC-2046-A5F0-E54D0CB862BB}" type="slidenum">
              <a:rPr lang="en-US" smtClean="0"/>
              <a:t>‹#›</a:t>
            </a:fld>
            <a:endParaRPr lang="en-US"/>
          </a:p>
        </p:txBody>
      </p:sp>
    </p:spTree>
    <p:extLst>
      <p:ext uri="{BB962C8B-B14F-4D97-AF65-F5344CB8AC3E}">
        <p14:creationId xmlns:p14="http://schemas.microsoft.com/office/powerpoint/2010/main" val="162935974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397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Custom Layout">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alphaModFix amt="15000"/>
          </a:blip>
          <a:srcRect l="3012" r="3012"/>
          <a:stretch/>
        </p:blipFill>
        <p:spPr>
          <a:xfrm>
            <a:off x="0" y="0"/>
            <a:ext cx="9144000" cy="5715000"/>
          </a:xfrm>
          <a:prstGeom prst="rect">
            <a:avLst/>
          </a:prstGeom>
        </p:spPr>
      </p:pic>
      <p:pic>
        <p:nvPicPr>
          <p:cNvPr id="3" name="Picture 2">
            <a:extLst>
              <a:ext uri="{FF2B5EF4-FFF2-40B4-BE49-F238E27FC236}">
                <a16:creationId xmlns:a16="http://schemas.microsoft.com/office/drawing/2014/main" id="{639F7263-D850-46CB-A8C7-2A99B7CD6147}"/>
              </a:ext>
            </a:extLst>
          </p:cNvPr>
          <p:cNvPicPr>
            <a:picLocks noChangeAspect="1"/>
          </p:cNvPicPr>
          <p:nvPr userDrawn="1"/>
        </p:nvPicPr>
        <p:blipFill rotWithShape="1">
          <a:blip r:embed="rId2">
            <a:alphaModFix amt="15000"/>
          </a:blip>
          <a:srcRect l="3012" r="3012"/>
          <a:stretch/>
        </p:blipFill>
        <p:spPr>
          <a:xfrm>
            <a:off x="0" y="0"/>
            <a:ext cx="9144000" cy="5715000"/>
          </a:xfrm>
          <a:prstGeom prst="rect">
            <a:avLst/>
          </a:prstGeom>
        </p:spPr>
      </p:pic>
    </p:spTree>
    <p:extLst>
      <p:ext uri="{BB962C8B-B14F-4D97-AF65-F5344CB8AC3E}">
        <p14:creationId xmlns:p14="http://schemas.microsoft.com/office/powerpoint/2010/main" val="2403083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1_Custom Layout">
    <p:bg>
      <p:bgPr>
        <a:solidFill>
          <a:schemeClr val="tx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a:alphaModFix amt="10000"/>
          </a:blip>
          <a:srcRect l="3012" r="3012"/>
          <a:stretch/>
        </p:blipFill>
        <p:spPr>
          <a:xfrm>
            <a:off x="0" y="0"/>
            <a:ext cx="9144000" cy="5715000"/>
          </a:xfrm>
          <a:prstGeom prst="rect">
            <a:avLst/>
          </a:prstGeom>
        </p:spPr>
      </p:pic>
      <p:pic>
        <p:nvPicPr>
          <p:cNvPr id="10" name="Picture 9"/>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
        <p:nvSpPr>
          <p:cNvPr id="11" name="Slide Number Placeholder 1"/>
          <p:cNvSpPr>
            <a:spLocks noGrp="1"/>
          </p:cNvSpPr>
          <p:nvPr>
            <p:ph type="sldNum" sz="quarter" idx="4"/>
          </p:nvPr>
        </p:nvSpPr>
        <p:spPr>
          <a:xfrm>
            <a:off x="7832820" y="5140417"/>
            <a:ext cx="993348" cy="304271"/>
          </a:xfrm>
        </p:spPr>
        <p:txBody>
          <a:bodyPr/>
          <a:lstStyle>
            <a:lvl1pPr>
              <a:defRPr>
                <a:solidFill>
                  <a:schemeClr val="bg2"/>
                </a:solidFill>
              </a:defRPr>
            </a:lvl1pPr>
          </a:lstStyle>
          <a:p>
            <a:r>
              <a:rPr lang="en-US"/>
              <a:t>&lt;  </a:t>
            </a:r>
            <a:fld id="{5693902F-D8FF-914C-998A-ABB2ED9E1606}" type="slidenum">
              <a:rPr lang="en-US" smtClean="0"/>
              <a:pPr/>
              <a:t>‹#›</a:t>
            </a:fld>
            <a:endParaRPr lang="en-US"/>
          </a:p>
        </p:txBody>
      </p:sp>
      <p:sp>
        <p:nvSpPr>
          <p:cNvPr id="12" name="Text Placeholder 11"/>
          <p:cNvSpPr>
            <a:spLocks noGrp="1"/>
          </p:cNvSpPr>
          <p:nvPr>
            <p:ph type="body" sz="quarter" idx="10" hasCustomPrompt="1"/>
          </p:nvPr>
        </p:nvSpPr>
        <p:spPr>
          <a:xfrm>
            <a:off x="713329" y="1604169"/>
            <a:ext cx="7687721" cy="2506662"/>
          </a:xfrm>
          <a:prstGeom prst="rect">
            <a:avLst/>
          </a:prstGeom>
        </p:spPr>
        <p:txBody>
          <a:bodyPr lIns="0" tIns="0" rIns="0" bIns="0" anchor="ctr"/>
          <a:lstStyle>
            <a:lvl1pPr marL="0" indent="0">
              <a:lnSpc>
                <a:spcPts val="4000"/>
              </a:lnSpc>
              <a:spcBef>
                <a:spcPts val="0"/>
              </a:spcBef>
              <a:spcAft>
                <a:spcPts val="400"/>
              </a:spcAft>
              <a:buNone/>
              <a:defRPr sz="38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38pt.</a:t>
            </a:r>
          </a:p>
        </p:txBody>
      </p:sp>
      <p:pic>
        <p:nvPicPr>
          <p:cNvPr id="6" name="Picture 5">
            <a:extLst>
              <a:ext uri="{FF2B5EF4-FFF2-40B4-BE49-F238E27FC236}">
                <a16:creationId xmlns:a16="http://schemas.microsoft.com/office/drawing/2014/main" id="{C80F6CD7-F9AD-49DB-83E3-2D7A38F25725}"/>
              </a:ext>
            </a:extLst>
          </p:cNvPr>
          <p:cNvPicPr>
            <a:picLocks noChangeAspect="1"/>
          </p:cNvPicPr>
          <p:nvPr userDrawn="1"/>
        </p:nvPicPr>
        <p:blipFill rotWithShape="1">
          <a:blip r:embed="rId2">
            <a:alphaModFix amt="10000"/>
          </a:blip>
          <a:srcRect l="3012" r="3012"/>
          <a:stretch/>
        </p:blipFill>
        <p:spPr>
          <a:xfrm>
            <a:off x="0" y="0"/>
            <a:ext cx="9144000" cy="5715000"/>
          </a:xfrm>
          <a:prstGeom prst="rect">
            <a:avLst/>
          </a:prstGeom>
        </p:spPr>
      </p:pic>
      <p:pic>
        <p:nvPicPr>
          <p:cNvPr id="7" name="Picture 6">
            <a:extLst>
              <a:ext uri="{FF2B5EF4-FFF2-40B4-BE49-F238E27FC236}">
                <a16:creationId xmlns:a16="http://schemas.microsoft.com/office/drawing/2014/main" id="{75C26A29-B2AE-49C4-88C1-6CA813DD8E55}"/>
              </a:ext>
            </a:extLst>
          </p:cNvPr>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220638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Custom Layout">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alphaModFix amt="35000"/>
          </a:blip>
          <a:srcRect l="3012" r="3012"/>
          <a:stretch/>
        </p:blipFill>
        <p:spPr>
          <a:xfrm>
            <a:off x="0" y="0"/>
            <a:ext cx="9144000" cy="5715000"/>
          </a:xfrm>
          <a:prstGeom prst="rect">
            <a:avLst/>
          </a:prstGeom>
        </p:spPr>
      </p:pic>
      <p:sp>
        <p:nvSpPr>
          <p:cNvPr id="7"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4600"/>
              </a:lnSpc>
              <a:spcBef>
                <a:spcPts val="0"/>
              </a:spcBef>
              <a:spcAft>
                <a:spcPts val="400"/>
              </a:spcAft>
              <a:buNone/>
              <a:defRPr sz="44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44pt.</a:t>
            </a:r>
          </a:p>
        </p:txBody>
      </p:sp>
      <p:pic>
        <p:nvPicPr>
          <p:cNvPr id="6" name="Picture 5"/>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
        <p:nvSpPr>
          <p:cNvPr id="12" name="Slide Number Placeholder 1"/>
          <p:cNvSpPr>
            <a:spLocks noGrp="1"/>
          </p:cNvSpPr>
          <p:nvPr>
            <p:ph type="sldNum" sz="quarter" idx="4"/>
          </p:nvPr>
        </p:nvSpPr>
        <p:spPr>
          <a:xfrm>
            <a:off x="7832820" y="5140417"/>
            <a:ext cx="993348" cy="304271"/>
          </a:xfrm>
        </p:spPr>
        <p:txBody>
          <a:bodyPr/>
          <a:lstStyle>
            <a:lvl1pPr>
              <a:defRPr>
                <a:solidFill>
                  <a:schemeClr val="bg2"/>
                </a:solidFill>
              </a:defRPr>
            </a:lvl1pPr>
          </a:lstStyle>
          <a:p>
            <a:r>
              <a:rPr lang="en-US"/>
              <a:t>&lt;  </a:t>
            </a:r>
            <a:fld id="{5693902F-D8FF-914C-998A-ABB2ED9E1606}" type="slidenum">
              <a:rPr lang="en-US" smtClean="0"/>
              <a:pPr/>
              <a:t>‹#›</a:t>
            </a:fld>
            <a:endParaRPr lang="en-US"/>
          </a:p>
        </p:txBody>
      </p:sp>
      <p:pic>
        <p:nvPicPr>
          <p:cNvPr id="8" name="Picture 7">
            <a:extLst>
              <a:ext uri="{FF2B5EF4-FFF2-40B4-BE49-F238E27FC236}">
                <a16:creationId xmlns:a16="http://schemas.microsoft.com/office/drawing/2014/main" id="{6BEB813C-0413-4BDA-858D-BAD7ADC6CCC3}"/>
              </a:ext>
            </a:extLst>
          </p:cNvPr>
          <p:cNvPicPr>
            <a:picLocks noChangeAspect="1"/>
          </p:cNvPicPr>
          <p:nvPr userDrawn="1"/>
        </p:nvPicPr>
        <p:blipFill rotWithShape="1">
          <a:blip r:embed="rId2">
            <a:alphaModFix amt="35000"/>
          </a:blip>
          <a:srcRect l="3012" r="3012"/>
          <a:stretch/>
        </p:blipFill>
        <p:spPr>
          <a:xfrm>
            <a:off x="0" y="0"/>
            <a:ext cx="9144000" cy="5715000"/>
          </a:xfrm>
          <a:prstGeom prst="rect">
            <a:avLst/>
          </a:prstGeom>
        </p:spPr>
      </p:pic>
      <p:pic>
        <p:nvPicPr>
          <p:cNvPr id="9" name="Picture 8">
            <a:extLst>
              <a:ext uri="{FF2B5EF4-FFF2-40B4-BE49-F238E27FC236}">
                <a16:creationId xmlns:a16="http://schemas.microsoft.com/office/drawing/2014/main" id="{4037D52B-9E30-4CB7-BC1F-1CA365575944}"/>
              </a:ext>
            </a:extLst>
          </p:cNvPr>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4193997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7_Custom Layout">
    <p:bg>
      <p:bgPr>
        <a:solidFill>
          <a:schemeClr val="accent3"/>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2">
            <a:alphaModFix amt="25000"/>
          </a:blip>
          <a:srcRect l="3012" r="3012"/>
          <a:stretch/>
        </p:blipFill>
        <p:spPr>
          <a:xfrm>
            <a:off x="0" y="0"/>
            <a:ext cx="9144000" cy="5715000"/>
          </a:xfrm>
          <a:prstGeom prst="rect">
            <a:avLst/>
          </a:prstGeom>
        </p:spPr>
      </p:pic>
      <p:sp>
        <p:nvSpPr>
          <p:cNvPr id="7" name="Text Placeholder 11"/>
          <p:cNvSpPr>
            <a:spLocks noGrp="1"/>
          </p:cNvSpPr>
          <p:nvPr>
            <p:ph type="body" sz="quarter" idx="10" hasCustomPrompt="1"/>
          </p:nvPr>
        </p:nvSpPr>
        <p:spPr>
          <a:xfrm>
            <a:off x="713330" y="1604169"/>
            <a:ext cx="7680576" cy="2506662"/>
          </a:xfrm>
          <a:prstGeom prst="rect">
            <a:avLst/>
          </a:prstGeom>
        </p:spPr>
        <p:txBody>
          <a:bodyPr lIns="0" tIns="0" rIns="0" bIns="0" anchor="ctr"/>
          <a:lstStyle>
            <a:lvl1pPr marL="0" indent="0">
              <a:lnSpc>
                <a:spcPts val="4000"/>
              </a:lnSpc>
              <a:spcBef>
                <a:spcPts val="0"/>
              </a:spcBef>
              <a:spcAft>
                <a:spcPts val="400"/>
              </a:spcAft>
              <a:buNone/>
              <a:defRPr sz="38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38pt.</a:t>
            </a:r>
          </a:p>
        </p:txBody>
      </p:sp>
      <p:sp>
        <p:nvSpPr>
          <p:cNvPr id="12"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3" name="Picture 12"/>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pic>
        <p:nvPicPr>
          <p:cNvPr id="6" name="Picture 5">
            <a:extLst>
              <a:ext uri="{FF2B5EF4-FFF2-40B4-BE49-F238E27FC236}">
                <a16:creationId xmlns:a16="http://schemas.microsoft.com/office/drawing/2014/main" id="{83F12F8B-6510-4C54-A77C-0FBB4767E186}"/>
              </a:ext>
            </a:extLst>
          </p:cNvPr>
          <p:cNvPicPr>
            <a:picLocks noChangeAspect="1"/>
          </p:cNvPicPr>
          <p:nvPr userDrawn="1"/>
        </p:nvPicPr>
        <p:blipFill rotWithShape="1">
          <a:blip r:embed="rId2">
            <a:alphaModFix amt="25000"/>
          </a:blip>
          <a:srcRect l="3012" r="3012"/>
          <a:stretch/>
        </p:blipFill>
        <p:spPr>
          <a:xfrm>
            <a:off x="0" y="0"/>
            <a:ext cx="9144000" cy="5715000"/>
          </a:xfrm>
          <a:prstGeom prst="rect">
            <a:avLst/>
          </a:prstGeom>
        </p:spPr>
      </p:pic>
      <p:pic>
        <p:nvPicPr>
          <p:cNvPr id="8" name="Picture 7">
            <a:extLst>
              <a:ext uri="{FF2B5EF4-FFF2-40B4-BE49-F238E27FC236}">
                <a16:creationId xmlns:a16="http://schemas.microsoft.com/office/drawing/2014/main" id="{6761C7AE-3D6C-47E9-95E5-9CC83760674C}"/>
              </a:ext>
            </a:extLst>
          </p:cNvPr>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1243625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9_Custom Layout">
    <p:bg>
      <p:bgPr>
        <a:solidFill>
          <a:srgbClr val="C4C6CE"/>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rotWithShape="1">
          <a:blip r:embed="rId2">
            <a:alphaModFix amt="20000"/>
          </a:blip>
          <a:srcRect l="3012" r="3012"/>
          <a:stretch/>
        </p:blipFill>
        <p:spPr>
          <a:xfrm>
            <a:off x="0" y="0"/>
            <a:ext cx="9144000" cy="5715000"/>
          </a:xfrm>
          <a:prstGeom prst="rect">
            <a:avLst/>
          </a:prstGeom>
        </p:spPr>
      </p:pic>
      <p:sp>
        <p:nvSpPr>
          <p:cNvPr id="7"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4600"/>
              </a:lnSpc>
              <a:spcBef>
                <a:spcPts val="0"/>
              </a:spcBef>
              <a:spcAft>
                <a:spcPts val="400"/>
              </a:spcAft>
              <a:buNone/>
              <a:defRPr sz="44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44pt.</a:t>
            </a:r>
          </a:p>
        </p:txBody>
      </p:sp>
      <p:sp>
        <p:nvSpPr>
          <p:cNvPr id="12"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3" name="Picture 12"/>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pic>
        <p:nvPicPr>
          <p:cNvPr id="6" name="Picture 5">
            <a:extLst>
              <a:ext uri="{FF2B5EF4-FFF2-40B4-BE49-F238E27FC236}">
                <a16:creationId xmlns:a16="http://schemas.microsoft.com/office/drawing/2014/main" id="{BEF96E16-75DF-42C0-86F2-BADBF8CEF42F}"/>
              </a:ext>
            </a:extLst>
          </p:cNvPr>
          <p:cNvPicPr>
            <a:picLocks noChangeAspect="1"/>
          </p:cNvPicPr>
          <p:nvPr userDrawn="1"/>
        </p:nvPicPr>
        <p:blipFill rotWithShape="1">
          <a:blip r:embed="rId2">
            <a:alphaModFix amt="20000"/>
          </a:blip>
          <a:srcRect l="3012" r="3012"/>
          <a:stretch/>
        </p:blipFill>
        <p:spPr>
          <a:xfrm>
            <a:off x="0" y="0"/>
            <a:ext cx="9144000" cy="5715000"/>
          </a:xfrm>
          <a:prstGeom prst="rect">
            <a:avLst/>
          </a:prstGeom>
        </p:spPr>
      </p:pic>
      <p:pic>
        <p:nvPicPr>
          <p:cNvPr id="8" name="Picture 7">
            <a:extLst>
              <a:ext uri="{FF2B5EF4-FFF2-40B4-BE49-F238E27FC236}">
                <a16:creationId xmlns:a16="http://schemas.microsoft.com/office/drawing/2014/main" id="{09971C46-CB60-4BCE-A4E9-BE1F0C30C110}"/>
              </a:ext>
            </a:extLst>
          </p:cNvPr>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1350532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6_Custom Layout">
    <p:bg>
      <p:bgPr>
        <a:solidFill>
          <a:srgbClr val="BB4728"/>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alphaModFix amt="25000"/>
          </a:blip>
          <a:srcRect l="3012" r="3012"/>
          <a:stretch/>
        </p:blipFill>
        <p:spPr>
          <a:xfrm>
            <a:off x="0" y="0"/>
            <a:ext cx="9144000" cy="5715000"/>
          </a:xfrm>
          <a:prstGeom prst="rect">
            <a:avLst/>
          </a:prstGeom>
        </p:spPr>
      </p:pic>
      <p:sp>
        <p:nvSpPr>
          <p:cNvPr id="8"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3400"/>
              </a:lnSpc>
              <a:spcBef>
                <a:spcPts val="0"/>
              </a:spcBef>
              <a:spcAft>
                <a:spcPts val="400"/>
              </a:spcAft>
              <a:buNone/>
              <a:defRPr sz="32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32pt.</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2" name="Picture 11"/>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pic>
        <p:nvPicPr>
          <p:cNvPr id="6" name="Picture 5">
            <a:extLst>
              <a:ext uri="{FF2B5EF4-FFF2-40B4-BE49-F238E27FC236}">
                <a16:creationId xmlns:a16="http://schemas.microsoft.com/office/drawing/2014/main" id="{3DCF05A5-58A7-4AED-BFE9-CBDCBDB7442B}"/>
              </a:ext>
            </a:extLst>
          </p:cNvPr>
          <p:cNvPicPr>
            <a:picLocks noChangeAspect="1"/>
          </p:cNvPicPr>
          <p:nvPr userDrawn="1"/>
        </p:nvPicPr>
        <p:blipFill rotWithShape="1">
          <a:blip r:embed="rId2">
            <a:alphaModFix amt="25000"/>
          </a:blip>
          <a:srcRect l="3012" r="3012"/>
          <a:stretch/>
        </p:blipFill>
        <p:spPr>
          <a:xfrm>
            <a:off x="0" y="0"/>
            <a:ext cx="9144000" cy="5715000"/>
          </a:xfrm>
          <a:prstGeom prst="rect">
            <a:avLst/>
          </a:prstGeom>
        </p:spPr>
      </p:pic>
      <p:pic>
        <p:nvPicPr>
          <p:cNvPr id="7" name="Picture 6">
            <a:extLst>
              <a:ext uri="{FF2B5EF4-FFF2-40B4-BE49-F238E27FC236}">
                <a16:creationId xmlns:a16="http://schemas.microsoft.com/office/drawing/2014/main" id="{87A20834-563F-46A6-AFE6-49EF2BA188EF}"/>
              </a:ext>
            </a:extLst>
          </p:cNvPr>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53595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8_Custom Layout">
    <p:bg>
      <p:bgPr>
        <a:solidFill>
          <a:srgbClr val="D25B30"/>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alphaModFix amt="20000"/>
          </a:blip>
          <a:srcRect l="3012" r="3012"/>
          <a:stretch/>
        </p:blipFill>
        <p:spPr>
          <a:xfrm>
            <a:off x="0" y="0"/>
            <a:ext cx="9144000" cy="5715000"/>
          </a:xfrm>
          <a:prstGeom prst="rect">
            <a:avLst/>
          </a:prstGeom>
        </p:spPr>
      </p:pic>
      <p:sp>
        <p:nvSpPr>
          <p:cNvPr id="8"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3400"/>
              </a:lnSpc>
              <a:spcBef>
                <a:spcPts val="0"/>
              </a:spcBef>
              <a:spcAft>
                <a:spcPts val="400"/>
              </a:spcAft>
              <a:buNone/>
              <a:defRPr sz="32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32pt.</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1" name="Picture 10"/>
          <p:cNvPicPr>
            <a:picLocks noChangeAspect="1"/>
          </p:cNvPicPr>
          <p:nvPr/>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pic>
        <p:nvPicPr>
          <p:cNvPr id="6" name="Picture 5">
            <a:extLst>
              <a:ext uri="{FF2B5EF4-FFF2-40B4-BE49-F238E27FC236}">
                <a16:creationId xmlns:a16="http://schemas.microsoft.com/office/drawing/2014/main" id="{21AA7EC7-6E1D-4D32-9D61-4EE4F7CCD41B}"/>
              </a:ext>
            </a:extLst>
          </p:cNvPr>
          <p:cNvPicPr>
            <a:picLocks noChangeAspect="1"/>
          </p:cNvPicPr>
          <p:nvPr userDrawn="1"/>
        </p:nvPicPr>
        <p:blipFill rotWithShape="1">
          <a:blip r:embed="rId2">
            <a:alphaModFix amt="20000"/>
          </a:blip>
          <a:srcRect l="3012" r="3012"/>
          <a:stretch/>
        </p:blipFill>
        <p:spPr>
          <a:xfrm>
            <a:off x="0" y="0"/>
            <a:ext cx="9144000" cy="5715000"/>
          </a:xfrm>
          <a:prstGeom prst="rect">
            <a:avLst/>
          </a:prstGeom>
        </p:spPr>
      </p:pic>
      <p:pic>
        <p:nvPicPr>
          <p:cNvPr id="7" name="Picture 6">
            <a:extLst>
              <a:ext uri="{FF2B5EF4-FFF2-40B4-BE49-F238E27FC236}">
                <a16:creationId xmlns:a16="http://schemas.microsoft.com/office/drawing/2014/main" id="{D80B41BE-196D-45F5-A22D-F3BB1F848B21}"/>
              </a:ext>
            </a:extLst>
          </p:cNvPr>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389140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2708447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with Title (1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cxnSp>
        <p:nvCxnSpPr>
          <p:cNvPr id="6" name="Straight Connector 5"/>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5"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7" name="Straight Connector 6">
            <a:extLst>
              <a:ext uri="{FF2B5EF4-FFF2-40B4-BE49-F238E27FC236}">
                <a16:creationId xmlns:a16="http://schemas.microsoft.com/office/drawing/2014/main" id="{C86C47BA-7B25-486A-811F-D5551BC1F8E0}"/>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860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1 line) and Content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7" name="Text Placeholder 16"/>
          <p:cNvSpPr>
            <a:spLocks noGrp="1"/>
          </p:cNvSpPr>
          <p:nvPr>
            <p:ph type="body" sz="quarter" idx="12" hasCustomPrompt="1"/>
          </p:nvPr>
        </p:nvSpPr>
        <p:spPr>
          <a:xfrm>
            <a:off x="503237" y="1039643"/>
            <a:ext cx="8135746"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title style</a:t>
            </a:r>
          </a:p>
        </p:txBody>
      </p:sp>
      <p:cxnSp>
        <p:nvCxnSpPr>
          <p:cNvPr id="6" name="Straight Connector 5"/>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8" name="Straight Connector 7">
            <a:extLst>
              <a:ext uri="{FF2B5EF4-FFF2-40B4-BE49-F238E27FC236}">
                <a16:creationId xmlns:a16="http://schemas.microsoft.com/office/drawing/2014/main" id="{135ABD28-D1F9-4D11-87C8-ED5613F19283}"/>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770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1 line) and Bullets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7" name="Text Placeholder 16"/>
          <p:cNvSpPr>
            <a:spLocks noGrp="1"/>
          </p:cNvSpPr>
          <p:nvPr>
            <p:ph type="body" sz="quarter" idx="12"/>
          </p:nvPr>
        </p:nvSpPr>
        <p:spPr>
          <a:xfrm>
            <a:off x="503237" y="1039643"/>
            <a:ext cx="8135746"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6"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8" name="Straight Connector 7">
            <a:extLst>
              <a:ext uri="{FF2B5EF4-FFF2-40B4-BE49-F238E27FC236}">
                <a16:creationId xmlns:a16="http://schemas.microsoft.com/office/drawing/2014/main" id="{B0C3CE63-6C87-4464-9A8D-3325DEFD2BAE}"/>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3927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2 lines) and Content (1 column)">
    <p:spTree>
      <p:nvGrpSpPr>
        <p:cNvPr id="1" name=""/>
        <p:cNvGrpSpPr/>
        <p:nvPr/>
      </p:nvGrpSpPr>
      <p:grpSpPr>
        <a:xfrm>
          <a:off x="0" y="0"/>
          <a:ext cx="0" cy="0"/>
          <a:chOff x="0" y="0"/>
          <a:chExt cx="0" cy="0"/>
        </a:xfrm>
      </p:grpSpPr>
      <p:sp>
        <p:nvSpPr>
          <p:cNvPr id="11" name="Text Placeholder 16"/>
          <p:cNvSpPr>
            <a:spLocks noGrp="1"/>
          </p:cNvSpPr>
          <p:nvPr>
            <p:ph type="body" sz="quarter" idx="12"/>
          </p:nvPr>
        </p:nvSpPr>
        <p:spPr>
          <a:xfrm>
            <a:off x="503237" y="1305214"/>
            <a:ext cx="8135746" cy="3368216"/>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7"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cxnSp>
        <p:nvCxnSpPr>
          <p:cNvPr id="8" name="Straight Connector 7"/>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6"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9" name="Straight Connector 8">
            <a:extLst>
              <a:ext uri="{FF2B5EF4-FFF2-40B4-BE49-F238E27FC236}">
                <a16:creationId xmlns:a16="http://schemas.microsoft.com/office/drawing/2014/main" id="{2AE0F392-D41B-44B9-A94B-7B6283F6882A}"/>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29379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2 lines) and Bullets (1 column)">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6" name="Text Placeholder 16"/>
          <p:cNvSpPr>
            <a:spLocks noGrp="1"/>
          </p:cNvSpPr>
          <p:nvPr>
            <p:ph type="body" sz="quarter" idx="12"/>
          </p:nvPr>
        </p:nvSpPr>
        <p:spPr>
          <a:xfrm>
            <a:off x="503237" y="1305213"/>
            <a:ext cx="8135746" cy="336821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0" name="Straight Connector 9">
            <a:extLst>
              <a:ext uri="{FF2B5EF4-FFF2-40B4-BE49-F238E27FC236}">
                <a16:creationId xmlns:a16="http://schemas.microsoft.com/office/drawing/2014/main" id="{DA39A111-8C38-4DE3-B29E-9AC541E80C1A}"/>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135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1 line) and Content (2 columns)">
    <p:spTree>
      <p:nvGrpSpPr>
        <p:cNvPr id="1" name=""/>
        <p:cNvGrpSpPr/>
        <p:nvPr/>
      </p:nvGrpSpPr>
      <p:grpSpPr>
        <a:xfrm>
          <a:off x="0" y="0"/>
          <a:ext cx="0" cy="0"/>
          <a:chOff x="0" y="0"/>
          <a:chExt cx="0" cy="0"/>
        </a:xfrm>
      </p:grpSpPr>
      <p:sp>
        <p:nvSpPr>
          <p:cNvPr id="7" name="Text Placeholder 16"/>
          <p:cNvSpPr>
            <a:spLocks noGrp="1"/>
          </p:cNvSpPr>
          <p:nvPr>
            <p:ph type="body" sz="quarter" idx="12"/>
          </p:nvPr>
        </p:nvSpPr>
        <p:spPr>
          <a:xfrm>
            <a:off x="503237" y="1039643"/>
            <a:ext cx="3928721"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0" name="Text Placeholder 16"/>
          <p:cNvSpPr>
            <a:spLocks noGrp="1"/>
          </p:cNvSpPr>
          <p:nvPr>
            <p:ph type="body" sz="quarter" idx="15"/>
          </p:nvPr>
        </p:nvSpPr>
        <p:spPr>
          <a:xfrm>
            <a:off x="4712043" y="1039643"/>
            <a:ext cx="3928721"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11" name="Straight Connector 10"/>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9" name="Straight Connector 8">
            <a:extLst>
              <a:ext uri="{FF2B5EF4-FFF2-40B4-BE49-F238E27FC236}">
                <a16:creationId xmlns:a16="http://schemas.microsoft.com/office/drawing/2014/main" id="{D31E1B30-7DBF-4DDF-B453-3DB67ACD6373}"/>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8015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1 line) and Bullets (2 columns)">
    <p:spTree>
      <p:nvGrpSpPr>
        <p:cNvPr id="1" name=""/>
        <p:cNvGrpSpPr/>
        <p:nvPr/>
      </p:nvGrpSpPr>
      <p:grpSpPr>
        <a:xfrm>
          <a:off x="0" y="0"/>
          <a:ext cx="0" cy="0"/>
          <a:chOff x="0" y="0"/>
          <a:chExt cx="0" cy="0"/>
        </a:xfrm>
      </p:grpSpPr>
      <p:sp>
        <p:nvSpPr>
          <p:cNvPr id="8" name="Text Placeholder 16"/>
          <p:cNvSpPr>
            <a:spLocks noGrp="1"/>
          </p:cNvSpPr>
          <p:nvPr>
            <p:ph type="body" sz="quarter" idx="16"/>
          </p:nvPr>
        </p:nvSpPr>
        <p:spPr>
          <a:xfrm>
            <a:off x="503239" y="1039643"/>
            <a:ext cx="392872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6"/>
          <p:cNvSpPr>
            <a:spLocks noGrp="1"/>
          </p:cNvSpPr>
          <p:nvPr>
            <p:ph type="body" sz="quarter" idx="17"/>
          </p:nvPr>
        </p:nvSpPr>
        <p:spPr>
          <a:xfrm>
            <a:off x="4710262" y="1039643"/>
            <a:ext cx="392872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cxnSp>
        <p:nvCxnSpPr>
          <p:cNvPr id="10" name="Straight Connector 9"/>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9" name="Straight Connector 8">
            <a:extLst>
              <a:ext uri="{FF2B5EF4-FFF2-40B4-BE49-F238E27FC236}">
                <a16:creationId xmlns:a16="http://schemas.microsoft.com/office/drawing/2014/main" id="{C3A9DDEB-34D7-4956-9F1F-47CFA4BD2F19}"/>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288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2 lines) and Content (2 columns)">
    <p:spTree>
      <p:nvGrpSpPr>
        <p:cNvPr id="1" name=""/>
        <p:cNvGrpSpPr/>
        <p:nvPr/>
      </p:nvGrpSpPr>
      <p:grpSpPr>
        <a:xfrm>
          <a:off x="0" y="0"/>
          <a:ext cx="0" cy="0"/>
          <a:chOff x="0" y="0"/>
          <a:chExt cx="0" cy="0"/>
        </a:xfrm>
      </p:grpSpPr>
      <p:sp>
        <p:nvSpPr>
          <p:cNvPr id="9" name="Text Placeholder 16"/>
          <p:cNvSpPr>
            <a:spLocks noGrp="1"/>
          </p:cNvSpPr>
          <p:nvPr>
            <p:ph type="body" sz="quarter" idx="16"/>
          </p:nvPr>
        </p:nvSpPr>
        <p:spPr>
          <a:xfrm>
            <a:off x="503235" y="1318263"/>
            <a:ext cx="3928721"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8" name="Text Placeholder 16"/>
          <p:cNvSpPr>
            <a:spLocks noGrp="1"/>
          </p:cNvSpPr>
          <p:nvPr>
            <p:ph type="body" sz="quarter" idx="15"/>
          </p:nvPr>
        </p:nvSpPr>
        <p:spPr>
          <a:xfrm>
            <a:off x="4712043" y="1318263"/>
            <a:ext cx="3928721"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cxnSp>
        <p:nvCxnSpPr>
          <p:cNvPr id="12" name="Straight Connector 11"/>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1" name="Straight Connector 10">
            <a:extLst>
              <a:ext uri="{FF2B5EF4-FFF2-40B4-BE49-F238E27FC236}">
                <a16:creationId xmlns:a16="http://schemas.microsoft.com/office/drawing/2014/main" id="{D26589DA-881A-4B60-8DBE-4F60CF289009}"/>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7643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2 lines) and Bullets (2 columns)">
    <p:spTree>
      <p:nvGrpSpPr>
        <p:cNvPr id="1" name=""/>
        <p:cNvGrpSpPr/>
        <p:nvPr/>
      </p:nvGrpSpPr>
      <p:grpSpPr>
        <a:xfrm>
          <a:off x="0" y="0"/>
          <a:ext cx="0" cy="0"/>
          <a:chOff x="0" y="0"/>
          <a:chExt cx="0" cy="0"/>
        </a:xfrm>
      </p:grpSpPr>
      <p:sp>
        <p:nvSpPr>
          <p:cNvPr id="12" name="Text Placeholder 16"/>
          <p:cNvSpPr>
            <a:spLocks noGrp="1"/>
          </p:cNvSpPr>
          <p:nvPr>
            <p:ph type="body" sz="quarter" idx="18"/>
          </p:nvPr>
        </p:nvSpPr>
        <p:spPr>
          <a:xfrm>
            <a:off x="4710262" y="1318263"/>
            <a:ext cx="392872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7" name="Text Placeholder 16"/>
          <p:cNvSpPr>
            <a:spLocks noGrp="1"/>
          </p:cNvSpPr>
          <p:nvPr>
            <p:ph type="body" sz="quarter" idx="17"/>
          </p:nvPr>
        </p:nvSpPr>
        <p:spPr>
          <a:xfrm>
            <a:off x="503237" y="1318263"/>
            <a:ext cx="392872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1" name="Straight Connector 10">
            <a:extLst>
              <a:ext uri="{FF2B5EF4-FFF2-40B4-BE49-F238E27FC236}">
                <a16:creationId xmlns:a16="http://schemas.microsoft.com/office/drawing/2014/main" id="{524CC0B6-7C06-41FD-8C57-85D562AE1A13}"/>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68387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1 line) and Content (3 columns)">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cxnSp>
        <p:nvCxnSpPr>
          <p:cNvPr id="8" name="Straight Connector 7"/>
          <p:cNvCxnSpPr/>
          <p:nvPr/>
        </p:nvCxnSpPr>
        <p:spPr>
          <a:xfrm>
            <a:off x="-13960" y="666750"/>
            <a:ext cx="915796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Text Placeholder 16"/>
          <p:cNvSpPr>
            <a:spLocks noGrp="1"/>
          </p:cNvSpPr>
          <p:nvPr>
            <p:ph type="body" sz="quarter" idx="12"/>
          </p:nvPr>
        </p:nvSpPr>
        <p:spPr>
          <a:xfrm>
            <a:off x="503238" y="1039643"/>
            <a:ext cx="2524600"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2" name="Text Placeholder 16"/>
          <p:cNvSpPr>
            <a:spLocks noGrp="1"/>
          </p:cNvSpPr>
          <p:nvPr>
            <p:ph type="body" sz="quarter" idx="15"/>
          </p:nvPr>
        </p:nvSpPr>
        <p:spPr>
          <a:xfrm>
            <a:off x="3308364" y="1039643"/>
            <a:ext cx="2524602"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4" name="Text Placeholder 16"/>
          <p:cNvSpPr>
            <a:spLocks noGrp="1"/>
          </p:cNvSpPr>
          <p:nvPr>
            <p:ph type="body" sz="quarter" idx="17"/>
          </p:nvPr>
        </p:nvSpPr>
        <p:spPr>
          <a:xfrm>
            <a:off x="6113492" y="1039643"/>
            <a:ext cx="2524602"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0" name="Straight Connector 9">
            <a:extLst>
              <a:ext uri="{FF2B5EF4-FFF2-40B4-BE49-F238E27FC236}">
                <a16:creationId xmlns:a16="http://schemas.microsoft.com/office/drawing/2014/main" id="{DE0D84CC-10B4-495D-B517-E4597995CA87}"/>
              </a:ext>
            </a:extLst>
          </p:cNvPr>
          <p:cNvCxnSpPr/>
          <p:nvPr userDrawn="1"/>
        </p:nvCxnSpPr>
        <p:spPr>
          <a:xfrm>
            <a:off x="-13960" y="666750"/>
            <a:ext cx="915796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8159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Title (1 line) and Bullets (3 columns)">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9" name="Text Placeholder 16"/>
          <p:cNvSpPr>
            <a:spLocks noGrp="1"/>
          </p:cNvSpPr>
          <p:nvPr>
            <p:ph type="body" sz="quarter" idx="16"/>
          </p:nvPr>
        </p:nvSpPr>
        <p:spPr>
          <a:xfrm>
            <a:off x="503237" y="1039643"/>
            <a:ext cx="252460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6"/>
          <p:cNvSpPr>
            <a:spLocks noGrp="1"/>
          </p:cNvSpPr>
          <p:nvPr>
            <p:ph type="body" sz="quarter" idx="19"/>
          </p:nvPr>
        </p:nvSpPr>
        <p:spPr>
          <a:xfrm>
            <a:off x="6114458" y="1039643"/>
            <a:ext cx="252460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6"/>
          <p:cNvSpPr>
            <a:spLocks noGrp="1"/>
          </p:cNvSpPr>
          <p:nvPr>
            <p:ph type="body" sz="quarter" idx="20"/>
          </p:nvPr>
        </p:nvSpPr>
        <p:spPr>
          <a:xfrm>
            <a:off x="3308364" y="1039643"/>
            <a:ext cx="252460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0" name="Straight Connector 9">
            <a:extLst>
              <a:ext uri="{FF2B5EF4-FFF2-40B4-BE49-F238E27FC236}">
                <a16:creationId xmlns:a16="http://schemas.microsoft.com/office/drawing/2014/main" id="{E251B985-9C02-461D-82AC-B5FC5A1FF650}"/>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23989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lines) and Content (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10" name="Text Placeholder 16"/>
          <p:cNvSpPr>
            <a:spLocks noGrp="1"/>
          </p:cNvSpPr>
          <p:nvPr>
            <p:ph type="body" sz="quarter" idx="12"/>
          </p:nvPr>
        </p:nvSpPr>
        <p:spPr>
          <a:xfrm>
            <a:off x="503238" y="1318263"/>
            <a:ext cx="2524600"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1" name="Text Placeholder 16"/>
          <p:cNvSpPr>
            <a:spLocks noGrp="1"/>
          </p:cNvSpPr>
          <p:nvPr>
            <p:ph type="body" sz="quarter" idx="15"/>
          </p:nvPr>
        </p:nvSpPr>
        <p:spPr>
          <a:xfrm>
            <a:off x="3308364" y="1318263"/>
            <a:ext cx="2524602"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3" name="Text Placeholder 16"/>
          <p:cNvSpPr>
            <a:spLocks noGrp="1"/>
          </p:cNvSpPr>
          <p:nvPr>
            <p:ph type="body" sz="quarter" idx="17"/>
          </p:nvPr>
        </p:nvSpPr>
        <p:spPr>
          <a:xfrm>
            <a:off x="6113492" y="1318263"/>
            <a:ext cx="2524602"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15" name="Straight Connector 14"/>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2" name="Straight Connector 11">
            <a:extLst>
              <a:ext uri="{FF2B5EF4-FFF2-40B4-BE49-F238E27FC236}">
                <a16:creationId xmlns:a16="http://schemas.microsoft.com/office/drawing/2014/main" id="{7F50A5F2-7FD8-417A-B612-D0E00FE1C120}"/>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2560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2 lines) and Bullets (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14" name="Text Placeholder 16"/>
          <p:cNvSpPr>
            <a:spLocks noGrp="1"/>
          </p:cNvSpPr>
          <p:nvPr>
            <p:ph type="body" sz="quarter" idx="16"/>
          </p:nvPr>
        </p:nvSpPr>
        <p:spPr>
          <a:xfrm>
            <a:off x="503237" y="1318263"/>
            <a:ext cx="252460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6"/>
          <p:cNvSpPr>
            <a:spLocks noGrp="1"/>
          </p:cNvSpPr>
          <p:nvPr>
            <p:ph type="body" sz="quarter" idx="19"/>
          </p:nvPr>
        </p:nvSpPr>
        <p:spPr>
          <a:xfrm>
            <a:off x="6114458" y="1318263"/>
            <a:ext cx="252460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6"/>
          <p:cNvSpPr>
            <a:spLocks noGrp="1"/>
          </p:cNvSpPr>
          <p:nvPr>
            <p:ph type="body" sz="quarter" idx="20"/>
          </p:nvPr>
        </p:nvSpPr>
        <p:spPr>
          <a:xfrm>
            <a:off x="3308364" y="1318263"/>
            <a:ext cx="252460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0" name="Straight Connector 9">
            <a:extLst>
              <a:ext uri="{FF2B5EF4-FFF2-40B4-BE49-F238E27FC236}">
                <a16:creationId xmlns:a16="http://schemas.microsoft.com/office/drawing/2014/main" id="{34C0E48D-ECF2-4181-84DD-8EFEAA2F2A53}"/>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0264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1 line) and Content (2/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7" name="Text Placeholder 16"/>
          <p:cNvSpPr>
            <a:spLocks noGrp="1"/>
          </p:cNvSpPr>
          <p:nvPr>
            <p:ph type="body" sz="quarter" idx="15"/>
          </p:nvPr>
        </p:nvSpPr>
        <p:spPr>
          <a:xfrm>
            <a:off x="503237" y="1039643"/>
            <a:ext cx="532972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1" name="Text Placeholder 16"/>
          <p:cNvSpPr>
            <a:spLocks noGrp="1"/>
          </p:cNvSpPr>
          <p:nvPr>
            <p:ph type="body" sz="quarter" idx="17"/>
          </p:nvPr>
        </p:nvSpPr>
        <p:spPr>
          <a:xfrm>
            <a:off x="6113492" y="1039643"/>
            <a:ext cx="2524602"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12" name="Straight Connector 11"/>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0" name="Straight Connector 9">
            <a:extLst>
              <a:ext uri="{FF2B5EF4-FFF2-40B4-BE49-F238E27FC236}">
                <a16:creationId xmlns:a16="http://schemas.microsoft.com/office/drawing/2014/main" id="{4182A1D6-3903-4501-BF23-2175C996C7A6}"/>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54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1 line) and Bullets (2/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0" name="Text Placeholder 16"/>
          <p:cNvSpPr>
            <a:spLocks noGrp="1"/>
          </p:cNvSpPr>
          <p:nvPr>
            <p:ph type="body" sz="quarter" idx="19"/>
          </p:nvPr>
        </p:nvSpPr>
        <p:spPr>
          <a:xfrm>
            <a:off x="6114458" y="1039643"/>
            <a:ext cx="252460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6"/>
          <p:cNvSpPr>
            <a:spLocks noGrp="1"/>
          </p:cNvSpPr>
          <p:nvPr>
            <p:ph type="body" sz="quarter" idx="20"/>
          </p:nvPr>
        </p:nvSpPr>
        <p:spPr>
          <a:xfrm>
            <a:off x="502271" y="1039643"/>
            <a:ext cx="5330695"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9" name="Straight Connector 8">
            <a:extLst>
              <a:ext uri="{FF2B5EF4-FFF2-40B4-BE49-F238E27FC236}">
                <a16:creationId xmlns:a16="http://schemas.microsoft.com/office/drawing/2014/main" id="{58088D43-097D-4BB5-8DBA-7303624EA96F}"/>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10213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2 lines) and Content (2/3 columns)">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7" name="Text Placeholder 16"/>
          <p:cNvSpPr>
            <a:spLocks noGrp="1"/>
          </p:cNvSpPr>
          <p:nvPr>
            <p:ph type="body" sz="quarter" idx="15"/>
          </p:nvPr>
        </p:nvSpPr>
        <p:spPr>
          <a:xfrm>
            <a:off x="503239" y="1318263"/>
            <a:ext cx="532972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9" name="Text Placeholder 16"/>
          <p:cNvSpPr>
            <a:spLocks noGrp="1"/>
          </p:cNvSpPr>
          <p:nvPr>
            <p:ph type="body" sz="quarter" idx="17"/>
          </p:nvPr>
        </p:nvSpPr>
        <p:spPr>
          <a:xfrm>
            <a:off x="6113492" y="1318263"/>
            <a:ext cx="2524602"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10" name="Straight Connector 9"/>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2" name="Straight Connector 11">
            <a:extLst>
              <a:ext uri="{FF2B5EF4-FFF2-40B4-BE49-F238E27FC236}">
                <a16:creationId xmlns:a16="http://schemas.microsoft.com/office/drawing/2014/main" id="{BE3F8469-CCA6-4CF8-BDF7-BA8FB8E62757}"/>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8888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2 lines) and Bullets (2/3 columns)">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8" name="Text Placeholder 16"/>
          <p:cNvSpPr>
            <a:spLocks noGrp="1"/>
          </p:cNvSpPr>
          <p:nvPr>
            <p:ph type="body" sz="quarter" idx="19"/>
          </p:nvPr>
        </p:nvSpPr>
        <p:spPr>
          <a:xfrm>
            <a:off x="6114458" y="1318263"/>
            <a:ext cx="252460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6"/>
          <p:cNvSpPr>
            <a:spLocks noGrp="1"/>
          </p:cNvSpPr>
          <p:nvPr>
            <p:ph type="body" sz="quarter" idx="20"/>
          </p:nvPr>
        </p:nvSpPr>
        <p:spPr>
          <a:xfrm>
            <a:off x="502271" y="1318263"/>
            <a:ext cx="5330695"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2" name="Straight Connector 11">
            <a:extLst>
              <a:ext uri="{FF2B5EF4-FFF2-40B4-BE49-F238E27FC236}">
                <a16:creationId xmlns:a16="http://schemas.microsoft.com/office/drawing/2014/main" id="{DA21035F-2498-4DF2-8AC9-D69A816A370C}"/>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4750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1 line) and Content (1/3 columns)">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3" name="Text Placeholder 16"/>
          <p:cNvSpPr>
            <a:spLocks noGrp="1"/>
          </p:cNvSpPr>
          <p:nvPr>
            <p:ph type="body" sz="quarter" idx="17"/>
          </p:nvPr>
        </p:nvSpPr>
        <p:spPr>
          <a:xfrm>
            <a:off x="3308363" y="1039643"/>
            <a:ext cx="5329731"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4" name="Text Placeholder 16"/>
          <p:cNvSpPr>
            <a:spLocks noGrp="1"/>
          </p:cNvSpPr>
          <p:nvPr>
            <p:ph type="body" sz="quarter" idx="18"/>
          </p:nvPr>
        </p:nvSpPr>
        <p:spPr>
          <a:xfrm>
            <a:off x="503238" y="1039643"/>
            <a:ext cx="2524600"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10" name="Straight Connector 9"/>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9" name="Straight Connector 8">
            <a:extLst>
              <a:ext uri="{FF2B5EF4-FFF2-40B4-BE49-F238E27FC236}">
                <a16:creationId xmlns:a16="http://schemas.microsoft.com/office/drawing/2014/main" id="{FBD6972D-57CB-435A-9019-B1C959DDD12D}"/>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9849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1 line) and Bullets (1/3 columns)">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0" name="Text Placeholder 16"/>
          <p:cNvSpPr>
            <a:spLocks noGrp="1"/>
          </p:cNvSpPr>
          <p:nvPr>
            <p:ph type="body" sz="quarter" idx="20"/>
          </p:nvPr>
        </p:nvSpPr>
        <p:spPr>
          <a:xfrm>
            <a:off x="3309698" y="1039643"/>
            <a:ext cx="5328395"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6"/>
          <p:cNvSpPr>
            <a:spLocks noGrp="1"/>
          </p:cNvSpPr>
          <p:nvPr>
            <p:ph type="body" sz="quarter" idx="21"/>
          </p:nvPr>
        </p:nvSpPr>
        <p:spPr>
          <a:xfrm>
            <a:off x="503237" y="1039643"/>
            <a:ext cx="252460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9" name="Straight Connector 8">
            <a:extLst>
              <a:ext uri="{FF2B5EF4-FFF2-40B4-BE49-F238E27FC236}">
                <a16:creationId xmlns:a16="http://schemas.microsoft.com/office/drawing/2014/main" id="{2916E1E5-97DB-4573-B322-6B2296C8CA31}"/>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30068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2 lines) and Content (1/3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9" name="Text Placeholder 16"/>
          <p:cNvSpPr>
            <a:spLocks noGrp="1"/>
          </p:cNvSpPr>
          <p:nvPr>
            <p:ph type="body" sz="quarter" idx="17"/>
          </p:nvPr>
        </p:nvSpPr>
        <p:spPr>
          <a:xfrm>
            <a:off x="3308363" y="1318263"/>
            <a:ext cx="5329731"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3" name="Text Placeholder 16"/>
          <p:cNvSpPr>
            <a:spLocks noGrp="1"/>
          </p:cNvSpPr>
          <p:nvPr>
            <p:ph type="body" sz="quarter" idx="18"/>
          </p:nvPr>
        </p:nvSpPr>
        <p:spPr>
          <a:xfrm>
            <a:off x="503238" y="1318263"/>
            <a:ext cx="2524600"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8" name="Straight Connector 7"/>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1" name="Straight Connector 10">
            <a:extLst>
              <a:ext uri="{FF2B5EF4-FFF2-40B4-BE49-F238E27FC236}">
                <a16:creationId xmlns:a16="http://schemas.microsoft.com/office/drawing/2014/main" id="{CBD8819F-472E-4E59-9DD6-644ABFDFEE5F}"/>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66420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2 lines) and Bullets (1/3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7" name="Text Placeholder 16"/>
          <p:cNvSpPr>
            <a:spLocks noGrp="1"/>
          </p:cNvSpPr>
          <p:nvPr>
            <p:ph type="body" sz="quarter" idx="20"/>
          </p:nvPr>
        </p:nvSpPr>
        <p:spPr>
          <a:xfrm>
            <a:off x="3309698" y="1318263"/>
            <a:ext cx="5328395"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6"/>
          <p:cNvSpPr>
            <a:spLocks noGrp="1"/>
          </p:cNvSpPr>
          <p:nvPr>
            <p:ph type="body" sz="quarter" idx="21"/>
          </p:nvPr>
        </p:nvSpPr>
        <p:spPr>
          <a:xfrm>
            <a:off x="503237" y="1318263"/>
            <a:ext cx="252460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1" name="Straight Connector 10">
            <a:extLst>
              <a:ext uri="{FF2B5EF4-FFF2-40B4-BE49-F238E27FC236}">
                <a16:creationId xmlns:a16="http://schemas.microsoft.com/office/drawing/2014/main" id="{660DE0B7-C99E-472E-B5E0-63A4D8756BB6}"/>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91902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1 line) and Content (4 column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p>
        </p:txBody>
      </p:sp>
      <p:cxnSp>
        <p:nvCxnSpPr>
          <p:cNvPr id="5" name="Straight Connector 4"/>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Text Placeholder 16"/>
          <p:cNvSpPr>
            <a:spLocks noGrp="1"/>
          </p:cNvSpPr>
          <p:nvPr>
            <p:ph type="body" sz="quarter" idx="20"/>
          </p:nvPr>
        </p:nvSpPr>
        <p:spPr>
          <a:xfrm>
            <a:off x="4711150"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2" name="Text Placeholder 16"/>
          <p:cNvSpPr>
            <a:spLocks noGrp="1"/>
          </p:cNvSpPr>
          <p:nvPr>
            <p:ph type="body" sz="quarter" idx="21"/>
          </p:nvPr>
        </p:nvSpPr>
        <p:spPr>
          <a:xfrm>
            <a:off x="6815114"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3" name="Text Placeholder 16"/>
          <p:cNvSpPr>
            <a:spLocks noGrp="1"/>
          </p:cNvSpPr>
          <p:nvPr>
            <p:ph type="body" sz="quarter" idx="22"/>
          </p:nvPr>
        </p:nvSpPr>
        <p:spPr>
          <a:xfrm>
            <a:off x="503240"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4" name="Text Placeholder 16"/>
          <p:cNvSpPr>
            <a:spLocks noGrp="1"/>
          </p:cNvSpPr>
          <p:nvPr>
            <p:ph type="body" sz="quarter" idx="23"/>
          </p:nvPr>
        </p:nvSpPr>
        <p:spPr>
          <a:xfrm>
            <a:off x="2607204"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0" name="Straight Connector 9">
            <a:extLst>
              <a:ext uri="{FF2B5EF4-FFF2-40B4-BE49-F238E27FC236}">
                <a16:creationId xmlns:a16="http://schemas.microsoft.com/office/drawing/2014/main" id="{98D49DD1-61D9-4B86-8273-C9A018E09544}"/>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61366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1 line) and Bullets (4 column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p>
        </p:txBody>
      </p:sp>
      <p:sp>
        <p:nvSpPr>
          <p:cNvPr id="9" name="Text Placeholder 16"/>
          <p:cNvSpPr>
            <a:spLocks noGrp="1"/>
          </p:cNvSpPr>
          <p:nvPr>
            <p:ph type="body" sz="quarter" idx="24"/>
          </p:nvPr>
        </p:nvSpPr>
        <p:spPr>
          <a:xfrm>
            <a:off x="503239"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6"/>
          <p:cNvSpPr>
            <a:spLocks noGrp="1"/>
          </p:cNvSpPr>
          <p:nvPr>
            <p:ph type="body" sz="quarter" idx="25"/>
          </p:nvPr>
        </p:nvSpPr>
        <p:spPr>
          <a:xfrm>
            <a:off x="2607184"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6"/>
          <p:cNvSpPr>
            <a:spLocks noGrp="1"/>
          </p:cNvSpPr>
          <p:nvPr>
            <p:ph type="body" sz="quarter" idx="26"/>
          </p:nvPr>
        </p:nvSpPr>
        <p:spPr>
          <a:xfrm>
            <a:off x="4711151"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p:cNvSpPr>
            <a:spLocks noGrp="1"/>
          </p:cNvSpPr>
          <p:nvPr>
            <p:ph type="body" sz="quarter" idx="27"/>
          </p:nvPr>
        </p:nvSpPr>
        <p:spPr>
          <a:xfrm>
            <a:off x="6815111"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p:cNvCxnSpPr/>
          <p:nvPr/>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3" name="Straight Connector 12">
            <a:extLst>
              <a:ext uri="{FF2B5EF4-FFF2-40B4-BE49-F238E27FC236}">
                <a16:creationId xmlns:a16="http://schemas.microsoft.com/office/drawing/2014/main" id="{9C599DC8-C2C8-44C6-8B1B-ECC4FC0D3443}"/>
              </a:ext>
            </a:extLst>
          </p:cNvPr>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1841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2 lines) and Content (4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br>
              <a:rPr lang="en-US"/>
            </a:br>
            <a:endParaRPr lang="en-US"/>
          </a:p>
        </p:txBody>
      </p:sp>
      <p:sp>
        <p:nvSpPr>
          <p:cNvPr id="9" name="Text Placeholder 16"/>
          <p:cNvSpPr>
            <a:spLocks noGrp="1"/>
          </p:cNvSpPr>
          <p:nvPr>
            <p:ph type="body" sz="quarter" idx="20"/>
          </p:nvPr>
        </p:nvSpPr>
        <p:spPr>
          <a:xfrm>
            <a:off x="4711150"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2" name="Text Placeholder 16"/>
          <p:cNvSpPr>
            <a:spLocks noGrp="1"/>
          </p:cNvSpPr>
          <p:nvPr>
            <p:ph type="body" sz="quarter" idx="21"/>
          </p:nvPr>
        </p:nvSpPr>
        <p:spPr>
          <a:xfrm>
            <a:off x="6815114"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3" name="Text Placeholder 16"/>
          <p:cNvSpPr>
            <a:spLocks noGrp="1"/>
          </p:cNvSpPr>
          <p:nvPr>
            <p:ph type="body" sz="quarter" idx="22"/>
          </p:nvPr>
        </p:nvSpPr>
        <p:spPr>
          <a:xfrm>
            <a:off x="503240"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sp>
        <p:nvSpPr>
          <p:cNvPr id="14" name="Text Placeholder 16"/>
          <p:cNvSpPr>
            <a:spLocks noGrp="1"/>
          </p:cNvSpPr>
          <p:nvPr>
            <p:ph type="body" sz="quarter" idx="23"/>
          </p:nvPr>
        </p:nvSpPr>
        <p:spPr>
          <a:xfrm>
            <a:off x="2607204"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Edit Master text styles</a:t>
            </a:r>
          </a:p>
        </p:txBody>
      </p:sp>
      <p:cxnSp>
        <p:nvCxnSpPr>
          <p:cNvPr id="15" name="Straight Connector 14"/>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6" name="Straight Connector 15">
            <a:extLst>
              <a:ext uri="{FF2B5EF4-FFF2-40B4-BE49-F238E27FC236}">
                <a16:creationId xmlns:a16="http://schemas.microsoft.com/office/drawing/2014/main" id="{8B24DB2B-4F98-44E9-94E5-F6304ABF5ECC}"/>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749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2 lines) and Bullets (4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br>
              <a:rPr lang="en-US"/>
            </a:br>
            <a:endParaRPr lang="en-US"/>
          </a:p>
        </p:txBody>
      </p:sp>
      <p:sp>
        <p:nvSpPr>
          <p:cNvPr id="15" name="Text Placeholder 16"/>
          <p:cNvSpPr>
            <a:spLocks noGrp="1"/>
          </p:cNvSpPr>
          <p:nvPr>
            <p:ph type="body" sz="quarter" idx="24"/>
          </p:nvPr>
        </p:nvSpPr>
        <p:spPr>
          <a:xfrm>
            <a:off x="503238"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6"/>
          <p:cNvSpPr>
            <a:spLocks noGrp="1"/>
          </p:cNvSpPr>
          <p:nvPr>
            <p:ph type="body" sz="quarter" idx="25"/>
          </p:nvPr>
        </p:nvSpPr>
        <p:spPr>
          <a:xfrm>
            <a:off x="2607183"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p:cNvSpPr>
            <a:spLocks noGrp="1"/>
          </p:cNvSpPr>
          <p:nvPr>
            <p:ph type="body" sz="quarter" idx="26"/>
          </p:nvPr>
        </p:nvSpPr>
        <p:spPr>
          <a:xfrm>
            <a:off x="4711150"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6"/>
          <p:cNvSpPr>
            <a:spLocks noGrp="1"/>
          </p:cNvSpPr>
          <p:nvPr>
            <p:ph type="body" sz="quarter" idx="27"/>
          </p:nvPr>
        </p:nvSpPr>
        <p:spPr>
          <a:xfrm>
            <a:off x="6815111"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cxnSp>
        <p:nvCxnSpPr>
          <p:cNvPr id="12" name="Straight Connector 11">
            <a:extLst>
              <a:ext uri="{FF2B5EF4-FFF2-40B4-BE49-F238E27FC236}">
                <a16:creationId xmlns:a16="http://schemas.microsoft.com/office/drawing/2014/main" id="{D0017F84-B8A3-4AC3-B6E6-0408F914DBC9}"/>
              </a:ext>
            </a:extLst>
          </p:cNvPr>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6336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alphaModFix amt="15000"/>
          </a:blip>
          <a:srcRect l="3012" r="3012"/>
          <a:stretch/>
        </p:blipFill>
        <p:spPr>
          <a:xfrm>
            <a:off x="0" y="0"/>
            <a:ext cx="9144000" cy="5715000"/>
          </a:xfrm>
          <a:prstGeom prst="rect">
            <a:avLst/>
          </a:prstGeom>
        </p:spPr>
      </p:pic>
    </p:spTree>
    <p:extLst>
      <p:ext uri="{BB962C8B-B14F-4D97-AF65-F5344CB8AC3E}">
        <p14:creationId xmlns:p14="http://schemas.microsoft.com/office/powerpoint/2010/main" val="20617020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2_Custom Layout">
    <p:bg>
      <p:bgPr>
        <a:solidFill>
          <a:schemeClr val="tx1"/>
        </a:solid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alphaModFix amt="10000"/>
          </a:blip>
          <a:srcRect l="3012" r="3012"/>
          <a:stretch/>
        </p:blipFill>
        <p:spPr>
          <a:xfrm>
            <a:off x="0" y="0"/>
            <a:ext cx="9144000" cy="5715000"/>
          </a:xfrm>
          <a:prstGeom prst="rect">
            <a:avLst/>
          </a:prstGeom>
        </p:spPr>
      </p:pic>
      <p:pic>
        <p:nvPicPr>
          <p:cNvPr id="10" name="Picture 9"/>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
        <p:nvSpPr>
          <p:cNvPr id="11" name="Slide Number Placeholder 1"/>
          <p:cNvSpPr>
            <a:spLocks noGrp="1"/>
          </p:cNvSpPr>
          <p:nvPr>
            <p:ph type="sldNum" sz="quarter" idx="4"/>
          </p:nvPr>
        </p:nvSpPr>
        <p:spPr>
          <a:xfrm>
            <a:off x="7832820" y="5140417"/>
            <a:ext cx="993348" cy="304271"/>
          </a:xfrm>
        </p:spPr>
        <p:txBody>
          <a:bodyPr/>
          <a:lstStyle>
            <a:lvl1pPr>
              <a:defRPr>
                <a:solidFill>
                  <a:schemeClr val="bg2"/>
                </a:solidFill>
              </a:defRPr>
            </a:lvl1pPr>
          </a:lstStyle>
          <a:p>
            <a:r>
              <a:rPr lang="en-US"/>
              <a:t>&lt;  </a:t>
            </a:r>
            <a:fld id="{5693902F-D8FF-914C-998A-ABB2ED9E1606}" type="slidenum">
              <a:rPr lang="en-US" smtClean="0"/>
              <a:pPr/>
              <a:t>‹#›</a:t>
            </a:fld>
            <a:endParaRPr lang="en-US"/>
          </a:p>
        </p:txBody>
      </p:sp>
      <p:sp>
        <p:nvSpPr>
          <p:cNvPr id="12" name="Text Placeholder 11"/>
          <p:cNvSpPr>
            <a:spLocks noGrp="1"/>
          </p:cNvSpPr>
          <p:nvPr>
            <p:ph type="body" sz="quarter" idx="10" hasCustomPrompt="1"/>
          </p:nvPr>
        </p:nvSpPr>
        <p:spPr>
          <a:xfrm>
            <a:off x="713329" y="1604169"/>
            <a:ext cx="7687721" cy="2506662"/>
          </a:xfrm>
          <a:prstGeom prst="rect">
            <a:avLst/>
          </a:prstGeom>
        </p:spPr>
        <p:txBody>
          <a:bodyPr lIns="0" tIns="0" rIns="0" bIns="0" anchor="ctr"/>
          <a:lstStyle>
            <a:lvl1pPr marL="0" indent="0">
              <a:lnSpc>
                <a:spcPts val="4000"/>
              </a:lnSpc>
              <a:spcBef>
                <a:spcPts val="0"/>
              </a:spcBef>
              <a:spcAft>
                <a:spcPts val="400"/>
              </a:spcAft>
              <a:buNone/>
              <a:defRPr sz="38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38pt.</a:t>
            </a:r>
          </a:p>
        </p:txBody>
      </p:sp>
    </p:spTree>
    <p:extLst>
      <p:ext uri="{BB962C8B-B14F-4D97-AF65-F5344CB8AC3E}">
        <p14:creationId xmlns:p14="http://schemas.microsoft.com/office/powerpoint/2010/main" val="1913531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0_Custom Layout">
    <p:bg>
      <p:bgPr>
        <a:solidFill>
          <a:schemeClr val="accent1"/>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alphaModFix amt="35000"/>
          </a:blip>
          <a:srcRect l="3012" r="3012"/>
          <a:stretch/>
        </p:blipFill>
        <p:spPr>
          <a:xfrm>
            <a:off x="0" y="0"/>
            <a:ext cx="9144000" cy="5715000"/>
          </a:xfrm>
          <a:prstGeom prst="rect">
            <a:avLst/>
          </a:prstGeom>
        </p:spPr>
      </p:pic>
      <p:sp>
        <p:nvSpPr>
          <p:cNvPr id="7"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4600"/>
              </a:lnSpc>
              <a:spcBef>
                <a:spcPts val="0"/>
              </a:spcBef>
              <a:spcAft>
                <a:spcPts val="400"/>
              </a:spcAft>
              <a:buNone/>
              <a:defRPr sz="44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44pt.</a:t>
            </a:r>
          </a:p>
        </p:txBody>
      </p:sp>
      <p:pic>
        <p:nvPicPr>
          <p:cNvPr id="6" name="Picture 5"/>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
        <p:nvSpPr>
          <p:cNvPr id="12" name="Slide Number Placeholder 1"/>
          <p:cNvSpPr>
            <a:spLocks noGrp="1"/>
          </p:cNvSpPr>
          <p:nvPr>
            <p:ph type="sldNum" sz="quarter" idx="4"/>
          </p:nvPr>
        </p:nvSpPr>
        <p:spPr>
          <a:xfrm>
            <a:off x="7832820" y="5140417"/>
            <a:ext cx="993348" cy="304271"/>
          </a:xfrm>
        </p:spPr>
        <p:txBody>
          <a:bodyPr/>
          <a:lstStyle>
            <a:lvl1pPr>
              <a:defRPr>
                <a:solidFill>
                  <a:schemeClr val="bg2"/>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36186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3_Custom Layout">
    <p:bg>
      <p:bgPr>
        <a:solidFill>
          <a:schemeClr val="accent3"/>
        </a:solidFill>
        <a:effectLst/>
      </p:bgPr>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alphaModFix amt="25000"/>
          </a:blip>
          <a:srcRect l="3012" r="3012"/>
          <a:stretch/>
        </p:blipFill>
        <p:spPr>
          <a:xfrm>
            <a:off x="0" y="0"/>
            <a:ext cx="9144000" cy="5715000"/>
          </a:xfrm>
          <a:prstGeom prst="rect">
            <a:avLst/>
          </a:prstGeom>
        </p:spPr>
      </p:pic>
      <p:sp>
        <p:nvSpPr>
          <p:cNvPr id="7" name="Text Placeholder 11"/>
          <p:cNvSpPr>
            <a:spLocks noGrp="1"/>
          </p:cNvSpPr>
          <p:nvPr>
            <p:ph type="body" sz="quarter" idx="10" hasCustomPrompt="1"/>
          </p:nvPr>
        </p:nvSpPr>
        <p:spPr>
          <a:xfrm>
            <a:off x="713330" y="1604169"/>
            <a:ext cx="7680576" cy="2506662"/>
          </a:xfrm>
          <a:prstGeom prst="rect">
            <a:avLst/>
          </a:prstGeom>
        </p:spPr>
        <p:txBody>
          <a:bodyPr lIns="0" tIns="0" rIns="0" bIns="0" anchor="ctr"/>
          <a:lstStyle>
            <a:lvl1pPr marL="0" indent="0">
              <a:lnSpc>
                <a:spcPts val="4000"/>
              </a:lnSpc>
              <a:spcBef>
                <a:spcPts val="0"/>
              </a:spcBef>
              <a:spcAft>
                <a:spcPts val="400"/>
              </a:spcAft>
              <a:buNone/>
              <a:defRPr sz="38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38pt.</a:t>
            </a:r>
          </a:p>
        </p:txBody>
      </p:sp>
      <p:sp>
        <p:nvSpPr>
          <p:cNvPr id="12"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3" name="Picture 12"/>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11682798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4_Custom Layout">
    <p:bg>
      <p:bgPr>
        <a:solidFill>
          <a:srgbClr val="C4C6CE"/>
        </a:solidFill>
        <a:effectLst/>
      </p:bgPr>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alphaModFix amt="20000"/>
          </a:blip>
          <a:srcRect l="3012" r="3012"/>
          <a:stretch/>
        </p:blipFill>
        <p:spPr>
          <a:xfrm>
            <a:off x="0" y="0"/>
            <a:ext cx="9144000" cy="5715000"/>
          </a:xfrm>
          <a:prstGeom prst="rect">
            <a:avLst/>
          </a:prstGeom>
        </p:spPr>
      </p:pic>
      <p:sp>
        <p:nvSpPr>
          <p:cNvPr id="7"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4600"/>
              </a:lnSpc>
              <a:spcBef>
                <a:spcPts val="0"/>
              </a:spcBef>
              <a:spcAft>
                <a:spcPts val="400"/>
              </a:spcAft>
              <a:buNone/>
              <a:defRPr sz="44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44pt.</a:t>
            </a:r>
          </a:p>
        </p:txBody>
      </p:sp>
      <p:sp>
        <p:nvSpPr>
          <p:cNvPr id="12"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3" name="Picture 12"/>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13461745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5_Custom Layout">
    <p:bg>
      <p:bgPr>
        <a:solidFill>
          <a:srgbClr val="BB4728"/>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alphaModFix amt="25000"/>
          </a:blip>
          <a:srcRect l="3012" r="3012"/>
          <a:stretch/>
        </p:blipFill>
        <p:spPr>
          <a:xfrm>
            <a:off x="0" y="0"/>
            <a:ext cx="9144000" cy="5715000"/>
          </a:xfrm>
          <a:prstGeom prst="rect">
            <a:avLst/>
          </a:prstGeom>
        </p:spPr>
      </p:pic>
      <p:sp>
        <p:nvSpPr>
          <p:cNvPr id="8"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3400"/>
              </a:lnSpc>
              <a:spcBef>
                <a:spcPts val="0"/>
              </a:spcBef>
              <a:spcAft>
                <a:spcPts val="400"/>
              </a:spcAft>
              <a:buNone/>
              <a:defRPr sz="32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32pt.</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2" name="Picture 11"/>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11134239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6_Custom Layout">
    <p:bg>
      <p:bgPr>
        <a:solidFill>
          <a:srgbClr val="D25B30"/>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alphaModFix amt="20000"/>
          </a:blip>
          <a:srcRect l="3012" r="3012"/>
          <a:stretch/>
        </p:blipFill>
        <p:spPr>
          <a:xfrm>
            <a:off x="0" y="0"/>
            <a:ext cx="9144000" cy="5715000"/>
          </a:xfrm>
          <a:prstGeom prst="rect">
            <a:avLst/>
          </a:prstGeom>
        </p:spPr>
      </p:pic>
      <p:sp>
        <p:nvSpPr>
          <p:cNvPr id="8" name="Text Placeholder 11"/>
          <p:cNvSpPr>
            <a:spLocks noGrp="1"/>
          </p:cNvSpPr>
          <p:nvPr>
            <p:ph type="body" sz="quarter" idx="10" hasCustomPrompt="1"/>
          </p:nvPr>
        </p:nvSpPr>
        <p:spPr>
          <a:xfrm>
            <a:off x="713330" y="1604169"/>
            <a:ext cx="7687720" cy="2506662"/>
          </a:xfrm>
          <a:prstGeom prst="rect">
            <a:avLst/>
          </a:prstGeom>
        </p:spPr>
        <p:txBody>
          <a:bodyPr lIns="0" tIns="0" rIns="0" bIns="0" anchor="ctr"/>
          <a:lstStyle>
            <a:lvl1pPr marL="0" indent="0">
              <a:lnSpc>
                <a:spcPts val="3400"/>
              </a:lnSpc>
              <a:spcBef>
                <a:spcPts val="0"/>
              </a:spcBef>
              <a:spcAft>
                <a:spcPts val="400"/>
              </a:spcAft>
              <a:buNone/>
              <a:defRPr sz="3200" b="1" spc="150" baseline="0">
                <a:solidFill>
                  <a:schemeClr val="tx2"/>
                </a:solidFill>
              </a:defRPr>
            </a:lvl1pPr>
            <a:lvl3pPr>
              <a:defRPr>
                <a:solidFill>
                  <a:schemeClr val="tx2"/>
                </a:solidFill>
              </a:defRPr>
            </a:lvl3pPr>
            <a:lvl4pPr>
              <a:defRPr>
                <a:solidFill>
                  <a:schemeClr val="tx2"/>
                </a:solidFill>
              </a:defRPr>
            </a:lvl4pPr>
            <a:lvl5pPr>
              <a:defRPr>
                <a:solidFill>
                  <a:schemeClr val="tx2"/>
                </a:solidFill>
              </a:defRPr>
            </a:lvl5pPr>
          </a:lstStyle>
          <a:p>
            <a:pPr lvl="0"/>
            <a:r>
              <a:rPr lang="en-US"/>
              <a:t>This is a call out or section slide. Calibri Bold, 32pt.</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tx2"/>
                </a:solidFill>
              </a:defRPr>
            </a:lvl1pPr>
          </a:lstStyle>
          <a:p>
            <a:r>
              <a:rPr lang="en-US"/>
              <a:t>&lt;  </a:t>
            </a:r>
            <a:fld id="{5693902F-D8FF-914C-998A-ABB2ED9E1606}" type="slidenum">
              <a:rPr lang="en-US" smtClean="0"/>
              <a:pPr/>
              <a:t>‹#›</a:t>
            </a:fld>
            <a:endParaRPr lang="en-US"/>
          </a:p>
        </p:txBody>
      </p:sp>
      <p:pic>
        <p:nvPicPr>
          <p:cNvPr id="11" name="Picture 10"/>
          <p:cNvPicPr>
            <a:picLocks noChangeAspect="1"/>
          </p:cNvPicPr>
          <p:nvPr userDrawn="1"/>
        </p:nvPicPr>
        <p:blipFill>
          <a:blip r:embed="rId3" cstate="print">
            <a:biLevel thresh="75000"/>
            <a:extLst>
              <a:ext uri="{28A0092B-C50C-407E-A947-70E740481C1C}">
                <a14:useLocalDpi xmlns:a14="http://schemas.microsoft.com/office/drawing/2010/main"/>
              </a:ext>
            </a:extLst>
          </a:blip>
          <a:stretch>
            <a:fillRect/>
          </a:stretch>
        </p:blipFill>
        <p:spPr>
          <a:xfrm>
            <a:off x="279309" y="184286"/>
            <a:ext cx="484088" cy="484088"/>
          </a:xfrm>
          <a:prstGeom prst="rect">
            <a:avLst/>
          </a:prstGeom>
        </p:spPr>
      </p:pic>
    </p:spTree>
    <p:extLst>
      <p:ext uri="{BB962C8B-B14F-4D97-AF65-F5344CB8AC3E}">
        <p14:creationId xmlns:p14="http://schemas.microsoft.com/office/powerpoint/2010/main" val="11650443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ith Title (1 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cxnSp>
        <p:nvCxnSpPr>
          <p:cNvPr id="6" name="Straight Connector 5"/>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5"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6998423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1 line) and Content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7" name="Text Placeholder 16"/>
          <p:cNvSpPr>
            <a:spLocks noGrp="1"/>
          </p:cNvSpPr>
          <p:nvPr>
            <p:ph type="body" sz="quarter" idx="12" hasCustomPrompt="1"/>
          </p:nvPr>
        </p:nvSpPr>
        <p:spPr>
          <a:xfrm>
            <a:off x="503237" y="1039643"/>
            <a:ext cx="8135746"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title style</a:t>
            </a:r>
          </a:p>
        </p:txBody>
      </p:sp>
      <p:cxnSp>
        <p:nvCxnSpPr>
          <p:cNvPr id="6" name="Straight Connector 5"/>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5350266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Title (1 line) and Bullets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7" name="Text Placeholder 16"/>
          <p:cNvSpPr>
            <a:spLocks noGrp="1"/>
          </p:cNvSpPr>
          <p:nvPr>
            <p:ph type="body" sz="quarter" idx="12"/>
          </p:nvPr>
        </p:nvSpPr>
        <p:spPr>
          <a:xfrm>
            <a:off x="503237" y="1039643"/>
            <a:ext cx="8135746"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6"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21066476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2 lines) and Content (1 column)">
    <p:spTree>
      <p:nvGrpSpPr>
        <p:cNvPr id="1" name=""/>
        <p:cNvGrpSpPr/>
        <p:nvPr/>
      </p:nvGrpSpPr>
      <p:grpSpPr>
        <a:xfrm>
          <a:off x="0" y="0"/>
          <a:ext cx="0" cy="0"/>
          <a:chOff x="0" y="0"/>
          <a:chExt cx="0" cy="0"/>
        </a:xfrm>
      </p:grpSpPr>
      <p:sp>
        <p:nvSpPr>
          <p:cNvPr id="11" name="Text Placeholder 16"/>
          <p:cNvSpPr>
            <a:spLocks noGrp="1"/>
          </p:cNvSpPr>
          <p:nvPr>
            <p:ph type="body" sz="quarter" idx="12"/>
          </p:nvPr>
        </p:nvSpPr>
        <p:spPr>
          <a:xfrm>
            <a:off x="503237" y="1305214"/>
            <a:ext cx="8135746" cy="3368216"/>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7"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cxnSp>
        <p:nvCxnSpPr>
          <p:cNvPr id="8" name="Straight Connector 7"/>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6"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4723257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2 lines) and Bullets (1 column)">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6" name="Text Placeholder 16"/>
          <p:cNvSpPr>
            <a:spLocks noGrp="1"/>
          </p:cNvSpPr>
          <p:nvPr>
            <p:ph type="body" sz="quarter" idx="12"/>
          </p:nvPr>
        </p:nvSpPr>
        <p:spPr>
          <a:xfrm>
            <a:off x="503237" y="1305213"/>
            <a:ext cx="8135746" cy="336821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397649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1 line) and Content (2 columns)">
    <p:spTree>
      <p:nvGrpSpPr>
        <p:cNvPr id="1" name=""/>
        <p:cNvGrpSpPr/>
        <p:nvPr/>
      </p:nvGrpSpPr>
      <p:grpSpPr>
        <a:xfrm>
          <a:off x="0" y="0"/>
          <a:ext cx="0" cy="0"/>
          <a:chOff x="0" y="0"/>
          <a:chExt cx="0" cy="0"/>
        </a:xfrm>
      </p:grpSpPr>
      <p:sp>
        <p:nvSpPr>
          <p:cNvPr id="7" name="Text Placeholder 16"/>
          <p:cNvSpPr>
            <a:spLocks noGrp="1"/>
          </p:cNvSpPr>
          <p:nvPr>
            <p:ph type="body" sz="quarter" idx="12"/>
          </p:nvPr>
        </p:nvSpPr>
        <p:spPr>
          <a:xfrm>
            <a:off x="503237" y="1039643"/>
            <a:ext cx="3928721"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0" name="Text Placeholder 16"/>
          <p:cNvSpPr>
            <a:spLocks noGrp="1"/>
          </p:cNvSpPr>
          <p:nvPr>
            <p:ph type="body" sz="quarter" idx="15"/>
          </p:nvPr>
        </p:nvSpPr>
        <p:spPr>
          <a:xfrm>
            <a:off x="4712043" y="1039643"/>
            <a:ext cx="3928721"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11" name="Straight Connector 10"/>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20720474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1 line) and Bullets (2 columns)">
    <p:spTree>
      <p:nvGrpSpPr>
        <p:cNvPr id="1" name=""/>
        <p:cNvGrpSpPr/>
        <p:nvPr/>
      </p:nvGrpSpPr>
      <p:grpSpPr>
        <a:xfrm>
          <a:off x="0" y="0"/>
          <a:ext cx="0" cy="0"/>
          <a:chOff x="0" y="0"/>
          <a:chExt cx="0" cy="0"/>
        </a:xfrm>
      </p:grpSpPr>
      <p:sp>
        <p:nvSpPr>
          <p:cNvPr id="8" name="Text Placeholder 16"/>
          <p:cNvSpPr>
            <a:spLocks noGrp="1"/>
          </p:cNvSpPr>
          <p:nvPr>
            <p:ph type="body" sz="quarter" idx="16"/>
          </p:nvPr>
        </p:nvSpPr>
        <p:spPr>
          <a:xfrm>
            <a:off x="503239" y="1039643"/>
            <a:ext cx="392872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6"/>
          <p:cNvSpPr>
            <a:spLocks noGrp="1"/>
          </p:cNvSpPr>
          <p:nvPr>
            <p:ph type="body" sz="quarter" idx="17"/>
          </p:nvPr>
        </p:nvSpPr>
        <p:spPr>
          <a:xfrm>
            <a:off x="4710262" y="1039643"/>
            <a:ext cx="392872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cxnSp>
        <p:nvCxnSpPr>
          <p:cNvPr id="10" name="Straight Connector 9"/>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6893208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2 lines) and Content (2 columns)">
    <p:spTree>
      <p:nvGrpSpPr>
        <p:cNvPr id="1" name=""/>
        <p:cNvGrpSpPr/>
        <p:nvPr/>
      </p:nvGrpSpPr>
      <p:grpSpPr>
        <a:xfrm>
          <a:off x="0" y="0"/>
          <a:ext cx="0" cy="0"/>
          <a:chOff x="0" y="0"/>
          <a:chExt cx="0" cy="0"/>
        </a:xfrm>
      </p:grpSpPr>
      <p:sp>
        <p:nvSpPr>
          <p:cNvPr id="9" name="Text Placeholder 16"/>
          <p:cNvSpPr>
            <a:spLocks noGrp="1"/>
          </p:cNvSpPr>
          <p:nvPr>
            <p:ph type="body" sz="quarter" idx="16"/>
          </p:nvPr>
        </p:nvSpPr>
        <p:spPr>
          <a:xfrm>
            <a:off x="503235" y="1318263"/>
            <a:ext cx="3928721"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8" name="Text Placeholder 16"/>
          <p:cNvSpPr>
            <a:spLocks noGrp="1"/>
          </p:cNvSpPr>
          <p:nvPr>
            <p:ph type="body" sz="quarter" idx="15"/>
          </p:nvPr>
        </p:nvSpPr>
        <p:spPr>
          <a:xfrm>
            <a:off x="4712043" y="1318263"/>
            <a:ext cx="3928721"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cxnSp>
        <p:nvCxnSpPr>
          <p:cNvPr id="12" name="Straight Connector 11"/>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3060169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2 lines) and Bullets (2 columns)">
    <p:spTree>
      <p:nvGrpSpPr>
        <p:cNvPr id="1" name=""/>
        <p:cNvGrpSpPr/>
        <p:nvPr/>
      </p:nvGrpSpPr>
      <p:grpSpPr>
        <a:xfrm>
          <a:off x="0" y="0"/>
          <a:ext cx="0" cy="0"/>
          <a:chOff x="0" y="0"/>
          <a:chExt cx="0" cy="0"/>
        </a:xfrm>
      </p:grpSpPr>
      <p:sp>
        <p:nvSpPr>
          <p:cNvPr id="12" name="Text Placeholder 16"/>
          <p:cNvSpPr>
            <a:spLocks noGrp="1"/>
          </p:cNvSpPr>
          <p:nvPr>
            <p:ph type="body" sz="quarter" idx="18"/>
          </p:nvPr>
        </p:nvSpPr>
        <p:spPr>
          <a:xfrm>
            <a:off x="4710262" y="1318263"/>
            <a:ext cx="392872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7" name="Text Placeholder 16"/>
          <p:cNvSpPr>
            <a:spLocks noGrp="1"/>
          </p:cNvSpPr>
          <p:nvPr>
            <p:ph type="body" sz="quarter" idx="17"/>
          </p:nvPr>
        </p:nvSpPr>
        <p:spPr>
          <a:xfrm>
            <a:off x="503237" y="1318263"/>
            <a:ext cx="392872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6794803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1 line) and Content (3 columns)">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cxnSp>
        <p:nvCxnSpPr>
          <p:cNvPr id="8" name="Straight Connector 7"/>
          <p:cNvCxnSpPr/>
          <p:nvPr userDrawn="1"/>
        </p:nvCxnSpPr>
        <p:spPr>
          <a:xfrm>
            <a:off x="-13960" y="666750"/>
            <a:ext cx="915796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Text Placeholder 16"/>
          <p:cNvSpPr>
            <a:spLocks noGrp="1"/>
          </p:cNvSpPr>
          <p:nvPr>
            <p:ph type="body" sz="quarter" idx="12"/>
          </p:nvPr>
        </p:nvSpPr>
        <p:spPr>
          <a:xfrm>
            <a:off x="503238" y="1039643"/>
            <a:ext cx="2524600"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2" name="Text Placeholder 16"/>
          <p:cNvSpPr>
            <a:spLocks noGrp="1"/>
          </p:cNvSpPr>
          <p:nvPr>
            <p:ph type="body" sz="quarter" idx="15"/>
          </p:nvPr>
        </p:nvSpPr>
        <p:spPr>
          <a:xfrm>
            <a:off x="3308364" y="1039643"/>
            <a:ext cx="2524602"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4" name="Text Placeholder 16"/>
          <p:cNvSpPr>
            <a:spLocks noGrp="1"/>
          </p:cNvSpPr>
          <p:nvPr>
            <p:ph type="body" sz="quarter" idx="17"/>
          </p:nvPr>
        </p:nvSpPr>
        <p:spPr>
          <a:xfrm>
            <a:off x="6113492" y="1039643"/>
            <a:ext cx="2524602"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79610248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itle (1 line) and Bullets (3 columns)">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9" name="Text Placeholder 16"/>
          <p:cNvSpPr>
            <a:spLocks noGrp="1"/>
          </p:cNvSpPr>
          <p:nvPr>
            <p:ph type="body" sz="quarter" idx="16"/>
          </p:nvPr>
        </p:nvSpPr>
        <p:spPr>
          <a:xfrm>
            <a:off x="503237" y="1039643"/>
            <a:ext cx="252460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6"/>
          <p:cNvSpPr>
            <a:spLocks noGrp="1"/>
          </p:cNvSpPr>
          <p:nvPr>
            <p:ph type="body" sz="quarter" idx="19"/>
          </p:nvPr>
        </p:nvSpPr>
        <p:spPr>
          <a:xfrm>
            <a:off x="6114458" y="1039643"/>
            <a:ext cx="252460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6"/>
          <p:cNvSpPr>
            <a:spLocks noGrp="1"/>
          </p:cNvSpPr>
          <p:nvPr>
            <p:ph type="body" sz="quarter" idx="20"/>
          </p:nvPr>
        </p:nvSpPr>
        <p:spPr>
          <a:xfrm>
            <a:off x="3308364" y="1039643"/>
            <a:ext cx="252460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7242554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2 lines) and Content (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10" name="Text Placeholder 16"/>
          <p:cNvSpPr>
            <a:spLocks noGrp="1"/>
          </p:cNvSpPr>
          <p:nvPr>
            <p:ph type="body" sz="quarter" idx="12"/>
          </p:nvPr>
        </p:nvSpPr>
        <p:spPr>
          <a:xfrm>
            <a:off x="503238" y="1318263"/>
            <a:ext cx="2524600"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1" name="Text Placeholder 16"/>
          <p:cNvSpPr>
            <a:spLocks noGrp="1"/>
          </p:cNvSpPr>
          <p:nvPr>
            <p:ph type="body" sz="quarter" idx="15"/>
          </p:nvPr>
        </p:nvSpPr>
        <p:spPr>
          <a:xfrm>
            <a:off x="3308364" y="1318263"/>
            <a:ext cx="2524602"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3" name="Text Placeholder 16"/>
          <p:cNvSpPr>
            <a:spLocks noGrp="1"/>
          </p:cNvSpPr>
          <p:nvPr>
            <p:ph type="body" sz="quarter" idx="17"/>
          </p:nvPr>
        </p:nvSpPr>
        <p:spPr>
          <a:xfrm>
            <a:off x="6113492" y="1318263"/>
            <a:ext cx="2524602"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15" name="Straight Connector 14"/>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2713950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2 lines) and Bullets (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14" name="Text Placeholder 16"/>
          <p:cNvSpPr>
            <a:spLocks noGrp="1"/>
          </p:cNvSpPr>
          <p:nvPr>
            <p:ph type="body" sz="quarter" idx="16"/>
          </p:nvPr>
        </p:nvSpPr>
        <p:spPr>
          <a:xfrm>
            <a:off x="503237" y="1318263"/>
            <a:ext cx="252460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6"/>
          <p:cNvSpPr>
            <a:spLocks noGrp="1"/>
          </p:cNvSpPr>
          <p:nvPr>
            <p:ph type="body" sz="quarter" idx="19"/>
          </p:nvPr>
        </p:nvSpPr>
        <p:spPr>
          <a:xfrm>
            <a:off x="6114458" y="1318263"/>
            <a:ext cx="252460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6"/>
          <p:cNvSpPr>
            <a:spLocks noGrp="1"/>
          </p:cNvSpPr>
          <p:nvPr>
            <p:ph type="body" sz="quarter" idx="20"/>
          </p:nvPr>
        </p:nvSpPr>
        <p:spPr>
          <a:xfrm>
            <a:off x="3308364" y="1318263"/>
            <a:ext cx="252460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6644033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itle (1 line) and Content (2/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7" name="Text Placeholder 16"/>
          <p:cNvSpPr>
            <a:spLocks noGrp="1"/>
          </p:cNvSpPr>
          <p:nvPr>
            <p:ph type="body" sz="quarter" idx="15"/>
          </p:nvPr>
        </p:nvSpPr>
        <p:spPr>
          <a:xfrm>
            <a:off x="503237" y="1039643"/>
            <a:ext cx="532972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1" name="Text Placeholder 16"/>
          <p:cNvSpPr>
            <a:spLocks noGrp="1"/>
          </p:cNvSpPr>
          <p:nvPr>
            <p:ph type="body" sz="quarter" idx="17"/>
          </p:nvPr>
        </p:nvSpPr>
        <p:spPr>
          <a:xfrm>
            <a:off x="6113492" y="1039643"/>
            <a:ext cx="2524602"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12" name="Straight Connector 11"/>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8735781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itle (1 line) and Bullets (2/3 column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0" name="Text Placeholder 16"/>
          <p:cNvSpPr>
            <a:spLocks noGrp="1"/>
          </p:cNvSpPr>
          <p:nvPr>
            <p:ph type="body" sz="quarter" idx="19"/>
          </p:nvPr>
        </p:nvSpPr>
        <p:spPr>
          <a:xfrm>
            <a:off x="6114458" y="1039643"/>
            <a:ext cx="252460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6"/>
          <p:cNvSpPr>
            <a:spLocks noGrp="1"/>
          </p:cNvSpPr>
          <p:nvPr>
            <p:ph type="body" sz="quarter" idx="20"/>
          </p:nvPr>
        </p:nvSpPr>
        <p:spPr>
          <a:xfrm>
            <a:off x="502271" y="1039643"/>
            <a:ext cx="5330695"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11020734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2 lines) and Content (2/3 columns)">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7" name="Text Placeholder 16"/>
          <p:cNvSpPr>
            <a:spLocks noGrp="1"/>
          </p:cNvSpPr>
          <p:nvPr>
            <p:ph type="body" sz="quarter" idx="15"/>
          </p:nvPr>
        </p:nvSpPr>
        <p:spPr>
          <a:xfrm>
            <a:off x="503239" y="1318263"/>
            <a:ext cx="532972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9" name="Text Placeholder 16"/>
          <p:cNvSpPr>
            <a:spLocks noGrp="1"/>
          </p:cNvSpPr>
          <p:nvPr>
            <p:ph type="body" sz="quarter" idx="17"/>
          </p:nvPr>
        </p:nvSpPr>
        <p:spPr>
          <a:xfrm>
            <a:off x="6113492" y="1318263"/>
            <a:ext cx="2524602"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10" name="Straight Connector 9"/>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20304620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2 lines) and Bullets (2/3 columns)">
    <p:spTree>
      <p:nvGrpSpPr>
        <p:cNvPr id="1" name=""/>
        <p:cNvGrpSpPr/>
        <p:nvPr/>
      </p:nvGrpSpPr>
      <p:grpSpPr>
        <a:xfrm>
          <a:off x="0" y="0"/>
          <a:ext cx="0" cy="0"/>
          <a:chOff x="0" y="0"/>
          <a:chExt cx="0" cy="0"/>
        </a:xfrm>
      </p:grpSpPr>
      <p:sp>
        <p:nvSpPr>
          <p:cNvPr id="11"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8" name="Text Placeholder 16"/>
          <p:cNvSpPr>
            <a:spLocks noGrp="1"/>
          </p:cNvSpPr>
          <p:nvPr>
            <p:ph type="body" sz="quarter" idx="19"/>
          </p:nvPr>
        </p:nvSpPr>
        <p:spPr>
          <a:xfrm>
            <a:off x="6114458" y="1318263"/>
            <a:ext cx="252460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6"/>
          <p:cNvSpPr>
            <a:spLocks noGrp="1"/>
          </p:cNvSpPr>
          <p:nvPr>
            <p:ph type="body" sz="quarter" idx="20"/>
          </p:nvPr>
        </p:nvSpPr>
        <p:spPr>
          <a:xfrm>
            <a:off x="502271" y="1318263"/>
            <a:ext cx="5330695"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20843375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1 line) and Content (1/3 columns)">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3" name="Text Placeholder 16"/>
          <p:cNvSpPr>
            <a:spLocks noGrp="1"/>
          </p:cNvSpPr>
          <p:nvPr>
            <p:ph type="body" sz="quarter" idx="17"/>
          </p:nvPr>
        </p:nvSpPr>
        <p:spPr>
          <a:xfrm>
            <a:off x="3308363" y="1039643"/>
            <a:ext cx="5329731"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4" name="Text Placeholder 16"/>
          <p:cNvSpPr>
            <a:spLocks noGrp="1"/>
          </p:cNvSpPr>
          <p:nvPr>
            <p:ph type="body" sz="quarter" idx="18"/>
          </p:nvPr>
        </p:nvSpPr>
        <p:spPr>
          <a:xfrm>
            <a:off x="503238" y="1039643"/>
            <a:ext cx="2524600"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10" name="Straight Connector 9"/>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3130734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1 line) and Bullets (1/3 columns)">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p>
        </p:txBody>
      </p:sp>
      <p:sp>
        <p:nvSpPr>
          <p:cNvPr id="10" name="Text Placeholder 16"/>
          <p:cNvSpPr>
            <a:spLocks noGrp="1"/>
          </p:cNvSpPr>
          <p:nvPr>
            <p:ph type="body" sz="quarter" idx="20"/>
          </p:nvPr>
        </p:nvSpPr>
        <p:spPr>
          <a:xfrm>
            <a:off x="3309698" y="1039643"/>
            <a:ext cx="5328395"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6"/>
          <p:cNvSpPr>
            <a:spLocks noGrp="1"/>
          </p:cNvSpPr>
          <p:nvPr>
            <p:ph type="body" sz="quarter" idx="21"/>
          </p:nvPr>
        </p:nvSpPr>
        <p:spPr>
          <a:xfrm>
            <a:off x="503237" y="1039643"/>
            <a:ext cx="2524601"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8"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21030769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2 lines) and Content (1/3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9" name="Text Placeholder 16"/>
          <p:cNvSpPr>
            <a:spLocks noGrp="1"/>
          </p:cNvSpPr>
          <p:nvPr>
            <p:ph type="body" sz="quarter" idx="17"/>
          </p:nvPr>
        </p:nvSpPr>
        <p:spPr>
          <a:xfrm>
            <a:off x="3308363" y="1318263"/>
            <a:ext cx="5329731"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3" name="Text Placeholder 16"/>
          <p:cNvSpPr>
            <a:spLocks noGrp="1"/>
          </p:cNvSpPr>
          <p:nvPr>
            <p:ph type="body" sz="quarter" idx="18"/>
          </p:nvPr>
        </p:nvSpPr>
        <p:spPr>
          <a:xfrm>
            <a:off x="503238" y="1318263"/>
            <a:ext cx="2524600"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8" name="Straight Connector 7"/>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7"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4911608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2 lines) and Bullets (1/3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spc="300">
                <a:solidFill>
                  <a:schemeClr val="accent3"/>
                </a:solidFill>
              </a:defRPr>
            </a:lvl1pPr>
          </a:lstStyle>
          <a:p>
            <a:r>
              <a:rPr lang="en-US"/>
              <a:t>Click to edit master title style</a:t>
            </a:r>
            <a:br>
              <a:rPr lang="en-US"/>
            </a:br>
            <a:endParaRPr lang="en-US"/>
          </a:p>
        </p:txBody>
      </p:sp>
      <p:sp>
        <p:nvSpPr>
          <p:cNvPr id="7" name="Text Placeholder 16"/>
          <p:cNvSpPr>
            <a:spLocks noGrp="1"/>
          </p:cNvSpPr>
          <p:nvPr>
            <p:ph type="body" sz="quarter" idx="20"/>
          </p:nvPr>
        </p:nvSpPr>
        <p:spPr>
          <a:xfrm>
            <a:off x="3309698" y="1318263"/>
            <a:ext cx="5328395"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6"/>
          <p:cNvSpPr>
            <a:spLocks noGrp="1"/>
          </p:cNvSpPr>
          <p:nvPr>
            <p:ph type="body" sz="quarter" idx="21"/>
          </p:nvPr>
        </p:nvSpPr>
        <p:spPr>
          <a:xfrm>
            <a:off x="503237" y="1318263"/>
            <a:ext cx="2524601"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6151454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1 line) and Content (4 column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p>
        </p:txBody>
      </p:sp>
      <p:cxnSp>
        <p:nvCxnSpPr>
          <p:cNvPr id="5" name="Straight Connector 4"/>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Text Placeholder 16"/>
          <p:cNvSpPr>
            <a:spLocks noGrp="1"/>
          </p:cNvSpPr>
          <p:nvPr>
            <p:ph type="body" sz="quarter" idx="20"/>
          </p:nvPr>
        </p:nvSpPr>
        <p:spPr>
          <a:xfrm>
            <a:off x="4711150"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2" name="Text Placeholder 16"/>
          <p:cNvSpPr>
            <a:spLocks noGrp="1"/>
          </p:cNvSpPr>
          <p:nvPr>
            <p:ph type="body" sz="quarter" idx="21"/>
          </p:nvPr>
        </p:nvSpPr>
        <p:spPr>
          <a:xfrm>
            <a:off x="6815114"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3" name="Text Placeholder 16"/>
          <p:cNvSpPr>
            <a:spLocks noGrp="1"/>
          </p:cNvSpPr>
          <p:nvPr>
            <p:ph type="body" sz="quarter" idx="22"/>
          </p:nvPr>
        </p:nvSpPr>
        <p:spPr>
          <a:xfrm>
            <a:off x="503240"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4" name="Text Placeholder 16"/>
          <p:cNvSpPr>
            <a:spLocks noGrp="1"/>
          </p:cNvSpPr>
          <p:nvPr>
            <p:ph type="body" sz="quarter" idx="23"/>
          </p:nvPr>
        </p:nvSpPr>
        <p:spPr>
          <a:xfrm>
            <a:off x="2607204" y="1039643"/>
            <a:ext cx="1823869" cy="363378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9"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85385994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1 line) and Bullets (4 columns)">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503239" y="298346"/>
            <a:ext cx="8137524" cy="321204"/>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p>
        </p:txBody>
      </p:sp>
      <p:sp>
        <p:nvSpPr>
          <p:cNvPr id="9" name="Text Placeholder 16"/>
          <p:cNvSpPr>
            <a:spLocks noGrp="1"/>
          </p:cNvSpPr>
          <p:nvPr>
            <p:ph type="body" sz="quarter" idx="24"/>
          </p:nvPr>
        </p:nvSpPr>
        <p:spPr>
          <a:xfrm>
            <a:off x="503239"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6"/>
          <p:cNvSpPr>
            <a:spLocks noGrp="1"/>
          </p:cNvSpPr>
          <p:nvPr>
            <p:ph type="body" sz="quarter" idx="25"/>
          </p:nvPr>
        </p:nvSpPr>
        <p:spPr>
          <a:xfrm>
            <a:off x="2607184"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6"/>
          <p:cNvSpPr>
            <a:spLocks noGrp="1"/>
          </p:cNvSpPr>
          <p:nvPr>
            <p:ph type="body" sz="quarter" idx="26"/>
          </p:nvPr>
        </p:nvSpPr>
        <p:spPr>
          <a:xfrm>
            <a:off x="4711151"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p:cNvSpPr>
            <a:spLocks noGrp="1"/>
          </p:cNvSpPr>
          <p:nvPr>
            <p:ph type="body" sz="quarter" idx="27"/>
          </p:nvPr>
        </p:nvSpPr>
        <p:spPr>
          <a:xfrm>
            <a:off x="6815111" y="1039643"/>
            <a:ext cx="1823872" cy="363378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p:cNvCxnSpPr/>
          <p:nvPr userDrawn="1"/>
        </p:nvCxnSpPr>
        <p:spPr>
          <a:xfrm>
            <a:off x="0" y="666750"/>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8306795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2 lines) and Content (4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br>
              <a:rPr lang="en-US"/>
            </a:br>
            <a:endParaRPr lang="en-US"/>
          </a:p>
        </p:txBody>
      </p:sp>
      <p:sp>
        <p:nvSpPr>
          <p:cNvPr id="9" name="Text Placeholder 16"/>
          <p:cNvSpPr>
            <a:spLocks noGrp="1"/>
          </p:cNvSpPr>
          <p:nvPr>
            <p:ph type="body" sz="quarter" idx="20"/>
          </p:nvPr>
        </p:nvSpPr>
        <p:spPr>
          <a:xfrm>
            <a:off x="4711150"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2" name="Text Placeholder 16"/>
          <p:cNvSpPr>
            <a:spLocks noGrp="1"/>
          </p:cNvSpPr>
          <p:nvPr>
            <p:ph type="body" sz="quarter" idx="21"/>
          </p:nvPr>
        </p:nvSpPr>
        <p:spPr>
          <a:xfrm>
            <a:off x="6815114"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3" name="Text Placeholder 16"/>
          <p:cNvSpPr>
            <a:spLocks noGrp="1"/>
          </p:cNvSpPr>
          <p:nvPr>
            <p:ph type="body" sz="quarter" idx="22"/>
          </p:nvPr>
        </p:nvSpPr>
        <p:spPr>
          <a:xfrm>
            <a:off x="503240"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sp>
        <p:nvSpPr>
          <p:cNvPr id="14" name="Text Placeholder 16"/>
          <p:cNvSpPr>
            <a:spLocks noGrp="1"/>
          </p:cNvSpPr>
          <p:nvPr>
            <p:ph type="body" sz="quarter" idx="23"/>
          </p:nvPr>
        </p:nvSpPr>
        <p:spPr>
          <a:xfrm>
            <a:off x="2607204" y="1318263"/>
            <a:ext cx="1823869" cy="3355167"/>
          </a:xfrm>
          <a:prstGeom prst="rect">
            <a:avLst/>
          </a:prstGeom>
        </p:spPr>
        <p:txBody>
          <a:bodyPr lIns="0" tIns="0" rIns="0" bIns="0"/>
          <a:lstStyle>
            <a:lvl1pPr marL="0" indent="0">
              <a:lnSpc>
                <a:spcPct val="100000"/>
              </a:lnSpc>
              <a:spcBef>
                <a:spcPts val="0"/>
              </a:spcBef>
              <a:spcAft>
                <a:spcPts val="400"/>
              </a:spcAft>
              <a:buNone/>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latin typeface="Calibri Light" charset="0"/>
                <a:ea typeface="Calibri Light" charset="0"/>
                <a:cs typeface="Calibri Light" charset="0"/>
              </a:defRPr>
            </a:lvl2pPr>
            <a:lvl3pPr marL="792000" indent="-216000">
              <a:lnSpc>
                <a:spcPct val="100000"/>
              </a:lnSpc>
              <a:spcBef>
                <a:spcPts val="0"/>
              </a:spcBef>
              <a:spcAft>
                <a:spcPts val="400"/>
              </a:spcAft>
              <a:defRPr sz="1050" b="0" i="0">
                <a:latin typeface="Calibri Light" charset="0"/>
                <a:ea typeface="Calibri Light" charset="0"/>
                <a:cs typeface="Calibri Light" charset="0"/>
              </a:defRPr>
            </a:lvl3pPr>
            <a:lvl4pPr marL="1080000" indent="-216000">
              <a:lnSpc>
                <a:spcPct val="100000"/>
              </a:lnSpc>
              <a:spcBef>
                <a:spcPts val="0"/>
              </a:spcBef>
              <a:spcAft>
                <a:spcPts val="400"/>
              </a:spcAft>
              <a:defRPr sz="1000" b="0" i="0">
                <a:latin typeface="Calibri Light" charset="0"/>
                <a:ea typeface="Calibri Light" charset="0"/>
                <a:cs typeface="Calibri Light" charset="0"/>
              </a:defRPr>
            </a:lvl4pPr>
            <a:lvl5pPr marL="1368000" indent="-216000">
              <a:lnSpc>
                <a:spcPct val="100000"/>
              </a:lnSpc>
              <a:spcBef>
                <a:spcPts val="0"/>
              </a:spcBef>
              <a:spcAft>
                <a:spcPts val="400"/>
              </a:spcAft>
              <a:defRPr sz="1000" b="0" i="0">
                <a:latin typeface="Calibri Light" charset="0"/>
                <a:ea typeface="Calibri Light" charset="0"/>
                <a:cs typeface="Calibri Light" charset="0"/>
              </a:defRPr>
            </a:lvl5pPr>
          </a:lstStyle>
          <a:p>
            <a:pPr lvl="0"/>
            <a:r>
              <a:rPr lang="en-US"/>
              <a:t>Click to edit Master text styles</a:t>
            </a:r>
          </a:p>
        </p:txBody>
      </p:sp>
      <p:cxnSp>
        <p:nvCxnSpPr>
          <p:cNvPr id="15" name="Straight Connector 14"/>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16411855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2 lines) and Bullets (4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503239" y="298345"/>
            <a:ext cx="8137524" cy="591341"/>
          </a:xfrm>
          <a:prstGeom prst="rect">
            <a:avLst/>
          </a:prstGeom>
        </p:spPr>
        <p:txBody>
          <a:bodyPr lIns="0" tIns="0" rIns="0" bIns="0" anchor="t"/>
          <a:lstStyle>
            <a:lvl1pPr>
              <a:lnSpc>
                <a:spcPct val="100000"/>
              </a:lnSpc>
              <a:defRPr sz="1800" b="0" spc="300">
                <a:solidFill>
                  <a:schemeClr val="accent3"/>
                </a:solidFill>
              </a:defRPr>
            </a:lvl1pPr>
          </a:lstStyle>
          <a:p>
            <a:r>
              <a:rPr lang="en-US"/>
              <a:t>Click to edit master title style</a:t>
            </a:r>
            <a:br>
              <a:rPr lang="en-US"/>
            </a:br>
            <a:endParaRPr lang="en-US"/>
          </a:p>
        </p:txBody>
      </p:sp>
      <p:sp>
        <p:nvSpPr>
          <p:cNvPr id="15" name="Text Placeholder 16"/>
          <p:cNvSpPr>
            <a:spLocks noGrp="1"/>
          </p:cNvSpPr>
          <p:nvPr>
            <p:ph type="body" sz="quarter" idx="24"/>
          </p:nvPr>
        </p:nvSpPr>
        <p:spPr>
          <a:xfrm>
            <a:off x="503238"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6"/>
          <p:cNvSpPr>
            <a:spLocks noGrp="1"/>
          </p:cNvSpPr>
          <p:nvPr>
            <p:ph type="body" sz="quarter" idx="25"/>
          </p:nvPr>
        </p:nvSpPr>
        <p:spPr>
          <a:xfrm>
            <a:off x="2607183"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6"/>
          <p:cNvSpPr>
            <a:spLocks noGrp="1"/>
          </p:cNvSpPr>
          <p:nvPr>
            <p:ph type="body" sz="quarter" idx="26"/>
          </p:nvPr>
        </p:nvSpPr>
        <p:spPr>
          <a:xfrm>
            <a:off x="4711150"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6"/>
          <p:cNvSpPr>
            <a:spLocks noGrp="1"/>
          </p:cNvSpPr>
          <p:nvPr>
            <p:ph type="body" sz="quarter" idx="27"/>
          </p:nvPr>
        </p:nvSpPr>
        <p:spPr>
          <a:xfrm>
            <a:off x="6815111" y="1318263"/>
            <a:ext cx="1823872" cy="3355167"/>
          </a:xfrm>
          <a:prstGeom prst="rect">
            <a:avLst/>
          </a:prstGeom>
        </p:spPr>
        <p:txBody>
          <a:bodyPr lIns="0" tIns="0" rIns="0" bIns="0"/>
          <a:lstStyle>
            <a:lvl1pPr marL="216000" indent="-216000">
              <a:lnSpc>
                <a:spcPct val="100000"/>
              </a:lnSpc>
              <a:spcBef>
                <a:spcPts val="0"/>
              </a:spcBef>
              <a:spcAft>
                <a:spcPts val="400"/>
              </a:spcAft>
              <a:defRPr sz="1200" b="0" i="0">
                <a:solidFill>
                  <a:schemeClr val="tx1"/>
                </a:solidFill>
                <a:latin typeface="Calibri Light" charset="0"/>
                <a:ea typeface="Calibri Light" charset="0"/>
                <a:cs typeface="Calibri Light" charset="0"/>
              </a:defRPr>
            </a:lvl1pPr>
            <a:lvl2pPr marL="504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2pPr>
            <a:lvl3pPr marL="792000" indent="-216000">
              <a:lnSpc>
                <a:spcPct val="100000"/>
              </a:lnSpc>
              <a:spcBef>
                <a:spcPts val="0"/>
              </a:spcBef>
              <a:spcAft>
                <a:spcPts val="400"/>
              </a:spcAft>
              <a:defRPr sz="1050" b="0" i="0">
                <a:solidFill>
                  <a:schemeClr val="tx1"/>
                </a:solidFill>
                <a:latin typeface="Calibri Light" charset="0"/>
                <a:ea typeface="Calibri Light" charset="0"/>
                <a:cs typeface="Calibri Light" charset="0"/>
              </a:defRPr>
            </a:lvl3pPr>
            <a:lvl4pPr marL="1080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4pPr>
            <a:lvl5pPr marL="1368000" indent="-216000">
              <a:lnSpc>
                <a:spcPct val="100000"/>
              </a:lnSpc>
              <a:spcBef>
                <a:spcPts val="0"/>
              </a:spcBef>
              <a:spcAft>
                <a:spcPts val="400"/>
              </a:spcAft>
              <a:defRPr sz="1000" b="0" i="0">
                <a:solidFill>
                  <a:schemeClr val="tx1"/>
                </a:solidFill>
                <a:latin typeface="Calibri Light" charset="0"/>
                <a:ea typeface="Calibri Light" charset="0"/>
                <a:cs typeface="Calibri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p:cNvCxnSpPr/>
          <p:nvPr userDrawn="1"/>
        </p:nvCxnSpPr>
        <p:spPr>
          <a:xfrm>
            <a:off x="0" y="948308"/>
            <a:ext cx="9144000" cy="0"/>
          </a:xfrm>
          <a:prstGeom prst="line">
            <a:avLst/>
          </a:prstGeom>
          <a:ln w="3175">
            <a:solidFill>
              <a:schemeClr val="bg2"/>
            </a:solidFill>
            <a:prstDash val="lgDash"/>
          </a:ln>
        </p:spPr>
        <p:style>
          <a:lnRef idx="1">
            <a:schemeClr val="accent1"/>
          </a:lnRef>
          <a:fillRef idx="0">
            <a:schemeClr val="accent1"/>
          </a:fillRef>
          <a:effectRef idx="0">
            <a:schemeClr val="accent1"/>
          </a:effectRef>
          <a:fontRef idx="minor">
            <a:schemeClr val="tx1"/>
          </a:fontRef>
        </p:style>
      </p:cxnSp>
      <p:sp>
        <p:nvSpPr>
          <p:cNvPr id="11" name="Slide Number Placeholder 1"/>
          <p:cNvSpPr>
            <a:spLocks noGrp="1"/>
          </p:cNvSpPr>
          <p:nvPr>
            <p:ph type="sldNum" sz="quarter" idx="4"/>
          </p:nvPr>
        </p:nvSpPr>
        <p:spPr>
          <a:xfrm>
            <a:off x="7832820" y="5140417"/>
            <a:ext cx="993348" cy="304271"/>
          </a:xfrm>
        </p:spPr>
        <p:txBody>
          <a:bodyPr/>
          <a:lstStyle>
            <a:lvl1pPr>
              <a:defRPr>
                <a:solidFill>
                  <a:schemeClr val="accent3"/>
                </a:solidFill>
              </a:defRPr>
            </a:lvl1pPr>
          </a:lstStyle>
          <a:p>
            <a:r>
              <a:rPr lang="en-US"/>
              <a:t>&lt;  </a:t>
            </a:r>
            <a:fld id="{5693902F-D8FF-914C-998A-ABB2ED9E1606}" type="slidenum">
              <a:rPr lang="en-US" smtClean="0"/>
              <a:pPr/>
              <a:t>‹#›</a:t>
            </a:fld>
            <a:endParaRPr lang="en-US"/>
          </a:p>
        </p:txBody>
      </p:sp>
    </p:spTree>
    <p:extLst>
      <p:ext uri="{BB962C8B-B14F-4D97-AF65-F5344CB8AC3E}">
        <p14:creationId xmlns:p14="http://schemas.microsoft.com/office/powerpoint/2010/main" val="78405728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659773" y="5156283"/>
            <a:ext cx="2263140" cy="304271"/>
          </a:xfrm>
          <a:prstGeom prst="rect">
            <a:avLst/>
          </a:prstGeom>
        </p:spPr>
        <p:txBody>
          <a:bodyPr vert="horz" lIns="0" tIns="0" rIns="0" bIns="0" rtlCol="0" anchor="ctr"/>
          <a:lstStyle>
            <a:lvl1pPr algn="r">
              <a:defRPr sz="900" spc="300">
                <a:solidFill>
                  <a:schemeClr val="accent3"/>
                </a:solidFill>
              </a:defRPr>
            </a:lvl1pPr>
          </a:lstStyle>
          <a:p>
            <a:r>
              <a:rPr lang="en-US"/>
              <a:t>&lt; </a:t>
            </a:r>
            <a:fld id="{5693902F-D8FF-914C-998A-ABB2ED9E1606}" type="slidenum">
              <a:rPr lang="en-US" smtClean="0"/>
              <a:pPr/>
              <a:t>‹#›</a:t>
            </a:fld>
            <a:endParaRPr lang="en-US"/>
          </a:p>
        </p:txBody>
      </p:sp>
      <p:pic>
        <p:nvPicPr>
          <p:cNvPr id="5" name="Picture 4"/>
          <p:cNvPicPr>
            <a:picLocks noChangeAspect="1"/>
          </p:cNvPicPr>
          <p:nvPr/>
        </p:nvPicPr>
        <p:blipFill>
          <a:blip r:embed="rId68"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279309" y="5050509"/>
            <a:ext cx="484088" cy="484088"/>
          </a:xfrm>
          <a:prstGeom prst="rect">
            <a:avLst/>
          </a:prstGeom>
        </p:spPr>
      </p:pic>
      <p:pic>
        <p:nvPicPr>
          <p:cNvPr id="4" name="Picture 3">
            <a:extLst>
              <a:ext uri="{FF2B5EF4-FFF2-40B4-BE49-F238E27FC236}">
                <a16:creationId xmlns:a16="http://schemas.microsoft.com/office/drawing/2014/main" id="{4AA2D371-8530-43BE-9A05-6756BEA52354}"/>
              </a:ext>
            </a:extLst>
          </p:cNvPr>
          <p:cNvPicPr>
            <a:picLocks noChangeAspect="1"/>
          </p:cNvPicPr>
          <p:nvPr userDrawn="1"/>
        </p:nvPicPr>
        <p:blipFill>
          <a:blip r:embed="rId68"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279309" y="5050509"/>
            <a:ext cx="484088" cy="484088"/>
          </a:xfrm>
          <a:prstGeom prst="rect">
            <a:avLst/>
          </a:prstGeom>
        </p:spPr>
      </p:pic>
    </p:spTree>
    <p:extLst>
      <p:ext uri="{BB962C8B-B14F-4D97-AF65-F5344CB8AC3E}">
        <p14:creationId xmlns:p14="http://schemas.microsoft.com/office/powerpoint/2010/main" val="3657827690"/>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 id="2147483753" r:id="rId31"/>
    <p:sldLayoutId id="2147483754" r:id="rId32"/>
    <p:sldLayoutId id="2147483755" r:id="rId33"/>
    <p:sldLayoutId id="2147483756" r:id="rId34"/>
    <p:sldLayoutId id="2147483717" r:id="rId35"/>
    <p:sldLayoutId id="2147483721" r:id="rId36"/>
    <p:sldLayoutId id="2147483712" r:id="rId37"/>
    <p:sldLayoutId id="2147483714" r:id="rId38"/>
    <p:sldLayoutId id="2147483716" r:id="rId39"/>
    <p:sldLayoutId id="2147483713" r:id="rId40"/>
    <p:sldLayoutId id="2147483718" r:id="rId41"/>
    <p:sldLayoutId id="2147483704" r:id="rId42"/>
    <p:sldLayoutId id="2147483674" r:id="rId43"/>
    <p:sldLayoutId id="2147483692" r:id="rId44"/>
    <p:sldLayoutId id="2147483675" r:id="rId45"/>
    <p:sldLayoutId id="2147483693" r:id="rId46"/>
    <p:sldLayoutId id="2147483676" r:id="rId47"/>
    <p:sldLayoutId id="2147483694" r:id="rId48"/>
    <p:sldLayoutId id="2147483677" r:id="rId49"/>
    <p:sldLayoutId id="2147483695" r:id="rId50"/>
    <p:sldLayoutId id="2147483678" r:id="rId51"/>
    <p:sldLayoutId id="2147483696" r:id="rId52"/>
    <p:sldLayoutId id="2147483679" r:id="rId53"/>
    <p:sldLayoutId id="2147483697" r:id="rId54"/>
    <p:sldLayoutId id="2147483680" r:id="rId55"/>
    <p:sldLayoutId id="2147483698" r:id="rId56"/>
    <p:sldLayoutId id="2147483681" r:id="rId57"/>
    <p:sldLayoutId id="2147483699" r:id="rId58"/>
    <p:sldLayoutId id="2147483682" r:id="rId59"/>
    <p:sldLayoutId id="2147483700" r:id="rId60"/>
    <p:sldLayoutId id="2147483683" r:id="rId61"/>
    <p:sldLayoutId id="2147483701" r:id="rId62"/>
    <p:sldLayoutId id="2147483684" r:id="rId63"/>
    <p:sldLayoutId id="2147483702" r:id="rId64"/>
    <p:sldLayoutId id="2147483685" r:id="rId65"/>
    <p:sldLayoutId id="2147483703" r:id="rId6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 orient="horz" pos="1800">
          <p15:clr>
            <a:srgbClr val="F26B43"/>
          </p15:clr>
        </p15:guide>
        <p15:guide id="10" pos="2880">
          <p15:clr>
            <a:srgbClr val="F26B43"/>
          </p15:clr>
        </p15:guide>
        <p15:guide id="11" pos="317">
          <p15:clr>
            <a:srgbClr val="F26B43"/>
          </p15:clr>
        </p15:guide>
        <p15:guide id="12" pos="5443">
          <p15:clr>
            <a:srgbClr val="F26B43"/>
          </p15:clr>
        </p15:guide>
        <p15:guide id="13" orient="horz" pos="417">
          <p15:clr>
            <a:srgbClr val="F26B43"/>
          </p15:clr>
        </p15:guide>
        <p15:guide id="14" orient="horz" pos="3183">
          <p15:clr>
            <a:srgbClr val="F26B43"/>
          </p15:clr>
        </p15:guide>
        <p15:guide id="15" orient="horz" pos="711">
          <p15:clr>
            <a:srgbClr val="F26B43"/>
          </p15:clr>
        </p15:guide>
        <p15:guide id="16" orient="horz" pos="32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5767" t="520" r="15158" b="1"/>
          <a:stretch/>
        </p:blipFill>
        <p:spPr>
          <a:xfrm>
            <a:off x="0" y="2760133"/>
            <a:ext cx="9144000" cy="212782"/>
          </a:xfrm>
          <a:prstGeom prst="rect">
            <a:avLst/>
          </a:prstGeom>
        </p:spPr>
      </p:pic>
    </p:spTree>
    <p:extLst>
      <p:ext uri="{BB962C8B-B14F-4D97-AF65-F5344CB8AC3E}">
        <p14:creationId xmlns:p14="http://schemas.microsoft.com/office/powerpoint/2010/main" val="1435721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Disclaimer</a:t>
            </a:r>
          </a:p>
        </p:txBody>
      </p:sp>
      <p:sp>
        <p:nvSpPr>
          <p:cNvPr id="7" name="Text Placeholder 6"/>
          <p:cNvSpPr>
            <a:spLocks noGrp="1"/>
          </p:cNvSpPr>
          <p:nvPr>
            <p:ph type="body" sz="quarter" idx="12"/>
          </p:nvPr>
        </p:nvSpPr>
        <p:spPr>
          <a:xfrm>
            <a:off x="503237" y="808893"/>
            <a:ext cx="8019440" cy="3118338"/>
          </a:xfrm>
        </p:spPr>
        <p:txBody>
          <a:bodyPr/>
          <a:lstStyle/>
          <a:p>
            <a:pPr marL="0" indent="0">
              <a:buNone/>
            </a:pPr>
            <a:r>
              <a:rPr lang="en-GB" sz="1100" dirty="0"/>
              <a:t>All advice given, or recommendations made in this document is given or are made in good faith on the basis of the information provided and otherwise generally available or known to Prevalent AI Limited at the time of writing. No advice given, or statements or recommendations made shall be in any circumstances constitute or be deemed to constitute a warranty by Prevalent AI Limited as to the accuracy of such advice, statements or recommendations. Prevalent AI Limited shall not be liable for any loss, expense, damage or claim arising out of the advice given or not given or statements made or omitted to be made in connection with this document. This document is issued directly to Ensign and contains commercially sensitive and confidential information from Prevalent AI Limited which is released on a strictly private &amp; confidential basis to Ensign for the sole purpose of this document.  Prevalent AI Limited retains ownership of its software, technology, techniques, experience, knowledge and skills that are referred to in this document and does not grant any licence to Ensign other than for the purpose agreed. The contents of this document may not be communicated outside of Ensign or its designated third parties without the prior written consent of Prevalent AI Limited</a:t>
            </a:r>
          </a:p>
          <a:p>
            <a:pPr marL="0" indent="0">
              <a:buNone/>
            </a:pPr>
            <a:r>
              <a:rPr lang="en-GB" sz="1100" dirty="0"/>
              <a:t> </a:t>
            </a:r>
          </a:p>
          <a:p>
            <a:pPr marL="0" indent="0">
              <a:buNone/>
            </a:pPr>
            <a:r>
              <a:rPr lang="en-GB" sz="1100" i="1" dirty="0"/>
              <a:t>© Prevalent AI Limited 2019, all rights reserved.</a:t>
            </a:r>
            <a:endParaRPr lang="en-AU" sz="1100" dirty="0"/>
          </a:p>
        </p:txBody>
      </p:sp>
      <p:sp>
        <p:nvSpPr>
          <p:cNvPr id="3" name="Slide Number Placeholder 2"/>
          <p:cNvSpPr>
            <a:spLocks noGrp="1"/>
          </p:cNvSpPr>
          <p:nvPr>
            <p:ph type="sldNum" sz="quarter" idx="4"/>
          </p:nvPr>
        </p:nvSpPr>
        <p:spPr/>
        <p:txBody>
          <a:bodyPr/>
          <a:lstStyle/>
          <a:p>
            <a:r>
              <a:rPr lang="en-US"/>
              <a:t>&lt;  </a:t>
            </a:r>
            <a:fld id="{5693902F-D8FF-914C-998A-ABB2ED9E1606}" type="slidenum">
              <a:rPr lang="en-US" smtClean="0"/>
              <a:pPr/>
              <a:t>2</a:t>
            </a:fld>
            <a:endParaRPr lang="en-US"/>
          </a:p>
        </p:txBody>
      </p:sp>
    </p:spTree>
    <p:extLst>
      <p:ext uri="{BB962C8B-B14F-4D97-AF65-F5344CB8AC3E}">
        <p14:creationId xmlns:p14="http://schemas.microsoft.com/office/powerpoint/2010/main" val="3667215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28140" y="1604169"/>
            <a:ext cx="7687720" cy="2506662"/>
          </a:xfrm>
        </p:spPr>
        <p:txBody>
          <a:bodyPr/>
          <a:lstStyle/>
          <a:p>
            <a:endParaRPr lang="en-GB" sz="4400" dirty="0"/>
          </a:p>
        </p:txBody>
      </p:sp>
      <p:sp>
        <p:nvSpPr>
          <p:cNvPr id="3" name="Slide Number Placeholder 2"/>
          <p:cNvSpPr>
            <a:spLocks noGrp="1"/>
          </p:cNvSpPr>
          <p:nvPr>
            <p:ph type="sldNum" sz="quarter" idx="4"/>
          </p:nvPr>
        </p:nvSpPr>
        <p:spPr/>
        <p:txBody>
          <a:bodyPr/>
          <a:lstStyle/>
          <a:p>
            <a:r>
              <a:rPr lang="en-US"/>
              <a:t>&lt;  </a:t>
            </a:r>
            <a:fld id="{5693902F-D8FF-914C-998A-ABB2ED9E1606}" type="slidenum">
              <a:rPr lang="en-US" smtClean="0"/>
              <a:pPr/>
              <a:t>3</a:t>
            </a:fld>
            <a:endParaRPr lang="en-US"/>
          </a:p>
        </p:txBody>
      </p:sp>
    </p:spTree>
    <p:extLst>
      <p:ext uri="{BB962C8B-B14F-4D97-AF65-F5344CB8AC3E}">
        <p14:creationId xmlns:p14="http://schemas.microsoft.com/office/powerpoint/2010/main" val="1689222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Slide Number Placeholder 2"/>
          <p:cNvSpPr>
            <a:spLocks noGrp="1"/>
          </p:cNvSpPr>
          <p:nvPr>
            <p:ph type="sldNum" sz="quarter" idx="4"/>
          </p:nvPr>
        </p:nvSpPr>
        <p:spPr/>
        <p:txBody>
          <a:bodyPr/>
          <a:lstStyle/>
          <a:p>
            <a:r>
              <a:rPr lang="en-US"/>
              <a:t>&lt;  </a:t>
            </a:r>
            <a:fld id="{5693902F-D8FF-914C-998A-ABB2ED9E1606}" type="slidenum">
              <a:rPr lang="en-US" smtClean="0"/>
              <a:pPr/>
              <a:t>4</a:t>
            </a:fld>
            <a:endParaRPr lang="en-US"/>
          </a:p>
        </p:txBody>
      </p:sp>
      <p:sp>
        <p:nvSpPr>
          <p:cNvPr id="11" name="Text Placeholder 3">
            <a:extLst>
              <a:ext uri="{FF2B5EF4-FFF2-40B4-BE49-F238E27FC236}">
                <a16:creationId xmlns:a16="http://schemas.microsoft.com/office/drawing/2014/main" id="{4F73ECA5-BF38-4342-8779-130E4187570C}"/>
              </a:ext>
            </a:extLst>
          </p:cNvPr>
          <p:cNvSpPr txBox="1">
            <a:spLocks/>
          </p:cNvSpPr>
          <p:nvPr/>
        </p:nvSpPr>
        <p:spPr>
          <a:xfrm>
            <a:off x="503238" y="897143"/>
            <a:ext cx="8038596" cy="671462"/>
          </a:xfrm>
          <a:prstGeom prst="rect">
            <a:avLst/>
          </a:prstGeom>
        </p:spPr>
        <p:txBody>
          <a:bodyPr lIns="0" tIns="0" rIns="0" bIns="0"/>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sz="2000" dirty="0">
              <a:latin typeface="+mn-lt"/>
            </a:endParaRPr>
          </a:p>
        </p:txBody>
      </p:sp>
    </p:spTree>
    <p:extLst>
      <p:ext uri="{BB962C8B-B14F-4D97-AF65-F5344CB8AC3E}">
        <p14:creationId xmlns:p14="http://schemas.microsoft.com/office/powerpoint/2010/main" val="165712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
          </p:nvPr>
        </p:nvSpPr>
        <p:spPr/>
        <p:txBody>
          <a:bodyPr/>
          <a:lstStyle/>
          <a:p>
            <a:r>
              <a:rPr lang="en-US"/>
              <a:t>&lt;  0</a:t>
            </a:r>
            <a:fld id="{5693902F-D8FF-914C-998A-ABB2ED9E1606}" type="slidenum">
              <a:rPr lang="en-US" smtClean="0"/>
              <a:pPr/>
              <a:t>5</a:t>
            </a:fld>
            <a:endParaRPr lang="en-US"/>
          </a:p>
        </p:txBody>
      </p:sp>
      <p:sp>
        <p:nvSpPr>
          <p:cNvPr id="2" name="Text Placeholder 1"/>
          <p:cNvSpPr>
            <a:spLocks noGrp="1"/>
          </p:cNvSpPr>
          <p:nvPr>
            <p:ph type="body" sz="quarter" idx="10"/>
          </p:nvPr>
        </p:nvSpPr>
        <p:spPr/>
        <p:txBody>
          <a:bodyPr/>
          <a:lstStyle/>
          <a:p>
            <a:endParaRPr lang="en-GB" dirty="0">
              <a:solidFill>
                <a:schemeClr val="bg1"/>
              </a:solidFill>
            </a:endParaRPr>
          </a:p>
        </p:txBody>
      </p:sp>
    </p:spTree>
    <p:extLst>
      <p:ext uri="{BB962C8B-B14F-4D97-AF65-F5344CB8AC3E}">
        <p14:creationId xmlns:p14="http://schemas.microsoft.com/office/powerpoint/2010/main" val="590009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28140" y="1604169"/>
            <a:ext cx="7687720" cy="2506662"/>
          </a:xfrm>
        </p:spPr>
        <p:txBody>
          <a:bodyPr/>
          <a:lstStyle/>
          <a:p>
            <a:endParaRPr lang="en-GB" sz="4400" dirty="0"/>
          </a:p>
        </p:txBody>
      </p:sp>
      <p:sp>
        <p:nvSpPr>
          <p:cNvPr id="3" name="Slide Number Placeholder 2"/>
          <p:cNvSpPr>
            <a:spLocks noGrp="1"/>
          </p:cNvSpPr>
          <p:nvPr>
            <p:ph type="sldNum" sz="quarter" idx="4"/>
          </p:nvPr>
        </p:nvSpPr>
        <p:spPr/>
        <p:txBody>
          <a:bodyPr/>
          <a:lstStyle/>
          <a:p>
            <a:r>
              <a:rPr lang="en-US"/>
              <a:t>&lt;  </a:t>
            </a:r>
            <a:fld id="{5693902F-D8FF-914C-998A-ABB2ED9E1606}" type="slidenum">
              <a:rPr lang="en-US" smtClean="0"/>
              <a:pPr/>
              <a:t>6</a:t>
            </a:fld>
            <a:endParaRPr lang="en-US"/>
          </a:p>
        </p:txBody>
      </p:sp>
    </p:spTree>
    <p:extLst>
      <p:ext uri="{BB962C8B-B14F-4D97-AF65-F5344CB8AC3E}">
        <p14:creationId xmlns:p14="http://schemas.microsoft.com/office/powerpoint/2010/main" val="4006758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713330" y="1604169"/>
            <a:ext cx="7687720" cy="1263017"/>
          </a:xfrm>
        </p:spPr>
        <p:txBody>
          <a:bodyPr/>
          <a:lstStyle/>
          <a:p>
            <a:endParaRPr lang="en-GB" sz="4000" dirty="0">
              <a:solidFill>
                <a:schemeClr val="bg1"/>
              </a:solidFill>
            </a:endParaRPr>
          </a:p>
        </p:txBody>
      </p:sp>
      <p:sp>
        <p:nvSpPr>
          <p:cNvPr id="3" name="Slide Number Placeholder 2"/>
          <p:cNvSpPr>
            <a:spLocks noGrp="1"/>
          </p:cNvSpPr>
          <p:nvPr>
            <p:ph type="sldNum" sz="quarter" idx="4"/>
          </p:nvPr>
        </p:nvSpPr>
        <p:spPr/>
        <p:txBody>
          <a:bodyPr/>
          <a:lstStyle/>
          <a:p>
            <a:r>
              <a:rPr lang="en-US"/>
              <a:t>&lt;  0</a:t>
            </a:r>
            <a:fld id="{5693902F-D8FF-914C-998A-ABB2ED9E1606}" type="slidenum">
              <a:rPr lang="en-US" smtClean="0"/>
              <a:pPr/>
              <a:t>7</a:t>
            </a:fld>
            <a:endParaRPr lang="en-US"/>
          </a:p>
        </p:txBody>
      </p:sp>
      <p:sp>
        <p:nvSpPr>
          <p:cNvPr id="4" name="Text Placeholder 3"/>
          <p:cNvSpPr txBox="1">
            <a:spLocks/>
          </p:cNvSpPr>
          <p:nvPr/>
        </p:nvSpPr>
        <p:spPr>
          <a:xfrm>
            <a:off x="724280" y="2966472"/>
            <a:ext cx="5088045" cy="1051708"/>
          </a:xfrm>
          <a:prstGeom prst="rect">
            <a:avLst/>
          </a:prstGeom>
        </p:spPr>
        <p:txBody>
          <a:bodyPr lIns="0" tIns="0" rIns="0" bIns="0"/>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solidFill>
                  <a:schemeClr val="bg1"/>
                </a:solidFill>
                <a:latin typeface="Calibri" charset="0"/>
                <a:ea typeface="Calibri" charset="0"/>
                <a:cs typeface="Calibri" charset="0"/>
              </a:rPr>
              <a:t>.</a:t>
            </a:r>
          </a:p>
        </p:txBody>
      </p:sp>
    </p:spTree>
    <p:extLst>
      <p:ext uri="{BB962C8B-B14F-4D97-AF65-F5344CB8AC3E}">
        <p14:creationId xmlns:p14="http://schemas.microsoft.com/office/powerpoint/2010/main" val="873488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2">
            <a:biLevel thresh="75000"/>
          </a:blip>
          <a:stretch>
            <a:fillRect/>
          </a:stretch>
        </p:blipFill>
        <p:spPr>
          <a:xfrm>
            <a:off x="724279" y="615456"/>
            <a:ext cx="815117" cy="815117"/>
          </a:xfrm>
          <a:prstGeom prst="rect">
            <a:avLst/>
          </a:prstGeom>
        </p:spPr>
      </p:pic>
      <p:sp>
        <p:nvSpPr>
          <p:cNvPr id="8" name="Text Placeholder 3"/>
          <p:cNvSpPr txBox="1">
            <a:spLocks/>
          </p:cNvSpPr>
          <p:nvPr/>
        </p:nvSpPr>
        <p:spPr>
          <a:xfrm>
            <a:off x="724280" y="2348085"/>
            <a:ext cx="6705220" cy="989621"/>
          </a:xfrm>
          <a:prstGeom prst="rect">
            <a:avLst/>
          </a:prstGeom>
        </p:spPr>
        <p:txBody>
          <a:bodyPr lIns="0" tIns="0" rIns="0" bIns="0"/>
          <a:lstStyle>
            <a:lvl1pPr marL="0" indent="0" algn="l" defTabSz="685800" rtl="0" eaLnBrk="1" latinLnBrk="0" hangingPunct="1">
              <a:lnSpc>
                <a:spcPct val="100000"/>
              </a:lnSpc>
              <a:spcBef>
                <a:spcPts val="0"/>
              </a:spcBef>
              <a:spcAft>
                <a:spcPts val="400"/>
              </a:spcAft>
              <a:buFont typeface="Arial" panose="020B0604020202020204" pitchFamily="34" charset="0"/>
              <a:buNone/>
              <a:defRPr sz="1200" b="0" i="0" kern="1200">
                <a:solidFill>
                  <a:schemeClr val="tx1"/>
                </a:solidFill>
                <a:latin typeface="Calibri Light" charset="0"/>
                <a:ea typeface="Calibri Light" charset="0"/>
                <a:cs typeface="Calibri Light" charset="0"/>
              </a:defRPr>
            </a:lvl1pPr>
            <a:lvl2pPr marL="504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2pPr>
            <a:lvl3pPr marL="792000" indent="-216000" algn="l" defTabSz="685800" rtl="0" eaLnBrk="1" latinLnBrk="0" hangingPunct="1">
              <a:lnSpc>
                <a:spcPct val="100000"/>
              </a:lnSpc>
              <a:spcBef>
                <a:spcPts val="0"/>
              </a:spcBef>
              <a:spcAft>
                <a:spcPts val="400"/>
              </a:spcAft>
              <a:buFont typeface="Arial" panose="020B0604020202020204" pitchFamily="34" charset="0"/>
              <a:buChar char="•"/>
              <a:defRPr sz="1050" b="0" i="0" kern="1200">
                <a:solidFill>
                  <a:schemeClr val="tx1"/>
                </a:solidFill>
                <a:latin typeface="Calibri Light" charset="0"/>
                <a:ea typeface="Calibri Light" charset="0"/>
                <a:cs typeface="Calibri Light" charset="0"/>
              </a:defRPr>
            </a:lvl3pPr>
            <a:lvl4pPr marL="1080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4pPr>
            <a:lvl5pPr marL="1368000" indent="-216000" algn="l" defTabSz="685800" rtl="0" eaLnBrk="1" latinLnBrk="0" hangingPunct="1">
              <a:lnSpc>
                <a:spcPct val="100000"/>
              </a:lnSpc>
              <a:spcBef>
                <a:spcPts val="0"/>
              </a:spcBef>
              <a:spcAft>
                <a:spcPts val="400"/>
              </a:spcAft>
              <a:buFont typeface="Arial" panose="020B0604020202020204" pitchFamily="34" charset="0"/>
              <a:buChar char="•"/>
              <a:defRPr sz="1000" b="0" i="0" kern="1200">
                <a:solidFill>
                  <a:schemeClr val="tx1"/>
                </a:solidFill>
                <a:latin typeface="Calibri Light" charset="0"/>
                <a:ea typeface="Calibri Light" charset="0"/>
                <a:cs typeface="Calibri Light"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Aft>
                <a:spcPts val="1600"/>
              </a:spcAft>
            </a:pPr>
            <a:endParaRPr lang="en-GB" sz="6000" b="1" kern="1800" spc="150">
              <a:solidFill>
                <a:schemeClr val="tx2"/>
              </a:solidFill>
              <a:latin typeface="Calibri" charset="0"/>
              <a:ea typeface="Calibri" charset="0"/>
              <a:cs typeface="Calibri" charset="0"/>
            </a:endParaRPr>
          </a:p>
        </p:txBody>
      </p:sp>
    </p:spTree>
    <p:extLst>
      <p:ext uri="{BB962C8B-B14F-4D97-AF65-F5344CB8AC3E}">
        <p14:creationId xmlns:p14="http://schemas.microsoft.com/office/powerpoint/2010/main" val="1381117724"/>
      </p:ext>
    </p:extLst>
  </p:cSld>
  <p:clrMapOvr>
    <a:masterClrMapping/>
  </p:clrMapOvr>
</p:sld>
</file>

<file path=ppt/theme/theme1.xml><?xml version="1.0" encoding="utf-8"?>
<a:theme xmlns:a="http://schemas.openxmlformats.org/drawingml/2006/main" name="ppt theme">
  <a:themeElements>
    <a:clrScheme name="Prevalent AI 18-04">
      <a:dk1>
        <a:srgbClr val="372355"/>
      </a:dk1>
      <a:lt1>
        <a:srgbClr val="FFFFFF"/>
      </a:lt1>
      <a:dk2>
        <a:srgbClr val="000000"/>
      </a:dk2>
      <a:lt2>
        <a:srgbClr val="E9E8EC"/>
      </a:lt2>
      <a:accent1>
        <a:srgbClr val="4D2E58"/>
      </a:accent1>
      <a:accent2>
        <a:srgbClr val="81718F"/>
      </a:accent2>
      <a:accent3>
        <a:srgbClr val="959AA8"/>
      </a:accent3>
      <a:accent4>
        <a:srgbClr val="C4C6CE"/>
      </a:accent4>
      <a:accent5>
        <a:srgbClr val="BB4728"/>
      </a:accent5>
      <a:accent6>
        <a:srgbClr val="D25B30"/>
      </a:accent6>
      <a:hlink>
        <a:srgbClr val="000000"/>
      </a:hlink>
      <a:folHlink>
        <a:srgbClr val="EAE9ED"/>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defRPr sz="1200">
            <a:latin typeface="Calibri Light" charset="0"/>
            <a:ea typeface="Calibri Light" charset="0"/>
            <a:cs typeface="Calibri Light" charset="0"/>
          </a:defRPr>
        </a:defPPr>
      </a:lstStyle>
    </a:txDef>
  </a:objectDefaults>
  <a:extraClrSchemeLst/>
  <a:extLst>
    <a:ext uri="{05A4C25C-085E-4340-85A3-A5531E510DB2}">
      <thm15:themeFamily xmlns:thm15="http://schemas.microsoft.com/office/thememl/2012/main" name="ppt theme" id="{AF6B0C22-B6DC-4206-A1C4-E3C0C69A5C32}" vid="{372FA91E-5499-471A-A8B3-603859CF81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d10ea616-6164-4cbd-805c-2a72aee60408">
      <UserInfo>
        <DisplayName>Arun Raj</DisplayName>
        <AccountId>11</AccountId>
        <AccountType/>
      </UserInfo>
      <UserInfo>
        <DisplayName>Mei Ling Foo</DisplayName>
        <AccountId>12</AccountId>
        <AccountType/>
      </UserInfo>
      <UserInfo>
        <DisplayName>Ben Honan</DisplayName>
        <AccountId>18</AccountId>
        <AccountType/>
      </UserInfo>
      <UserInfo>
        <DisplayName>Paul Stokes</DisplayName>
        <AccountId>6</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FCBB507F6584F439D1BAB6E8A026C3A" ma:contentTypeVersion="4" ma:contentTypeDescription="Create a new document." ma:contentTypeScope="" ma:versionID="119212703545dd71bbf36348f2a01bd1">
  <xsd:schema xmlns:xsd="http://www.w3.org/2001/XMLSchema" xmlns:xs="http://www.w3.org/2001/XMLSchema" xmlns:p="http://schemas.microsoft.com/office/2006/metadata/properties" xmlns:ns2="d10ea616-6164-4cbd-805c-2a72aee60408" xmlns:ns3="bf52c605-4453-4881-91ad-ea51dc359967" targetNamespace="http://schemas.microsoft.com/office/2006/metadata/properties" ma:root="true" ma:fieldsID="2f01254ea0f4813af9e2ea3f68c8d5af" ns2:_="" ns3:_="">
    <xsd:import namespace="d10ea616-6164-4cbd-805c-2a72aee60408"/>
    <xsd:import namespace="bf52c605-4453-4881-91ad-ea51dc35996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0ea616-6164-4cbd-805c-2a72aee6040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f52c605-4453-4881-91ad-ea51dc35996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F59F06-3C52-40A2-822E-A1E43532D9A7}">
  <ds:schemaRefs>
    <ds:schemaRef ds:uri="http://schemas.microsoft.com/sharepoint/v3/contenttype/forms"/>
  </ds:schemaRefs>
</ds:datastoreItem>
</file>

<file path=customXml/itemProps2.xml><?xml version="1.0" encoding="utf-8"?>
<ds:datastoreItem xmlns:ds="http://schemas.openxmlformats.org/officeDocument/2006/customXml" ds:itemID="{ACD6DFC1-6C4A-424F-86AB-3162A2EE424F}">
  <ds:schemaRefs>
    <ds:schemaRef ds:uri="http://www.w3.org/XML/1998/namespace"/>
    <ds:schemaRef ds:uri="d10ea616-6164-4cbd-805c-2a72aee60408"/>
    <ds:schemaRef ds:uri="http://purl.org/dc/dcmitype/"/>
    <ds:schemaRef ds:uri="http://schemas.microsoft.com/office/2006/metadata/properties"/>
    <ds:schemaRef ds:uri="http://schemas.openxmlformats.org/package/2006/metadata/core-properties"/>
    <ds:schemaRef ds:uri="http://schemas.microsoft.com/office/2006/documentManagement/types"/>
    <ds:schemaRef ds:uri="http://purl.org/dc/elements/1.1/"/>
    <ds:schemaRef ds:uri="bf52c605-4453-4881-91ad-ea51dc359967"/>
    <ds:schemaRef ds:uri="http://purl.org/dc/terms/"/>
    <ds:schemaRef ds:uri="http://schemas.microsoft.com/office/infopath/2007/PartnerControls"/>
  </ds:schemaRefs>
</ds:datastoreItem>
</file>

<file path=customXml/itemProps3.xml><?xml version="1.0" encoding="utf-8"?>
<ds:datastoreItem xmlns:ds="http://schemas.openxmlformats.org/officeDocument/2006/customXml" ds:itemID="{98605BDA-7950-4B05-BA01-A650355FC5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0ea616-6164-4cbd-805c-2a72aee60408"/>
    <ds:schemaRef ds:uri="bf52c605-4453-4881-91ad-ea51dc3599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 theme</Template>
  <TotalTime>31</TotalTime>
  <Words>247</Words>
  <Application>Microsoft Office PowerPoint</Application>
  <PresentationFormat>On-screen Show (16:10)</PresentationFormat>
  <Paragraphs>11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ppt theme</vt:lpstr>
      <vt:lpstr>PowerPoint Presentation</vt:lpstr>
      <vt:lpstr>Disclaimer</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 East</dc:creator>
  <cp:lastModifiedBy>Shaleena Panicker</cp:lastModifiedBy>
  <cp:revision>8</cp:revision>
  <cp:lastPrinted>2018-11-18T16:26:26Z</cp:lastPrinted>
  <dcterms:created xsi:type="dcterms:W3CDTF">2016-07-20T21:20:53Z</dcterms:created>
  <dcterms:modified xsi:type="dcterms:W3CDTF">2020-05-26T12:35:49Z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0x010100FFCBB507F6584F439D1BAB6E8A026C3A</vt:lpwstr>
  </property>
  <property fmtid="{D5CDD505-2E9C-101B-9397-08002B2CF9AE}" pid="3" name="AuthorIds_UIVersion_512">
    <vt:lpwstr>12</vt:lpwstr>
  </property>
  <property fmtid="{D5CDD505-2E9C-101B-9397-08002B2CF9AE}" pid="4" name="AuthorIds_UIVersion_1536">
    <vt:lpwstr>12</vt:lpwstr>
  </property>
  <property fmtid="{D5CDD505-2E9C-101B-9397-08002B2CF9AE}" pid="5" name="AuthorIds_UIVersion_4096">
    <vt:lpwstr>12</vt:lpwstr>
  </property>
  <property fmtid="{D5CDD505-2E9C-101B-9397-08002B2CF9AE}" pid="6" name="AuthorIds_UIVersion_5632">
    <vt:lpwstr>12</vt:lpwstr>
  </property>
  <property fmtid="{D5CDD505-2E9C-101B-9397-08002B2CF9AE}" pid="7" name="AuthorIds_UIVersion_10752">
    <vt:lpwstr>12</vt:lpwstr>
  </property>
  <property fmtid="{D5CDD505-2E9C-101B-9397-08002B2CF9AE}" pid="8" name="AuthorIds_UIVersion_11264">
    <vt:lpwstr>12</vt:lpwstr>
  </property>
  <property fmtid="{D5CDD505-2E9C-101B-9397-08002B2CF9AE}" pid="9" name="AuthorIds_UIVersion_11776">
    <vt:lpwstr>12</vt:lpwstr>
  </property>
  <property fmtid="{D5CDD505-2E9C-101B-9397-08002B2CF9AE}" pid="10" name="AuthorIds_UIVersion_13312">
    <vt:lpwstr>12</vt:lpwstr>
  </property>
  <property fmtid="{D5CDD505-2E9C-101B-9397-08002B2CF9AE}" pid="11" name="AuthorIds_UIVersion_18432">
    <vt:lpwstr>6</vt:lpwstr>
  </property>
</Properties>
</file>